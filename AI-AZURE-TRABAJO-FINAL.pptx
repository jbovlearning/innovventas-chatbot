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67" r:id="rId2"/>
  </p:sldMasterIdLst>
  <p:notesMasterIdLst>
    <p:notesMasterId r:id="rId28"/>
  </p:notesMasterIdLst>
  <p:sldIdLst>
    <p:sldId id="256" r:id="rId3"/>
    <p:sldId id="273" r:id="rId4"/>
    <p:sldId id="258" r:id="rId5"/>
    <p:sldId id="259" r:id="rId6"/>
    <p:sldId id="260" r:id="rId7"/>
    <p:sldId id="262" r:id="rId8"/>
    <p:sldId id="263" r:id="rId9"/>
    <p:sldId id="265" r:id="rId10"/>
    <p:sldId id="267" r:id="rId11"/>
    <p:sldId id="268" r:id="rId12"/>
    <p:sldId id="271" r:id="rId13"/>
    <p:sldId id="274"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Lst>
  <p:sldSz cx="9144000" cy="5143500" type="screen16x9"/>
  <p:notesSz cx="6858000" cy="9144000"/>
  <p:embeddedFontLst>
    <p:embeddedFont>
      <p:font typeface="Amatic SC" panose="00000500000000000000" pitchFamily="2" charset="-79"/>
      <p:regular r:id="rId29"/>
      <p:bold r:id="rId30"/>
    </p:embeddedFont>
    <p:embeddedFont>
      <p:font typeface="Impact" panose="020B0806030902050204" pitchFamily="34" charset="0"/>
      <p:regular r:id="rId31"/>
    </p:embeddedFont>
    <p:embeddedFont>
      <p:font typeface="Proxima Nova" panose="020B0604020202020204" charset="0"/>
      <p:regular r:id="rId32"/>
      <p:bold r:id="rId33"/>
      <p:italic r:id="rId34"/>
      <p:boldItalic r:id="rId35"/>
    </p:embeddedFont>
    <p:embeddedFont>
      <p:font typeface="Proxima Nova Semibold" panose="020B0604020202020204" charset="0"/>
      <p:regular r:id="rId36"/>
      <p:bold r:id="rId37"/>
      <p:boldItalic r:id="rId38"/>
    </p:embeddedFont>
    <p:embeddedFont>
      <p:font typeface="Roboto Black" panose="02000000000000000000" pitchFamily="2" charset="0"/>
      <p:bold r:id="rId39"/>
      <p:boldItalic r:id="rId40"/>
    </p:embeddedFont>
    <p:embeddedFont>
      <p:font typeface="Roboto Light" panose="02000000000000000000" pitchFamily="2" charset="0"/>
      <p:regular r:id="rId41"/>
      <p:bold r:id="rId42"/>
      <p:italic r:id="rId43"/>
      <p:boldItalic r:id="rId44"/>
    </p:embeddedFont>
    <p:embeddedFont>
      <p:font typeface="Roboto Medium" panose="02000000000000000000" pitchFamily="2" charset="0"/>
      <p:regular r:id="rId45"/>
      <p:bold r:id="rId46"/>
      <p:italic r:id="rId47"/>
      <p:boldItalic r:id="rId48"/>
    </p:embeddedFont>
    <p:embeddedFont>
      <p:font typeface="Roboto Mono Thin" panose="00000009000000000000" pitchFamily="49" charset="0"/>
      <p:regular r:id="rId49"/>
      <p:bold r:id="rId50"/>
      <p:italic r:id="rId51"/>
      <p:boldItalic r:id="rId52"/>
    </p:embeddedFont>
    <p:embeddedFont>
      <p:font typeface="Roboto Thin"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73683A-8C92-4272-8A51-C45EC57E7859}">
  <a:tblStyle styleId="{FF73683A-8C92-4272-8A51-C45EC57E785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50" d="100"/>
          <a:sy n="150" d="100"/>
        </p:scale>
        <p:origin x="474"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1.fnt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55" Type="http://schemas.openxmlformats.org/officeDocument/2006/relationships/font" Target="fonts/font27.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font" Target="fonts/font25.fntdata"/><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56" Type="http://schemas.openxmlformats.org/officeDocument/2006/relationships/font" Target="fonts/font28.fntdata"/><Relationship Id="rId8" Type="http://schemas.openxmlformats.org/officeDocument/2006/relationships/slide" Target="slides/slide6.xml"/><Relationship Id="rId51" Type="http://schemas.openxmlformats.org/officeDocument/2006/relationships/font" Target="fonts/font2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3.fntdata"/><Relationship Id="rId54" Type="http://schemas.openxmlformats.org/officeDocument/2006/relationships/font" Target="fonts/font2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font" Target="fonts/font24.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5dc4e38d7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5dc4e38d7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5bb3dc62fd_0_1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5bb3dc62fd_0_1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5ba3f769e1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5ba3f769e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5c99e1ede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5c99e1ede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5dc4e38d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5dc4e38d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5d564c3ce1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5d564c3ce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5dc4e38d7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5dc4e38d7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5bb3dc62fd_0_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5bb3dc62fd_0_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5bb3dc62fd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5bb3dc62fd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5bb3dc62fd_0_1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5bb3dc62fd_0_1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5bb3dc62fd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1" name="Google Shape;1001;g5bb3dc62fd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5d5c1b5eee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5d5c1b5eee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de58a2b7f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de58a2b7f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gde58a2b7fe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6" name="Google Shape;1676;gde58a2b7fe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1"/>
        <p:cNvGrpSpPr/>
        <p:nvPr/>
      </p:nvGrpSpPr>
      <p:grpSpPr>
        <a:xfrm>
          <a:off x="0" y="0"/>
          <a:ext cx="0" cy="0"/>
          <a:chOff x="0" y="0"/>
          <a:chExt cx="0" cy="0"/>
        </a:xfrm>
      </p:grpSpPr>
      <p:sp>
        <p:nvSpPr>
          <p:cNvPr id="4462" name="Google Shape;4462;gde58a2b7fe_0_3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3" name="Google Shape;4463;gde58a2b7fe_0_3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0"/>
        <p:cNvGrpSpPr/>
        <p:nvPr/>
      </p:nvGrpSpPr>
      <p:grpSpPr>
        <a:xfrm>
          <a:off x="0" y="0"/>
          <a:ext cx="0" cy="0"/>
          <a:chOff x="0" y="0"/>
          <a:chExt cx="0" cy="0"/>
        </a:xfrm>
      </p:grpSpPr>
      <p:sp>
        <p:nvSpPr>
          <p:cNvPr id="4881" name="Google Shape;4881;gde58a2b7fe_0_35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2" name="Google Shape;4882;gde58a2b7fe_0_35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0"/>
        <p:cNvGrpSpPr/>
        <p:nvPr/>
      </p:nvGrpSpPr>
      <p:grpSpPr>
        <a:xfrm>
          <a:off x="0" y="0"/>
          <a:ext cx="0" cy="0"/>
          <a:chOff x="0" y="0"/>
          <a:chExt cx="0" cy="0"/>
        </a:xfrm>
      </p:grpSpPr>
      <p:sp>
        <p:nvSpPr>
          <p:cNvPr id="5051" name="Google Shape;5051;gde58a2b7fe_0_37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2" name="Google Shape;5052;gde58a2b7fe_0_3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5"/>
        <p:cNvGrpSpPr/>
        <p:nvPr/>
      </p:nvGrpSpPr>
      <p:grpSpPr>
        <a:xfrm>
          <a:off x="0" y="0"/>
          <a:ext cx="0" cy="0"/>
          <a:chOff x="0" y="0"/>
          <a:chExt cx="0" cy="0"/>
        </a:xfrm>
      </p:grpSpPr>
      <p:sp>
        <p:nvSpPr>
          <p:cNvPr id="5456" name="Google Shape;5456;gde58a2b7fe_0_4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7" name="Google Shape;5457;gde58a2b7fe_0_4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5"/>
        <p:cNvGrpSpPr/>
        <p:nvPr/>
      </p:nvGrpSpPr>
      <p:grpSpPr>
        <a:xfrm>
          <a:off x="0" y="0"/>
          <a:ext cx="0" cy="0"/>
          <a:chOff x="0" y="0"/>
          <a:chExt cx="0" cy="0"/>
        </a:xfrm>
      </p:grpSpPr>
      <p:sp>
        <p:nvSpPr>
          <p:cNvPr id="5836" name="Google Shape;5836;gde58a2b7fe_0_45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7" name="Google Shape;5837;gde58a2b7fe_0_4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9"/>
        <p:cNvGrpSpPr/>
        <p:nvPr/>
      </p:nvGrpSpPr>
      <p:grpSpPr>
        <a:xfrm>
          <a:off x="0" y="0"/>
          <a:ext cx="0" cy="0"/>
          <a:chOff x="0" y="0"/>
          <a:chExt cx="0" cy="0"/>
        </a:xfrm>
      </p:grpSpPr>
      <p:sp>
        <p:nvSpPr>
          <p:cNvPr id="6250" name="Google Shape;6250;gde58a2b7fe_0_49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1" name="Google Shape;6251;gde58a2b7fe_0_49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0"/>
        <p:cNvGrpSpPr/>
        <p:nvPr/>
      </p:nvGrpSpPr>
      <p:grpSpPr>
        <a:xfrm>
          <a:off x="0" y="0"/>
          <a:ext cx="0" cy="0"/>
          <a:chOff x="0" y="0"/>
          <a:chExt cx="0" cy="0"/>
        </a:xfrm>
      </p:grpSpPr>
      <p:sp>
        <p:nvSpPr>
          <p:cNvPr id="6611" name="Google Shape;6611;gde58a2b7fe_0_5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2" name="Google Shape;6612;gde58a2b7fe_0_5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0"/>
        <p:cNvGrpSpPr/>
        <p:nvPr/>
      </p:nvGrpSpPr>
      <p:grpSpPr>
        <a:xfrm>
          <a:off x="0" y="0"/>
          <a:ext cx="0" cy="0"/>
          <a:chOff x="0" y="0"/>
          <a:chExt cx="0" cy="0"/>
        </a:xfrm>
      </p:grpSpPr>
      <p:sp>
        <p:nvSpPr>
          <p:cNvPr id="7121" name="Google Shape;7121;gde58a2b7fe_0_57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2" name="Google Shape;7122;gde58a2b7fe_0_57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0"/>
        <p:cNvGrpSpPr/>
        <p:nvPr/>
      </p:nvGrpSpPr>
      <p:grpSpPr>
        <a:xfrm>
          <a:off x="0" y="0"/>
          <a:ext cx="0" cy="0"/>
          <a:chOff x="0" y="0"/>
          <a:chExt cx="0" cy="0"/>
        </a:xfrm>
      </p:grpSpPr>
      <p:sp>
        <p:nvSpPr>
          <p:cNvPr id="7741" name="Google Shape;7741;gde58a2b7fe_0_6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2" name="Google Shape;7742;gde58a2b7fe_0_6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4"/>
        <p:cNvGrpSpPr/>
        <p:nvPr/>
      </p:nvGrpSpPr>
      <p:grpSpPr>
        <a:xfrm>
          <a:off x="0" y="0"/>
          <a:ext cx="0" cy="0"/>
          <a:chOff x="0" y="0"/>
          <a:chExt cx="0" cy="0"/>
        </a:xfrm>
      </p:grpSpPr>
      <p:sp>
        <p:nvSpPr>
          <p:cNvPr id="8335" name="Google Shape;8335;gde58a2b7fe_0_70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6" name="Google Shape;8336;gde58a2b7fe_0_7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5"/>
        <p:cNvGrpSpPr/>
        <p:nvPr/>
      </p:nvGrpSpPr>
      <p:grpSpPr>
        <a:xfrm>
          <a:off x="0" y="0"/>
          <a:ext cx="0" cy="0"/>
          <a:chOff x="0" y="0"/>
          <a:chExt cx="0" cy="0"/>
        </a:xfrm>
      </p:grpSpPr>
      <p:sp>
        <p:nvSpPr>
          <p:cNvPr id="8656" name="Google Shape;8656;gde58a2b7fe_0_7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7" name="Google Shape;8657;gde58a2b7fe_0_7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gradFill>
          <a:gsLst>
            <a:gs pos="0">
              <a:srgbClr val="052643"/>
            </a:gs>
            <a:gs pos="100000">
              <a:srgbClr val="041523"/>
            </a:gs>
          </a:gsLst>
          <a:path path="circle">
            <a:fillToRect l="50000" t="50000" r="50000" b="50000"/>
          </a:path>
          <a:tileRect/>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237375" y="3670025"/>
            <a:ext cx="3129600" cy="6066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3000"/>
              <a:buFont typeface="Roboto Black"/>
              <a:buNone/>
              <a:defRPr sz="3000" b="0">
                <a:solidFill>
                  <a:schemeClr val="accent1"/>
                </a:solidFill>
                <a:latin typeface="Roboto Black"/>
                <a:ea typeface="Roboto Black"/>
                <a:cs typeface="Roboto Black"/>
                <a:sym typeface="Roboto Black"/>
              </a:defRPr>
            </a:lvl1pPr>
            <a:lvl2pPr lvl="1" algn="r">
              <a:spcBef>
                <a:spcPts val="0"/>
              </a:spcBef>
              <a:spcAft>
                <a:spcPts val="0"/>
              </a:spcAft>
              <a:buClr>
                <a:schemeClr val="accent1"/>
              </a:buClr>
              <a:buSzPts val="3600"/>
              <a:buNone/>
              <a:defRPr sz="3600">
                <a:solidFill>
                  <a:schemeClr val="accent1"/>
                </a:solidFill>
              </a:defRPr>
            </a:lvl2pPr>
            <a:lvl3pPr lvl="2" algn="r">
              <a:spcBef>
                <a:spcPts val="0"/>
              </a:spcBef>
              <a:spcAft>
                <a:spcPts val="0"/>
              </a:spcAft>
              <a:buClr>
                <a:schemeClr val="accent1"/>
              </a:buClr>
              <a:buSzPts val="3600"/>
              <a:buNone/>
              <a:defRPr sz="3600">
                <a:solidFill>
                  <a:schemeClr val="accent1"/>
                </a:solidFill>
              </a:defRPr>
            </a:lvl3pPr>
            <a:lvl4pPr lvl="3" algn="r">
              <a:spcBef>
                <a:spcPts val="0"/>
              </a:spcBef>
              <a:spcAft>
                <a:spcPts val="0"/>
              </a:spcAft>
              <a:buClr>
                <a:schemeClr val="accent1"/>
              </a:buClr>
              <a:buSzPts val="3600"/>
              <a:buNone/>
              <a:defRPr sz="3600">
                <a:solidFill>
                  <a:schemeClr val="accent1"/>
                </a:solidFill>
              </a:defRPr>
            </a:lvl4pPr>
            <a:lvl5pPr lvl="4" algn="r">
              <a:spcBef>
                <a:spcPts val="0"/>
              </a:spcBef>
              <a:spcAft>
                <a:spcPts val="0"/>
              </a:spcAft>
              <a:buClr>
                <a:schemeClr val="accent1"/>
              </a:buClr>
              <a:buSzPts val="3600"/>
              <a:buNone/>
              <a:defRPr sz="3600">
                <a:solidFill>
                  <a:schemeClr val="accent1"/>
                </a:solidFill>
              </a:defRPr>
            </a:lvl5pPr>
            <a:lvl6pPr lvl="5" algn="r">
              <a:spcBef>
                <a:spcPts val="0"/>
              </a:spcBef>
              <a:spcAft>
                <a:spcPts val="0"/>
              </a:spcAft>
              <a:buClr>
                <a:schemeClr val="accent1"/>
              </a:buClr>
              <a:buSzPts val="3600"/>
              <a:buNone/>
              <a:defRPr sz="3600">
                <a:solidFill>
                  <a:schemeClr val="accent1"/>
                </a:solidFill>
              </a:defRPr>
            </a:lvl6pPr>
            <a:lvl7pPr lvl="6" algn="r">
              <a:spcBef>
                <a:spcPts val="0"/>
              </a:spcBef>
              <a:spcAft>
                <a:spcPts val="0"/>
              </a:spcAft>
              <a:buClr>
                <a:schemeClr val="accent1"/>
              </a:buClr>
              <a:buSzPts val="3600"/>
              <a:buNone/>
              <a:defRPr sz="3600">
                <a:solidFill>
                  <a:schemeClr val="accent1"/>
                </a:solidFill>
              </a:defRPr>
            </a:lvl7pPr>
            <a:lvl8pPr lvl="7" algn="r">
              <a:spcBef>
                <a:spcPts val="0"/>
              </a:spcBef>
              <a:spcAft>
                <a:spcPts val="0"/>
              </a:spcAft>
              <a:buClr>
                <a:schemeClr val="accent1"/>
              </a:buClr>
              <a:buSzPts val="3600"/>
              <a:buNone/>
              <a:defRPr sz="3600">
                <a:solidFill>
                  <a:schemeClr val="accent1"/>
                </a:solidFill>
              </a:defRPr>
            </a:lvl8pPr>
            <a:lvl9pPr lvl="8" algn="r">
              <a:spcBef>
                <a:spcPts val="0"/>
              </a:spcBef>
              <a:spcAft>
                <a:spcPts val="0"/>
              </a:spcAft>
              <a:buClr>
                <a:schemeClr val="accent1"/>
              </a:buClr>
              <a:buSzPts val="3600"/>
              <a:buNone/>
              <a:defRPr sz="3600">
                <a:solidFill>
                  <a:schemeClr val="accent1"/>
                </a:solidFill>
              </a:defRPr>
            </a:lvl9pPr>
          </a:lstStyle>
          <a:p>
            <a:endParaRPr/>
          </a:p>
        </p:txBody>
      </p:sp>
      <p:sp>
        <p:nvSpPr>
          <p:cNvPr id="10" name="Google Shape;10;p2"/>
          <p:cNvSpPr txBox="1">
            <a:spLocks noGrp="1"/>
          </p:cNvSpPr>
          <p:nvPr>
            <p:ph type="subTitle" idx="1"/>
          </p:nvPr>
        </p:nvSpPr>
        <p:spPr>
          <a:xfrm>
            <a:off x="5237375" y="4181150"/>
            <a:ext cx="3129600" cy="606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200"/>
            </a:lvl1pPr>
            <a:lvl2pPr lvl="1" algn="r">
              <a:lnSpc>
                <a:spcPct val="100000"/>
              </a:lnSpc>
              <a:spcBef>
                <a:spcPts val="0"/>
              </a:spcBef>
              <a:spcAft>
                <a:spcPts val="0"/>
              </a:spcAft>
              <a:buClr>
                <a:schemeClr val="accent1"/>
              </a:buClr>
              <a:buSzPts val="1200"/>
              <a:buNone/>
              <a:defRPr sz="1200">
                <a:solidFill>
                  <a:schemeClr val="accent1"/>
                </a:solidFill>
              </a:defRPr>
            </a:lvl2pPr>
            <a:lvl3pPr lvl="2" algn="r">
              <a:lnSpc>
                <a:spcPct val="100000"/>
              </a:lnSpc>
              <a:spcBef>
                <a:spcPts val="0"/>
              </a:spcBef>
              <a:spcAft>
                <a:spcPts val="0"/>
              </a:spcAft>
              <a:buClr>
                <a:schemeClr val="accent1"/>
              </a:buClr>
              <a:buSzPts val="1200"/>
              <a:buNone/>
              <a:defRPr sz="1200">
                <a:solidFill>
                  <a:schemeClr val="accent1"/>
                </a:solidFill>
              </a:defRPr>
            </a:lvl3pPr>
            <a:lvl4pPr lvl="3" algn="r">
              <a:lnSpc>
                <a:spcPct val="100000"/>
              </a:lnSpc>
              <a:spcBef>
                <a:spcPts val="0"/>
              </a:spcBef>
              <a:spcAft>
                <a:spcPts val="0"/>
              </a:spcAft>
              <a:buClr>
                <a:schemeClr val="accent1"/>
              </a:buClr>
              <a:buSzPts val="1200"/>
              <a:buNone/>
              <a:defRPr sz="1200">
                <a:solidFill>
                  <a:schemeClr val="accent1"/>
                </a:solidFill>
              </a:defRPr>
            </a:lvl4pPr>
            <a:lvl5pPr lvl="4" algn="r">
              <a:lnSpc>
                <a:spcPct val="100000"/>
              </a:lnSpc>
              <a:spcBef>
                <a:spcPts val="0"/>
              </a:spcBef>
              <a:spcAft>
                <a:spcPts val="0"/>
              </a:spcAft>
              <a:buClr>
                <a:schemeClr val="accent1"/>
              </a:buClr>
              <a:buSzPts val="1200"/>
              <a:buNone/>
              <a:defRPr sz="1200">
                <a:solidFill>
                  <a:schemeClr val="accent1"/>
                </a:solidFill>
              </a:defRPr>
            </a:lvl5pPr>
            <a:lvl6pPr lvl="5" algn="r">
              <a:lnSpc>
                <a:spcPct val="100000"/>
              </a:lnSpc>
              <a:spcBef>
                <a:spcPts val="0"/>
              </a:spcBef>
              <a:spcAft>
                <a:spcPts val="0"/>
              </a:spcAft>
              <a:buClr>
                <a:schemeClr val="accent1"/>
              </a:buClr>
              <a:buSzPts val="1200"/>
              <a:buNone/>
              <a:defRPr sz="1200">
                <a:solidFill>
                  <a:schemeClr val="accent1"/>
                </a:solidFill>
              </a:defRPr>
            </a:lvl6pPr>
            <a:lvl7pPr lvl="6" algn="r">
              <a:lnSpc>
                <a:spcPct val="100000"/>
              </a:lnSpc>
              <a:spcBef>
                <a:spcPts val="0"/>
              </a:spcBef>
              <a:spcAft>
                <a:spcPts val="0"/>
              </a:spcAft>
              <a:buClr>
                <a:schemeClr val="accent1"/>
              </a:buClr>
              <a:buSzPts val="1200"/>
              <a:buNone/>
              <a:defRPr sz="1200">
                <a:solidFill>
                  <a:schemeClr val="accent1"/>
                </a:solidFill>
              </a:defRPr>
            </a:lvl7pPr>
            <a:lvl8pPr lvl="7" algn="r">
              <a:lnSpc>
                <a:spcPct val="100000"/>
              </a:lnSpc>
              <a:spcBef>
                <a:spcPts val="0"/>
              </a:spcBef>
              <a:spcAft>
                <a:spcPts val="0"/>
              </a:spcAft>
              <a:buClr>
                <a:schemeClr val="accent1"/>
              </a:buClr>
              <a:buSzPts val="1200"/>
              <a:buNone/>
              <a:defRPr sz="1200">
                <a:solidFill>
                  <a:schemeClr val="accent1"/>
                </a:solidFill>
              </a:defRPr>
            </a:lvl8pPr>
            <a:lvl9pPr lvl="8" algn="r">
              <a:lnSpc>
                <a:spcPct val="100000"/>
              </a:lnSpc>
              <a:spcBef>
                <a:spcPts val="0"/>
              </a:spcBef>
              <a:spcAft>
                <a:spcPts val="0"/>
              </a:spcAft>
              <a:buClr>
                <a:schemeClr val="accent1"/>
              </a:buClr>
              <a:buSzPts val="1200"/>
              <a:buNone/>
              <a:defRPr sz="1200">
                <a:solidFill>
                  <a:schemeClr val="accen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TEXT + IMAGE">
  <p:cSld name="TITLE_2">
    <p:bg>
      <p:bgPr>
        <a:gradFill>
          <a:gsLst>
            <a:gs pos="0">
              <a:srgbClr val="052643"/>
            </a:gs>
            <a:gs pos="100000">
              <a:srgbClr val="041523"/>
            </a:gs>
          </a:gsLst>
          <a:path path="circle">
            <a:fillToRect l="50000" t="50000" r="50000" b="50000"/>
          </a:path>
          <a:tileRect/>
        </a:grad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a:off x="4893700" y="1737500"/>
            <a:ext cx="3530400" cy="606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Font typeface="Roboto Black"/>
              <a:buNone/>
              <a:defRPr sz="3600" b="0">
                <a:latin typeface="Roboto Black"/>
                <a:ea typeface="Roboto Black"/>
                <a:cs typeface="Roboto Black"/>
                <a:sym typeface="Roboto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33" name="Google Shape;33;p4"/>
          <p:cNvSpPr txBox="1">
            <a:spLocks noGrp="1"/>
          </p:cNvSpPr>
          <p:nvPr>
            <p:ph type="subTitle" idx="1"/>
          </p:nvPr>
        </p:nvSpPr>
        <p:spPr>
          <a:xfrm>
            <a:off x="4893700" y="2746375"/>
            <a:ext cx="3457500" cy="142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2pPr>
            <a:lvl3pPr lvl="2"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3pPr>
            <a:lvl4pPr lvl="3"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4pPr>
            <a:lvl5pPr lvl="4"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5pPr>
            <a:lvl6pPr lvl="5"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6pPr>
            <a:lvl7pPr lvl="6"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7pPr>
            <a:lvl8pPr lvl="7"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8pPr>
            <a:lvl9pPr lvl="8" rtl="0">
              <a:lnSpc>
                <a:spcPct val="100000"/>
              </a:lnSpc>
              <a:spcBef>
                <a:spcPts val="0"/>
              </a:spcBef>
              <a:spcAft>
                <a:spcPts val="0"/>
              </a:spcAft>
              <a:buSzPts val="1200"/>
              <a:buFont typeface="Roboto Mono Thin"/>
              <a:buNone/>
              <a:defRPr sz="1200">
                <a:latin typeface="Roboto Mono Thin"/>
                <a:ea typeface="Roboto Mono Thin"/>
                <a:cs typeface="Roboto Mono Thin"/>
                <a:sym typeface="Roboto Mono Thin"/>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REE COLUMNS">
  <p:cSld name="TITLE_1_1">
    <p:bg>
      <p:bgPr>
        <a:gradFill>
          <a:gsLst>
            <a:gs pos="0">
              <a:srgbClr val="052643"/>
            </a:gs>
            <a:gs pos="100000">
              <a:srgbClr val="041523"/>
            </a:gs>
          </a:gsLst>
          <a:path path="circle">
            <a:fillToRect l="50000" t="50000" r="50000" b="50000"/>
          </a:path>
          <a:tileRect/>
        </a:grad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subTitle" idx="1"/>
          </p:nvPr>
        </p:nvSpPr>
        <p:spPr>
          <a:xfrm>
            <a:off x="819931"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36" name="Google Shape;36;p5"/>
          <p:cNvSpPr txBox="1">
            <a:spLocks noGrp="1"/>
          </p:cNvSpPr>
          <p:nvPr>
            <p:ph type="subTitle" idx="2"/>
          </p:nvPr>
        </p:nvSpPr>
        <p:spPr>
          <a:xfrm>
            <a:off x="6434656"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37" name="Google Shape;37;p5"/>
          <p:cNvSpPr txBox="1">
            <a:spLocks noGrp="1"/>
          </p:cNvSpPr>
          <p:nvPr>
            <p:ph type="subTitle" idx="3"/>
          </p:nvPr>
        </p:nvSpPr>
        <p:spPr>
          <a:xfrm>
            <a:off x="3633931"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lvl1pPr>
            <a:lvl2pPr lvl="1" algn="ctr" rtl="0">
              <a:lnSpc>
                <a:spcPct val="100000"/>
              </a:lnSpc>
              <a:spcBef>
                <a:spcPts val="0"/>
              </a:spcBef>
              <a:spcAft>
                <a:spcPts val="0"/>
              </a:spcAft>
              <a:buSzPts val="1100"/>
              <a:buNone/>
              <a:defRPr sz="1100"/>
            </a:lvl2pPr>
            <a:lvl3pPr lvl="2" algn="ctr" rtl="0">
              <a:lnSpc>
                <a:spcPct val="100000"/>
              </a:lnSpc>
              <a:spcBef>
                <a:spcPts val="0"/>
              </a:spcBef>
              <a:spcAft>
                <a:spcPts val="0"/>
              </a:spcAft>
              <a:buSzPts val="1100"/>
              <a:buNone/>
              <a:defRPr sz="1100"/>
            </a:lvl3pPr>
            <a:lvl4pPr lvl="3" algn="ctr" rtl="0">
              <a:lnSpc>
                <a:spcPct val="100000"/>
              </a:lnSpc>
              <a:spcBef>
                <a:spcPts val="0"/>
              </a:spcBef>
              <a:spcAft>
                <a:spcPts val="0"/>
              </a:spcAft>
              <a:buSzPts val="1100"/>
              <a:buNone/>
              <a:defRPr sz="1100"/>
            </a:lvl4pPr>
            <a:lvl5pPr lvl="4" algn="ctr" rtl="0">
              <a:lnSpc>
                <a:spcPct val="100000"/>
              </a:lnSpc>
              <a:spcBef>
                <a:spcPts val="0"/>
              </a:spcBef>
              <a:spcAft>
                <a:spcPts val="0"/>
              </a:spcAft>
              <a:buSzPts val="1100"/>
              <a:buNone/>
              <a:defRPr sz="1100"/>
            </a:lvl5pPr>
            <a:lvl6pPr lvl="5" algn="ctr" rtl="0">
              <a:lnSpc>
                <a:spcPct val="100000"/>
              </a:lnSpc>
              <a:spcBef>
                <a:spcPts val="0"/>
              </a:spcBef>
              <a:spcAft>
                <a:spcPts val="0"/>
              </a:spcAft>
              <a:buSzPts val="1100"/>
              <a:buNone/>
              <a:defRPr sz="1100"/>
            </a:lvl6pPr>
            <a:lvl7pPr lvl="6" algn="ctr" rtl="0">
              <a:lnSpc>
                <a:spcPct val="100000"/>
              </a:lnSpc>
              <a:spcBef>
                <a:spcPts val="0"/>
              </a:spcBef>
              <a:spcAft>
                <a:spcPts val="0"/>
              </a:spcAft>
              <a:buSzPts val="1100"/>
              <a:buNone/>
              <a:defRPr sz="1100"/>
            </a:lvl7pPr>
            <a:lvl8pPr lvl="7" algn="ctr" rtl="0">
              <a:lnSpc>
                <a:spcPct val="100000"/>
              </a:lnSpc>
              <a:spcBef>
                <a:spcPts val="0"/>
              </a:spcBef>
              <a:spcAft>
                <a:spcPts val="0"/>
              </a:spcAft>
              <a:buSzPts val="1100"/>
              <a:buNone/>
              <a:defRPr sz="1100"/>
            </a:lvl8pPr>
            <a:lvl9pPr lvl="8" algn="ctr" rtl="0">
              <a:lnSpc>
                <a:spcPct val="100000"/>
              </a:lnSpc>
              <a:spcBef>
                <a:spcPts val="0"/>
              </a:spcBef>
              <a:spcAft>
                <a:spcPts val="0"/>
              </a:spcAft>
              <a:buSzPts val="1100"/>
              <a:buNone/>
              <a:defRPr sz="1100"/>
            </a:lvl9pPr>
          </a:lstStyle>
          <a:p>
            <a:endParaRPr/>
          </a:p>
        </p:txBody>
      </p:sp>
      <p:sp>
        <p:nvSpPr>
          <p:cNvPr id="38" name="Google Shape;38;p5"/>
          <p:cNvSpPr txBox="1">
            <a:spLocks noGrp="1"/>
          </p:cNvSpPr>
          <p:nvPr>
            <p:ph type="ctrTitle"/>
          </p:nvPr>
        </p:nvSpPr>
        <p:spPr>
          <a:xfrm>
            <a:off x="726631"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Roboto Black"/>
              <a:buNone/>
              <a:defRPr sz="1200" b="0">
                <a:latin typeface="Roboto Black"/>
                <a:ea typeface="Roboto Black"/>
                <a:cs typeface="Roboto Black"/>
                <a:sym typeface="Roboto Black"/>
              </a:defRPr>
            </a:lvl1pPr>
            <a:lvl2pPr lvl="1" algn="ctr" rtl="0">
              <a:spcBef>
                <a:spcPts val="0"/>
              </a:spcBef>
              <a:spcAft>
                <a:spcPts val="0"/>
              </a:spcAft>
              <a:buSzPts val="1200"/>
              <a:buFont typeface="Roboto Black"/>
              <a:buNone/>
              <a:defRPr sz="1200" b="0">
                <a:latin typeface="Roboto Black"/>
                <a:ea typeface="Roboto Black"/>
                <a:cs typeface="Roboto Black"/>
                <a:sym typeface="Roboto Black"/>
              </a:defRPr>
            </a:lvl2pPr>
            <a:lvl3pPr lvl="2" algn="ctr" rtl="0">
              <a:spcBef>
                <a:spcPts val="0"/>
              </a:spcBef>
              <a:spcAft>
                <a:spcPts val="0"/>
              </a:spcAft>
              <a:buSzPts val="1200"/>
              <a:buFont typeface="Roboto Black"/>
              <a:buNone/>
              <a:defRPr sz="1200" b="0">
                <a:latin typeface="Roboto Black"/>
                <a:ea typeface="Roboto Black"/>
                <a:cs typeface="Roboto Black"/>
                <a:sym typeface="Roboto Black"/>
              </a:defRPr>
            </a:lvl3pPr>
            <a:lvl4pPr lvl="3" algn="ctr" rtl="0">
              <a:spcBef>
                <a:spcPts val="0"/>
              </a:spcBef>
              <a:spcAft>
                <a:spcPts val="0"/>
              </a:spcAft>
              <a:buSzPts val="1200"/>
              <a:buFont typeface="Roboto Black"/>
              <a:buNone/>
              <a:defRPr sz="1200" b="0">
                <a:latin typeface="Roboto Black"/>
                <a:ea typeface="Roboto Black"/>
                <a:cs typeface="Roboto Black"/>
                <a:sym typeface="Roboto Black"/>
              </a:defRPr>
            </a:lvl4pPr>
            <a:lvl5pPr lvl="4" algn="ctr" rtl="0">
              <a:spcBef>
                <a:spcPts val="0"/>
              </a:spcBef>
              <a:spcAft>
                <a:spcPts val="0"/>
              </a:spcAft>
              <a:buSzPts val="1200"/>
              <a:buFont typeface="Roboto Black"/>
              <a:buNone/>
              <a:defRPr sz="1200" b="0">
                <a:latin typeface="Roboto Black"/>
                <a:ea typeface="Roboto Black"/>
                <a:cs typeface="Roboto Black"/>
                <a:sym typeface="Roboto Black"/>
              </a:defRPr>
            </a:lvl5pPr>
            <a:lvl6pPr lvl="5" algn="ctr" rtl="0">
              <a:spcBef>
                <a:spcPts val="0"/>
              </a:spcBef>
              <a:spcAft>
                <a:spcPts val="0"/>
              </a:spcAft>
              <a:buSzPts val="1200"/>
              <a:buFont typeface="Roboto Black"/>
              <a:buNone/>
              <a:defRPr sz="1200" b="0">
                <a:latin typeface="Roboto Black"/>
                <a:ea typeface="Roboto Black"/>
                <a:cs typeface="Roboto Black"/>
                <a:sym typeface="Roboto Black"/>
              </a:defRPr>
            </a:lvl6pPr>
            <a:lvl7pPr lvl="6" algn="ctr" rtl="0">
              <a:spcBef>
                <a:spcPts val="0"/>
              </a:spcBef>
              <a:spcAft>
                <a:spcPts val="0"/>
              </a:spcAft>
              <a:buSzPts val="1200"/>
              <a:buFont typeface="Roboto Black"/>
              <a:buNone/>
              <a:defRPr sz="1200" b="0">
                <a:latin typeface="Roboto Black"/>
                <a:ea typeface="Roboto Black"/>
                <a:cs typeface="Roboto Black"/>
                <a:sym typeface="Roboto Black"/>
              </a:defRPr>
            </a:lvl7pPr>
            <a:lvl8pPr lvl="7" algn="ctr" rtl="0">
              <a:spcBef>
                <a:spcPts val="0"/>
              </a:spcBef>
              <a:spcAft>
                <a:spcPts val="0"/>
              </a:spcAft>
              <a:buSzPts val="1200"/>
              <a:buFont typeface="Roboto Black"/>
              <a:buNone/>
              <a:defRPr sz="1200" b="0">
                <a:latin typeface="Roboto Black"/>
                <a:ea typeface="Roboto Black"/>
                <a:cs typeface="Roboto Black"/>
                <a:sym typeface="Roboto Black"/>
              </a:defRPr>
            </a:lvl8pPr>
            <a:lvl9pPr lvl="8" algn="ctr" rtl="0">
              <a:spcBef>
                <a:spcPts val="0"/>
              </a:spcBef>
              <a:spcAft>
                <a:spcPts val="0"/>
              </a:spcAft>
              <a:buSzPts val="1200"/>
              <a:buFont typeface="Roboto Black"/>
              <a:buNone/>
              <a:defRPr sz="1200" b="0">
                <a:latin typeface="Roboto Black"/>
                <a:ea typeface="Roboto Black"/>
                <a:cs typeface="Roboto Black"/>
                <a:sym typeface="Roboto Black"/>
              </a:defRPr>
            </a:lvl9pPr>
          </a:lstStyle>
          <a:p>
            <a:endParaRPr/>
          </a:p>
        </p:txBody>
      </p:sp>
      <p:sp>
        <p:nvSpPr>
          <p:cNvPr id="39" name="Google Shape;39;p5"/>
          <p:cNvSpPr txBox="1">
            <a:spLocks noGrp="1"/>
          </p:cNvSpPr>
          <p:nvPr>
            <p:ph type="ctrTitle" idx="4"/>
          </p:nvPr>
        </p:nvSpPr>
        <p:spPr>
          <a:xfrm>
            <a:off x="6341356"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Roboto Black"/>
              <a:buNone/>
              <a:defRPr sz="1200" b="0">
                <a:latin typeface="Roboto Black"/>
                <a:ea typeface="Roboto Black"/>
                <a:cs typeface="Roboto Black"/>
                <a:sym typeface="Roboto Black"/>
              </a:defRPr>
            </a:lvl1pPr>
            <a:lvl2pPr lvl="1" algn="ctr" rtl="0">
              <a:spcBef>
                <a:spcPts val="0"/>
              </a:spcBef>
              <a:spcAft>
                <a:spcPts val="0"/>
              </a:spcAft>
              <a:buSzPts val="1200"/>
              <a:buFont typeface="Roboto Black"/>
              <a:buNone/>
              <a:defRPr sz="1200" b="0">
                <a:latin typeface="Roboto Black"/>
                <a:ea typeface="Roboto Black"/>
                <a:cs typeface="Roboto Black"/>
                <a:sym typeface="Roboto Black"/>
              </a:defRPr>
            </a:lvl2pPr>
            <a:lvl3pPr lvl="2" algn="ctr" rtl="0">
              <a:spcBef>
                <a:spcPts val="0"/>
              </a:spcBef>
              <a:spcAft>
                <a:spcPts val="0"/>
              </a:spcAft>
              <a:buSzPts val="1200"/>
              <a:buFont typeface="Roboto Black"/>
              <a:buNone/>
              <a:defRPr sz="1200" b="0">
                <a:latin typeface="Roboto Black"/>
                <a:ea typeface="Roboto Black"/>
                <a:cs typeface="Roboto Black"/>
                <a:sym typeface="Roboto Black"/>
              </a:defRPr>
            </a:lvl3pPr>
            <a:lvl4pPr lvl="3" algn="ctr" rtl="0">
              <a:spcBef>
                <a:spcPts val="0"/>
              </a:spcBef>
              <a:spcAft>
                <a:spcPts val="0"/>
              </a:spcAft>
              <a:buSzPts val="1200"/>
              <a:buFont typeface="Roboto Black"/>
              <a:buNone/>
              <a:defRPr sz="1200" b="0">
                <a:latin typeface="Roboto Black"/>
                <a:ea typeface="Roboto Black"/>
                <a:cs typeface="Roboto Black"/>
                <a:sym typeface="Roboto Black"/>
              </a:defRPr>
            </a:lvl4pPr>
            <a:lvl5pPr lvl="4" algn="ctr" rtl="0">
              <a:spcBef>
                <a:spcPts val="0"/>
              </a:spcBef>
              <a:spcAft>
                <a:spcPts val="0"/>
              </a:spcAft>
              <a:buSzPts val="1200"/>
              <a:buFont typeface="Roboto Black"/>
              <a:buNone/>
              <a:defRPr sz="1200" b="0">
                <a:latin typeface="Roboto Black"/>
                <a:ea typeface="Roboto Black"/>
                <a:cs typeface="Roboto Black"/>
                <a:sym typeface="Roboto Black"/>
              </a:defRPr>
            </a:lvl5pPr>
            <a:lvl6pPr lvl="5" algn="ctr" rtl="0">
              <a:spcBef>
                <a:spcPts val="0"/>
              </a:spcBef>
              <a:spcAft>
                <a:spcPts val="0"/>
              </a:spcAft>
              <a:buSzPts val="1200"/>
              <a:buFont typeface="Roboto Black"/>
              <a:buNone/>
              <a:defRPr sz="1200" b="0">
                <a:latin typeface="Roboto Black"/>
                <a:ea typeface="Roboto Black"/>
                <a:cs typeface="Roboto Black"/>
                <a:sym typeface="Roboto Black"/>
              </a:defRPr>
            </a:lvl6pPr>
            <a:lvl7pPr lvl="6" algn="ctr" rtl="0">
              <a:spcBef>
                <a:spcPts val="0"/>
              </a:spcBef>
              <a:spcAft>
                <a:spcPts val="0"/>
              </a:spcAft>
              <a:buSzPts val="1200"/>
              <a:buFont typeface="Roboto Black"/>
              <a:buNone/>
              <a:defRPr sz="1200" b="0">
                <a:latin typeface="Roboto Black"/>
                <a:ea typeface="Roboto Black"/>
                <a:cs typeface="Roboto Black"/>
                <a:sym typeface="Roboto Black"/>
              </a:defRPr>
            </a:lvl7pPr>
            <a:lvl8pPr lvl="7" algn="ctr" rtl="0">
              <a:spcBef>
                <a:spcPts val="0"/>
              </a:spcBef>
              <a:spcAft>
                <a:spcPts val="0"/>
              </a:spcAft>
              <a:buSzPts val="1200"/>
              <a:buFont typeface="Roboto Black"/>
              <a:buNone/>
              <a:defRPr sz="1200" b="0">
                <a:latin typeface="Roboto Black"/>
                <a:ea typeface="Roboto Black"/>
                <a:cs typeface="Roboto Black"/>
                <a:sym typeface="Roboto Black"/>
              </a:defRPr>
            </a:lvl8pPr>
            <a:lvl9pPr lvl="8" algn="ctr" rtl="0">
              <a:spcBef>
                <a:spcPts val="0"/>
              </a:spcBef>
              <a:spcAft>
                <a:spcPts val="0"/>
              </a:spcAft>
              <a:buSzPts val="1200"/>
              <a:buFont typeface="Roboto Black"/>
              <a:buNone/>
              <a:defRPr sz="1200" b="0">
                <a:latin typeface="Roboto Black"/>
                <a:ea typeface="Roboto Black"/>
                <a:cs typeface="Roboto Black"/>
                <a:sym typeface="Roboto Black"/>
              </a:defRPr>
            </a:lvl9pPr>
          </a:lstStyle>
          <a:p>
            <a:endParaRPr/>
          </a:p>
        </p:txBody>
      </p:sp>
      <p:sp>
        <p:nvSpPr>
          <p:cNvPr id="40" name="Google Shape;40;p5"/>
          <p:cNvSpPr txBox="1">
            <a:spLocks noGrp="1"/>
          </p:cNvSpPr>
          <p:nvPr>
            <p:ph type="ctrTitle" idx="5"/>
          </p:nvPr>
        </p:nvSpPr>
        <p:spPr>
          <a:xfrm>
            <a:off x="3540631"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
              <a:buFont typeface="Roboto Black"/>
              <a:buNone/>
              <a:defRPr sz="1200" b="0">
                <a:latin typeface="Roboto Black"/>
                <a:ea typeface="Roboto Black"/>
                <a:cs typeface="Roboto Black"/>
                <a:sym typeface="Roboto Black"/>
              </a:defRPr>
            </a:lvl1pPr>
            <a:lvl2pPr lvl="1" algn="ctr" rtl="0">
              <a:spcBef>
                <a:spcPts val="0"/>
              </a:spcBef>
              <a:spcAft>
                <a:spcPts val="0"/>
              </a:spcAft>
              <a:buSzPts val="1200"/>
              <a:buFont typeface="Roboto Black"/>
              <a:buNone/>
              <a:defRPr sz="1200" b="0">
                <a:latin typeface="Roboto Black"/>
                <a:ea typeface="Roboto Black"/>
                <a:cs typeface="Roboto Black"/>
                <a:sym typeface="Roboto Black"/>
              </a:defRPr>
            </a:lvl2pPr>
            <a:lvl3pPr lvl="2" algn="ctr" rtl="0">
              <a:spcBef>
                <a:spcPts val="0"/>
              </a:spcBef>
              <a:spcAft>
                <a:spcPts val="0"/>
              </a:spcAft>
              <a:buSzPts val="1200"/>
              <a:buFont typeface="Roboto Black"/>
              <a:buNone/>
              <a:defRPr sz="1200" b="0">
                <a:latin typeface="Roboto Black"/>
                <a:ea typeface="Roboto Black"/>
                <a:cs typeface="Roboto Black"/>
                <a:sym typeface="Roboto Black"/>
              </a:defRPr>
            </a:lvl3pPr>
            <a:lvl4pPr lvl="3" algn="ctr" rtl="0">
              <a:spcBef>
                <a:spcPts val="0"/>
              </a:spcBef>
              <a:spcAft>
                <a:spcPts val="0"/>
              </a:spcAft>
              <a:buSzPts val="1200"/>
              <a:buFont typeface="Roboto Black"/>
              <a:buNone/>
              <a:defRPr sz="1200" b="0">
                <a:latin typeface="Roboto Black"/>
                <a:ea typeface="Roboto Black"/>
                <a:cs typeface="Roboto Black"/>
                <a:sym typeface="Roboto Black"/>
              </a:defRPr>
            </a:lvl4pPr>
            <a:lvl5pPr lvl="4" algn="ctr" rtl="0">
              <a:spcBef>
                <a:spcPts val="0"/>
              </a:spcBef>
              <a:spcAft>
                <a:spcPts val="0"/>
              </a:spcAft>
              <a:buSzPts val="1200"/>
              <a:buFont typeface="Roboto Black"/>
              <a:buNone/>
              <a:defRPr sz="1200" b="0">
                <a:latin typeface="Roboto Black"/>
                <a:ea typeface="Roboto Black"/>
                <a:cs typeface="Roboto Black"/>
                <a:sym typeface="Roboto Black"/>
              </a:defRPr>
            </a:lvl5pPr>
            <a:lvl6pPr lvl="5" algn="ctr" rtl="0">
              <a:spcBef>
                <a:spcPts val="0"/>
              </a:spcBef>
              <a:spcAft>
                <a:spcPts val="0"/>
              </a:spcAft>
              <a:buSzPts val="1200"/>
              <a:buFont typeface="Roboto Black"/>
              <a:buNone/>
              <a:defRPr sz="1200" b="0">
                <a:latin typeface="Roboto Black"/>
                <a:ea typeface="Roboto Black"/>
                <a:cs typeface="Roboto Black"/>
                <a:sym typeface="Roboto Black"/>
              </a:defRPr>
            </a:lvl6pPr>
            <a:lvl7pPr lvl="6" algn="ctr" rtl="0">
              <a:spcBef>
                <a:spcPts val="0"/>
              </a:spcBef>
              <a:spcAft>
                <a:spcPts val="0"/>
              </a:spcAft>
              <a:buSzPts val="1200"/>
              <a:buFont typeface="Roboto Black"/>
              <a:buNone/>
              <a:defRPr sz="1200" b="0">
                <a:latin typeface="Roboto Black"/>
                <a:ea typeface="Roboto Black"/>
                <a:cs typeface="Roboto Black"/>
                <a:sym typeface="Roboto Black"/>
              </a:defRPr>
            </a:lvl7pPr>
            <a:lvl8pPr lvl="7" algn="ctr" rtl="0">
              <a:spcBef>
                <a:spcPts val="0"/>
              </a:spcBef>
              <a:spcAft>
                <a:spcPts val="0"/>
              </a:spcAft>
              <a:buSzPts val="1200"/>
              <a:buFont typeface="Roboto Black"/>
              <a:buNone/>
              <a:defRPr sz="1200" b="0">
                <a:latin typeface="Roboto Black"/>
                <a:ea typeface="Roboto Black"/>
                <a:cs typeface="Roboto Black"/>
                <a:sym typeface="Roboto Black"/>
              </a:defRPr>
            </a:lvl8pPr>
            <a:lvl9pPr lvl="8" algn="ctr" rtl="0">
              <a:spcBef>
                <a:spcPts val="0"/>
              </a:spcBef>
              <a:spcAft>
                <a:spcPts val="0"/>
              </a:spcAft>
              <a:buSzPts val="1200"/>
              <a:buFont typeface="Roboto Black"/>
              <a:buNone/>
              <a:defRPr sz="1200" b="0">
                <a:latin typeface="Roboto Black"/>
                <a:ea typeface="Roboto Black"/>
                <a:cs typeface="Roboto Black"/>
                <a:sym typeface="Roboto Black"/>
              </a:defRPr>
            </a:lvl9pPr>
          </a:lstStyle>
          <a:p>
            <a:endParaRPr/>
          </a:p>
        </p:txBody>
      </p:sp>
      <p:sp>
        <p:nvSpPr>
          <p:cNvPr id="41" name="Google Shape;41;p5"/>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Font typeface="Roboto Black"/>
              <a:buNone/>
              <a:defRPr sz="3000" b="0">
                <a:latin typeface="Roboto Black"/>
                <a:ea typeface="Roboto Black"/>
                <a:cs typeface="Roboto Black"/>
                <a:sym typeface="Roboto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1">
  <p:cSld name="TITLE_1_1_1">
    <p:bg>
      <p:bgPr>
        <a:gradFill>
          <a:gsLst>
            <a:gs pos="0">
              <a:srgbClr val="052643"/>
            </a:gs>
            <a:gs pos="100000">
              <a:srgbClr val="041523"/>
            </a:gs>
          </a:gsLst>
          <a:path path="circle">
            <a:fillToRect l="50000" t="50000" r="50000" b="50000"/>
          </a:path>
          <a:tileRect/>
        </a:gradFill>
        <a:effectLst/>
      </p:bgPr>
    </p:bg>
    <p:spTree>
      <p:nvGrpSpPr>
        <p:cNvPr id="1" name="Shape 46"/>
        <p:cNvGrpSpPr/>
        <p:nvPr/>
      </p:nvGrpSpPr>
      <p:grpSpPr>
        <a:xfrm>
          <a:off x="0" y="0"/>
          <a:ext cx="0" cy="0"/>
          <a:chOff x="0" y="0"/>
          <a:chExt cx="0" cy="0"/>
        </a:xfrm>
      </p:grpSpPr>
      <p:sp>
        <p:nvSpPr>
          <p:cNvPr id="47" name="Google Shape;47;p7"/>
          <p:cNvSpPr txBox="1">
            <a:spLocks noGrp="1"/>
          </p:cNvSpPr>
          <p:nvPr>
            <p:ph type="ctrTitle"/>
          </p:nvPr>
        </p:nvSpPr>
        <p:spPr>
          <a:xfrm>
            <a:off x="1557931" y="206401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48" name="Google Shape;48;p7"/>
          <p:cNvSpPr txBox="1">
            <a:spLocks noGrp="1"/>
          </p:cNvSpPr>
          <p:nvPr>
            <p:ph type="ctrTitle" idx="2"/>
          </p:nvPr>
        </p:nvSpPr>
        <p:spPr>
          <a:xfrm>
            <a:off x="1557931" y="3466700"/>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49" name="Google Shape;49;p7"/>
          <p:cNvSpPr txBox="1">
            <a:spLocks noGrp="1"/>
          </p:cNvSpPr>
          <p:nvPr>
            <p:ph type="ctrTitle" idx="3"/>
          </p:nvPr>
        </p:nvSpPr>
        <p:spPr>
          <a:xfrm>
            <a:off x="1557931" y="2765356"/>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0" name="Google Shape;50;p7"/>
          <p:cNvSpPr txBox="1">
            <a:spLocks noGrp="1"/>
          </p:cNvSpPr>
          <p:nvPr>
            <p:ph type="ctrTitle" idx="4"/>
          </p:nvPr>
        </p:nvSpPr>
        <p:spPr>
          <a:xfrm>
            <a:off x="998325" y="644550"/>
            <a:ext cx="7833900" cy="606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Font typeface="Roboto Black"/>
              <a:buNone/>
              <a:defRPr sz="3000" b="0">
                <a:latin typeface="Roboto Black"/>
                <a:ea typeface="Roboto Black"/>
                <a:cs typeface="Roboto Black"/>
                <a:sym typeface="Roboto Black"/>
              </a:defRPr>
            </a:lvl1pPr>
            <a:lvl2pPr lvl="1" rtl="0">
              <a:spcBef>
                <a:spcPts val="0"/>
              </a:spcBef>
              <a:spcAft>
                <a:spcPts val="0"/>
              </a:spcAft>
              <a:buClr>
                <a:schemeClr val="accent1"/>
              </a:buClr>
              <a:buSzPts val="5200"/>
              <a:buNone/>
              <a:defRPr sz="5200">
                <a:solidFill>
                  <a:schemeClr val="accent1"/>
                </a:solidFill>
              </a:defRPr>
            </a:lvl2pPr>
            <a:lvl3pPr lvl="2" rtl="0">
              <a:spcBef>
                <a:spcPts val="0"/>
              </a:spcBef>
              <a:spcAft>
                <a:spcPts val="0"/>
              </a:spcAft>
              <a:buClr>
                <a:schemeClr val="accent1"/>
              </a:buClr>
              <a:buSzPts val="5200"/>
              <a:buNone/>
              <a:defRPr sz="5200">
                <a:solidFill>
                  <a:schemeClr val="accent1"/>
                </a:solidFill>
              </a:defRPr>
            </a:lvl3pPr>
            <a:lvl4pPr lvl="3" rtl="0">
              <a:spcBef>
                <a:spcPts val="0"/>
              </a:spcBef>
              <a:spcAft>
                <a:spcPts val="0"/>
              </a:spcAft>
              <a:buClr>
                <a:schemeClr val="accent1"/>
              </a:buClr>
              <a:buSzPts val="5200"/>
              <a:buNone/>
              <a:defRPr sz="5200">
                <a:solidFill>
                  <a:schemeClr val="accent1"/>
                </a:solidFill>
              </a:defRPr>
            </a:lvl4pPr>
            <a:lvl5pPr lvl="4" rtl="0">
              <a:spcBef>
                <a:spcPts val="0"/>
              </a:spcBef>
              <a:spcAft>
                <a:spcPts val="0"/>
              </a:spcAft>
              <a:buClr>
                <a:schemeClr val="accent1"/>
              </a:buClr>
              <a:buSzPts val="5200"/>
              <a:buNone/>
              <a:defRPr sz="5200">
                <a:solidFill>
                  <a:schemeClr val="accent1"/>
                </a:solidFill>
              </a:defRPr>
            </a:lvl5pPr>
            <a:lvl6pPr lvl="5" rtl="0">
              <a:spcBef>
                <a:spcPts val="0"/>
              </a:spcBef>
              <a:spcAft>
                <a:spcPts val="0"/>
              </a:spcAft>
              <a:buClr>
                <a:schemeClr val="accent1"/>
              </a:buClr>
              <a:buSzPts val="5200"/>
              <a:buNone/>
              <a:defRPr sz="5200">
                <a:solidFill>
                  <a:schemeClr val="accent1"/>
                </a:solidFill>
              </a:defRPr>
            </a:lvl6pPr>
            <a:lvl7pPr lvl="6" rtl="0">
              <a:spcBef>
                <a:spcPts val="0"/>
              </a:spcBef>
              <a:spcAft>
                <a:spcPts val="0"/>
              </a:spcAft>
              <a:buClr>
                <a:schemeClr val="accent1"/>
              </a:buClr>
              <a:buSzPts val="5200"/>
              <a:buNone/>
              <a:defRPr sz="5200">
                <a:solidFill>
                  <a:schemeClr val="accent1"/>
                </a:solidFill>
              </a:defRPr>
            </a:lvl7pPr>
            <a:lvl8pPr lvl="7" rtl="0">
              <a:spcBef>
                <a:spcPts val="0"/>
              </a:spcBef>
              <a:spcAft>
                <a:spcPts val="0"/>
              </a:spcAft>
              <a:buClr>
                <a:schemeClr val="accent1"/>
              </a:buClr>
              <a:buSzPts val="5200"/>
              <a:buNone/>
              <a:defRPr sz="5200">
                <a:solidFill>
                  <a:schemeClr val="accent1"/>
                </a:solidFill>
              </a:defRPr>
            </a:lvl8pPr>
            <a:lvl9pPr lvl="8" rtl="0">
              <a:spcBef>
                <a:spcPts val="0"/>
              </a:spcBef>
              <a:spcAft>
                <a:spcPts val="0"/>
              </a:spcAft>
              <a:buClr>
                <a:schemeClr val="accent1"/>
              </a:buClr>
              <a:buSzPts val="5200"/>
              <a:buNone/>
              <a:defRPr sz="5200">
                <a:solidFill>
                  <a:schemeClr val="accen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LUMNS 2">
  <p:cSld name="TITLE_1_1_1_1">
    <p:bg>
      <p:bgPr>
        <a:gradFill>
          <a:gsLst>
            <a:gs pos="0">
              <a:srgbClr val="052643"/>
            </a:gs>
            <a:gs pos="100000">
              <a:srgbClr val="041523"/>
            </a:gs>
          </a:gsLst>
          <a:path path="circle">
            <a:fillToRect l="50000" t="50000" r="50000" b="50000"/>
          </a:path>
          <a:tileRect/>
        </a:gradFill>
        <a:effectLst/>
      </p:bgPr>
    </p:bg>
    <p:spTree>
      <p:nvGrpSpPr>
        <p:cNvPr id="1" name="Shape 51"/>
        <p:cNvGrpSpPr/>
        <p:nvPr/>
      </p:nvGrpSpPr>
      <p:grpSpPr>
        <a:xfrm>
          <a:off x="0" y="0"/>
          <a:ext cx="0" cy="0"/>
          <a:chOff x="0" y="0"/>
          <a:chExt cx="0" cy="0"/>
        </a:xfrm>
      </p:grpSpPr>
      <p:sp>
        <p:nvSpPr>
          <p:cNvPr id="52" name="Google Shape;52;p8"/>
          <p:cNvSpPr txBox="1">
            <a:spLocks noGrp="1"/>
          </p:cNvSpPr>
          <p:nvPr>
            <p:ph type="ctrTitle"/>
          </p:nvPr>
        </p:nvSpPr>
        <p:spPr>
          <a:xfrm>
            <a:off x="5393881" y="2071888"/>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3" name="Google Shape;53;p8"/>
          <p:cNvSpPr txBox="1">
            <a:spLocks noGrp="1"/>
          </p:cNvSpPr>
          <p:nvPr>
            <p:ph type="ctrTitle" idx="2"/>
          </p:nvPr>
        </p:nvSpPr>
        <p:spPr>
          <a:xfrm>
            <a:off x="5393881" y="3474575"/>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4" name="Google Shape;54;p8"/>
          <p:cNvSpPr txBox="1">
            <a:spLocks noGrp="1"/>
          </p:cNvSpPr>
          <p:nvPr>
            <p:ph type="ctrTitle" idx="3"/>
          </p:nvPr>
        </p:nvSpPr>
        <p:spPr>
          <a:xfrm>
            <a:off x="5393881" y="2773231"/>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5" name="Google Shape;55;p8"/>
          <p:cNvSpPr txBox="1">
            <a:spLocks noGrp="1"/>
          </p:cNvSpPr>
          <p:nvPr>
            <p:ph type="ctrTitle" idx="4"/>
          </p:nvPr>
        </p:nvSpPr>
        <p:spPr>
          <a:xfrm>
            <a:off x="256200" y="637927"/>
            <a:ext cx="7833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Font typeface="Roboto Black"/>
              <a:buNone/>
              <a:defRPr sz="3000" b="0">
                <a:latin typeface="Roboto Black"/>
                <a:ea typeface="Roboto Black"/>
                <a:cs typeface="Roboto Black"/>
                <a:sym typeface="Roboto Black"/>
              </a:defRPr>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IMAGE">
  <p:cSld name="TITLE_1_1_2_1">
    <p:bg>
      <p:bgPr>
        <a:gradFill>
          <a:gsLst>
            <a:gs pos="0">
              <a:srgbClr val="052643"/>
            </a:gs>
            <a:gs pos="100000">
              <a:srgbClr val="041523"/>
            </a:gs>
          </a:gsLst>
          <a:path path="circle">
            <a:fillToRect l="50000" t="50000" r="50000" b="50000"/>
          </a:path>
          <a:tileRect/>
        </a:gradFill>
        <a:effectLst/>
      </p:bgPr>
    </p:bg>
    <p:spTree>
      <p:nvGrpSpPr>
        <p:cNvPr id="1" name="Shape 64"/>
        <p:cNvGrpSpPr/>
        <p:nvPr/>
      </p:nvGrpSpPr>
      <p:grpSpPr>
        <a:xfrm>
          <a:off x="0" y="0"/>
          <a:ext cx="0" cy="0"/>
          <a:chOff x="0" y="0"/>
          <a:chExt cx="0" cy="0"/>
        </a:xfrm>
      </p:grpSpPr>
      <p:sp>
        <p:nvSpPr>
          <p:cNvPr id="65" name="Google Shape;65;p10"/>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Font typeface="Roboto Black"/>
              <a:buNone/>
              <a:defRPr sz="3000" b="0">
                <a:latin typeface="Roboto Black"/>
                <a:ea typeface="Roboto Black"/>
                <a:cs typeface="Roboto Black"/>
                <a:sym typeface="Roboto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GRAPHIC">
  <p:cSld name="TITLE_1_1_1_2">
    <p:bg>
      <p:bgPr>
        <a:gradFill>
          <a:gsLst>
            <a:gs pos="0">
              <a:srgbClr val="052643"/>
            </a:gs>
            <a:gs pos="100000">
              <a:srgbClr val="041523"/>
            </a:gs>
          </a:gsLst>
          <a:path path="circle">
            <a:fillToRect l="50000" t="50000" r="50000" b="50000"/>
          </a:path>
          <a:tileRect/>
        </a:gradFill>
        <a:effectLst/>
      </p:bgPr>
    </p:bg>
    <p:spTree>
      <p:nvGrpSpPr>
        <p:cNvPr id="1" name="Shape 74"/>
        <p:cNvGrpSpPr/>
        <p:nvPr/>
      </p:nvGrpSpPr>
      <p:grpSpPr>
        <a:xfrm>
          <a:off x="0" y="0"/>
          <a:ext cx="0" cy="0"/>
          <a:chOff x="0" y="0"/>
          <a:chExt cx="0" cy="0"/>
        </a:xfrm>
      </p:grpSpPr>
      <p:sp>
        <p:nvSpPr>
          <p:cNvPr id="75" name="Google Shape;75;p12"/>
          <p:cNvSpPr txBox="1">
            <a:spLocks noGrp="1"/>
          </p:cNvSpPr>
          <p:nvPr>
            <p:ph type="ctrTitle"/>
          </p:nvPr>
        </p:nvSpPr>
        <p:spPr>
          <a:xfrm>
            <a:off x="5822506" y="251956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SzPts val="1100"/>
              <a:buFont typeface="Roboto Black"/>
              <a:buNone/>
              <a:defRPr sz="1100" b="0">
                <a:latin typeface="Roboto Black"/>
                <a:ea typeface="Roboto Black"/>
                <a:cs typeface="Roboto Black"/>
                <a:sym typeface="Roboto Black"/>
              </a:defRPr>
            </a:lvl1pPr>
            <a:lvl2pPr lvl="1" rtl="0">
              <a:spcBef>
                <a:spcPts val="0"/>
              </a:spcBef>
              <a:spcAft>
                <a:spcPts val="0"/>
              </a:spcAft>
              <a:buSzPts val="1100"/>
              <a:buFont typeface="Roboto Black"/>
              <a:buNone/>
              <a:defRPr sz="1100" b="0">
                <a:latin typeface="Roboto Black"/>
                <a:ea typeface="Roboto Black"/>
                <a:cs typeface="Roboto Black"/>
                <a:sym typeface="Roboto Black"/>
              </a:defRPr>
            </a:lvl2pPr>
            <a:lvl3pPr lvl="2" rtl="0">
              <a:spcBef>
                <a:spcPts val="0"/>
              </a:spcBef>
              <a:spcAft>
                <a:spcPts val="0"/>
              </a:spcAft>
              <a:buSzPts val="1100"/>
              <a:buFont typeface="Roboto Black"/>
              <a:buNone/>
              <a:defRPr sz="1100" b="0">
                <a:latin typeface="Roboto Black"/>
                <a:ea typeface="Roboto Black"/>
                <a:cs typeface="Roboto Black"/>
                <a:sym typeface="Roboto Black"/>
              </a:defRPr>
            </a:lvl3pPr>
            <a:lvl4pPr lvl="3" rtl="0">
              <a:spcBef>
                <a:spcPts val="0"/>
              </a:spcBef>
              <a:spcAft>
                <a:spcPts val="0"/>
              </a:spcAft>
              <a:buSzPts val="1100"/>
              <a:buFont typeface="Roboto Black"/>
              <a:buNone/>
              <a:defRPr sz="1100" b="0">
                <a:latin typeface="Roboto Black"/>
                <a:ea typeface="Roboto Black"/>
                <a:cs typeface="Roboto Black"/>
                <a:sym typeface="Roboto Black"/>
              </a:defRPr>
            </a:lvl4pPr>
            <a:lvl5pPr lvl="4" rtl="0">
              <a:spcBef>
                <a:spcPts val="0"/>
              </a:spcBef>
              <a:spcAft>
                <a:spcPts val="0"/>
              </a:spcAft>
              <a:buSzPts val="1100"/>
              <a:buFont typeface="Roboto Black"/>
              <a:buNone/>
              <a:defRPr sz="1100" b="0">
                <a:latin typeface="Roboto Black"/>
                <a:ea typeface="Roboto Black"/>
                <a:cs typeface="Roboto Black"/>
                <a:sym typeface="Roboto Black"/>
              </a:defRPr>
            </a:lvl5pPr>
            <a:lvl6pPr lvl="5" rtl="0">
              <a:spcBef>
                <a:spcPts val="0"/>
              </a:spcBef>
              <a:spcAft>
                <a:spcPts val="0"/>
              </a:spcAft>
              <a:buSzPts val="1100"/>
              <a:buFont typeface="Roboto Black"/>
              <a:buNone/>
              <a:defRPr sz="1100" b="0">
                <a:latin typeface="Roboto Black"/>
                <a:ea typeface="Roboto Black"/>
                <a:cs typeface="Roboto Black"/>
                <a:sym typeface="Roboto Black"/>
              </a:defRPr>
            </a:lvl6pPr>
            <a:lvl7pPr lvl="6" rtl="0">
              <a:spcBef>
                <a:spcPts val="0"/>
              </a:spcBef>
              <a:spcAft>
                <a:spcPts val="0"/>
              </a:spcAft>
              <a:buSzPts val="1100"/>
              <a:buFont typeface="Roboto Black"/>
              <a:buNone/>
              <a:defRPr sz="1100" b="0">
                <a:latin typeface="Roboto Black"/>
                <a:ea typeface="Roboto Black"/>
                <a:cs typeface="Roboto Black"/>
                <a:sym typeface="Roboto Black"/>
              </a:defRPr>
            </a:lvl7pPr>
            <a:lvl8pPr lvl="7" rtl="0">
              <a:spcBef>
                <a:spcPts val="0"/>
              </a:spcBef>
              <a:spcAft>
                <a:spcPts val="0"/>
              </a:spcAft>
              <a:buSzPts val="1100"/>
              <a:buFont typeface="Roboto Black"/>
              <a:buNone/>
              <a:defRPr sz="1100" b="0">
                <a:latin typeface="Roboto Black"/>
                <a:ea typeface="Roboto Black"/>
                <a:cs typeface="Roboto Black"/>
                <a:sym typeface="Roboto Black"/>
              </a:defRPr>
            </a:lvl8pPr>
            <a:lvl9pPr lvl="8" rtl="0">
              <a:spcBef>
                <a:spcPts val="0"/>
              </a:spcBef>
              <a:spcAft>
                <a:spcPts val="0"/>
              </a:spcAft>
              <a:buSzPts val="1100"/>
              <a:buFont typeface="Roboto Black"/>
              <a:buNone/>
              <a:defRPr sz="1100" b="0">
                <a:latin typeface="Roboto Black"/>
                <a:ea typeface="Roboto Black"/>
                <a:cs typeface="Roboto Black"/>
                <a:sym typeface="Roboto Black"/>
              </a:defRPr>
            </a:lvl9pPr>
          </a:lstStyle>
          <a:p>
            <a:endParaRPr/>
          </a:p>
        </p:txBody>
      </p:sp>
      <p:sp>
        <p:nvSpPr>
          <p:cNvPr id="76" name="Google Shape;76;p12"/>
          <p:cNvSpPr txBox="1">
            <a:spLocks noGrp="1"/>
          </p:cNvSpPr>
          <p:nvPr>
            <p:ph type="ctrTitle" idx="2"/>
          </p:nvPr>
        </p:nvSpPr>
        <p:spPr>
          <a:xfrm>
            <a:off x="5822506" y="394341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SzPts val="1100"/>
              <a:buFont typeface="Roboto Black"/>
              <a:buNone/>
              <a:defRPr sz="1100" b="0">
                <a:latin typeface="Roboto Black"/>
                <a:ea typeface="Roboto Black"/>
                <a:cs typeface="Roboto Black"/>
                <a:sym typeface="Roboto Black"/>
              </a:defRPr>
            </a:lvl1pPr>
            <a:lvl2pPr lvl="1" rtl="0">
              <a:spcBef>
                <a:spcPts val="0"/>
              </a:spcBef>
              <a:spcAft>
                <a:spcPts val="0"/>
              </a:spcAft>
              <a:buSzPts val="1100"/>
              <a:buFont typeface="Roboto Black"/>
              <a:buNone/>
              <a:defRPr sz="1100" b="0">
                <a:latin typeface="Roboto Black"/>
                <a:ea typeface="Roboto Black"/>
                <a:cs typeface="Roboto Black"/>
                <a:sym typeface="Roboto Black"/>
              </a:defRPr>
            </a:lvl2pPr>
            <a:lvl3pPr lvl="2" rtl="0">
              <a:spcBef>
                <a:spcPts val="0"/>
              </a:spcBef>
              <a:spcAft>
                <a:spcPts val="0"/>
              </a:spcAft>
              <a:buSzPts val="1100"/>
              <a:buFont typeface="Roboto Black"/>
              <a:buNone/>
              <a:defRPr sz="1100" b="0">
                <a:latin typeface="Roboto Black"/>
                <a:ea typeface="Roboto Black"/>
                <a:cs typeface="Roboto Black"/>
                <a:sym typeface="Roboto Black"/>
              </a:defRPr>
            </a:lvl3pPr>
            <a:lvl4pPr lvl="3" rtl="0">
              <a:spcBef>
                <a:spcPts val="0"/>
              </a:spcBef>
              <a:spcAft>
                <a:spcPts val="0"/>
              </a:spcAft>
              <a:buSzPts val="1100"/>
              <a:buFont typeface="Roboto Black"/>
              <a:buNone/>
              <a:defRPr sz="1100" b="0">
                <a:latin typeface="Roboto Black"/>
                <a:ea typeface="Roboto Black"/>
                <a:cs typeface="Roboto Black"/>
                <a:sym typeface="Roboto Black"/>
              </a:defRPr>
            </a:lvl4pPr>
            <a:lvl5pPr lvl="4" rtl="0">
              <a:spcBef>
                <a:spcPts val="0"/>
              </a:spcBef>
              <a:spcAft>
                <a:spcPts val="0"/>
              </a:spcAft>
              <a:buSzPts val="1100"/>
              <a:buFont typeface="Roboto Black"/>
              <a:buNone/>
              <a:defRPr sz="1100" b="0">
                <a:latin typeface="Roboto Black"/>
                <a:ea typeface="Roboto Black"/>
                <a:cs typeface="Roboto Black"/>
                <a:sym typeface="Roboto Black"/>
              </a:defRPr>
            </a:lvl5pPr>
            <a:lvl6pPr lvl="5" rtl="0">
              <a:spcBef>
                <a:spcPts val="0"/>
              </a:spcBef>
              <a:spcAft>
                <a:spcPts val="0"/>
              </a:spcAft>
              <a:buSzPts val="1100"/>
              <a:buFont typeface="Roboto Black"/>
              <a:buNone/>
              <a:defRPr sz="1100" b="0">
                <a:latin typeface="Roboto Black"/>
                <a:ea typeface="Roboto Black"/>
                <a:cs typeface="Roboto Black"/>
                <a:sym typeface="Roboto Black"/>
              </a:defRPr>
            </a:lvl6pPr>
            <a:lvl7pPr lvl="6" rtl="0">
              <a:spcBef>
                <a:spcPts val="0"/>
              </a:spcBef>
              <a:spcAft>
                <a:spcPts val="0"/>
              </a:spcAft>
              <a:buSzPts val="1100"/>
              <a:buFont typeface="Roboto Black"/>
              <a:buNone/>
              <a:defRPr sz="1100" b="0">
                <a:latin typeface="Roboto Black"/>
                <a:ea typeface="Roboto Black"/>
                <a:cs typeface="Roboto Black"/>
                <a:sym typeface="Roboto Black"/>
              </a:defRPr>
            </a:lvl7pPr>
            <a:lvl8pPr lvl="7" rtl="0">
              <a:spcBef>
                <a:spcPts val="0"/>
              </a:spcBef>
              <a:spcAft>
                <a:spcPts val="0"/>
              </a:spcAft>
              <a:buSzPts val="1100"/>
              <a:buFont typeface="Roboto Black"/>
              <a:buNone/>
              <a:defRPr sz="1100" b="0">
                <a:latin typeface="Roboto Black"/>
                <a:ea typeface="Roboto Black"/>
                <a:cs typeface="Roboto Black"/>
                <a:sym typeface="Roboto Black"/>
              </a:defRPr>
            </a:lvl8pPr>
            <a:lvl9pPr lvl="8" rtl="0">
              <a:spcBef>
                <a:spcPts val="0"/>
              </a:spcBef>
              <a:spcAft>
                <a:spcPts val="0"/>
              </a:spcAft>
              <a:buSzPts val="1100"/>
              <a:buFont typeface="Roboto Black"/>
              <a:buNone/>
              <a:defRPr sz="1100" b="0">
                <a:latin typeface="Roboto Black"/>
                <a:ea typeface="Roboto Black"/>
                <a:cs typeface="Roboto Black"/>
                <a:sym typeface="Roboto Black"/>
              </a:defRPr>
            </a:lvl9pPr>
          </a:lstStyle>
          <a:p>
            <a:endParaRPr/>
          </a:p>
        </p:txBody>
      </p:sp>
      <p:sp>
        <p:nvSpPr>
          <p:cNvPr id="77" name="Google Shape;77;p12"/>
          <p:cNvSpPr txBox="1">
            <a:spLocks noGrp="1"/>
          </p:cNvSpPr>
          <p:nvPr>
            <p:ph type="ctrTitle" idx="3"/>
          </p:nvPr>
        </p:nvSpPr>
        <p:spPr>
          <a:xfrm>
            <a:off x="5822506" y="3231488"/>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SzPts val="1100"/>
              <a:buFont typeface="Roboto Black"/>
              <a:buNone/>
              <a:defRPr sz="1100" b="0">
                <a:latin typeface="Roboto Black"/>
                <a:ea typeface="Roboto Black"/>
                <a:cs typeface="Roboto Black"/>
                <a:sym typeface="Roboto Black"/>
              </a:defRPr>
            </a:lvl1pPr>
            <a:lvl2pPr lvl="1" rtl="0">
              <a:spcBef>
                <a:spcPts val="0"/>
              </a:spcBef>
              <a:spcAft>
                <a:spcPts val="0"/>
              </a:spcAft>
              <a:buSzPts val="1100"/>
              <a:buFont typeface="Roboto Black"/>
              <a:buNone/>
              <a:defRPr sz="1100" b="0">
                <a:latin typeface="Roboto Black"/>
                <a:ea typeface="Roboto Black"/>
                <a:cs typeface="Roboto Black"/>
                <a:sym typeface="Roboto Black"/>
              </a:defRPr>
            </a:lvl2pPr>
            <a:lvl3pPr lvl="2" rtl="0">
              <a:spcBef>
                <a:spcPts val="0"/>
              </a:spcBef>
              <a:spcAft>
                <a:spcPts val="0"/>
              </a:spcAft>
              <a:buSzPts val="1100"/>
              <a:buFont typeface="Roboto Black"/>
              <a:buNone/>
              <a:defRPr sz="1100" b="0">
                <a:latin typeface="Roboto Black"/>
                <a:ea typeface="Roboto Black"/>
                <a:cs typeface="Roboto Black"/>
                <a:sym typeface="Roboto Black"/>
              </a:defRPr>
            </a:lvl3pPr>
            <a:lvl4pPr lvl="3" rtl="0">
              <a:spcBef>
                <a:spcPts val="0"/>
              </a:spcBef>
              <a:spcAft>
                <a:spcPts val="0"/>
              </a:spcAft>
              <a:buSzPts val="1100"/>
              <a:buFont typeface="Roboto Black"/>
              <a:buNone/>
              <a:defRPr sz="1100" b="0">
                <a:latin typeface="Roboto Black"/>
                <a:ea typeface="Roboto Black"/>
                <a:cs typeface="Roboto Black"/>
                <a:sym typeface="Roboto Black"/>
              </a:defRPr>
            </a:lvl4pPr>
            <a:lvl5pPr lvl="4" rtl="0">
              <a:spcBef>
                <a:spcPts val="0"/>
              </a:spcBef>
              <a:spcAft>
                <a:spcPts val="0"/>
              </a:spcAft>
              <a:buSzPts val="1100"/>
              <a:buFont typeface="Roboto Black"/>
              <a:buNone/>
              <a:defRPr sz="1100" b="0">
                <a:latin typeface="Roboto Black"/>
                <a:ea typeface="Roboto Black"/>
                <a:cs typeface="Roboto Black"/>
                <a:sym typeface="Roboto Black"/>
              </a:defRPr>
            </a:lvl5pPr>
            <a:lvl6pPr lvl="5" rtl="0">
              <a:spcBef>
                <a:spcPts val="0"/>
              </a:spcBef>
              <a:spcAft>
                <a:spcPts val="0"/>
              </a:spcAft>
              <a:buSzPts val="1100"/>
              <a:buFont typeface="Roboto Black"/>
              <a:buNone/>
              <a:defRPr sz="1100" b="0">
                <a:latin typeface="Roboto Black"/>
                <a:ea typeface="Roboto Black"/>
                <a:cs typeface="Roboto Black"/>
                <a:sym typeface="Roboto Black"/>
              </a:defRPr>
            </a:lvl6pPr>
            <a:lvl7pPr lvl="6" rtl="0">
              <a:spcBef>
                <a:spcPts val="0"/>
              </a:spcBef>
              <a:spcAft>
                <a:spcPts val="0"/>
              </a:spcAft>
              <a:buSzPts val="1100"/>
              <a:buFont typeface="Roboto Black"/>
              <a:buNone/>
              <a:defRPr sz="1100" b="0">
                <a:latin typeface="Roboto Black"/>
                <a:ea typeface="Roboto Black"/>
                <a:cs typeface="Roboto Black"/>
                <a:sym typeface="Roboto Black"/>
              </a:defRPr>
            </a:lvl7pPr>
            <a:lvl8pPr lvl="7" rtl="0">
              <a:spcBef>
                <a:spcPts val="0"/>
              </a:spcBef>
              <a:spcAft>
                <a:spcPts val="0"/>
              </a:spcAft>
              <a:buSzPts val="1100"/>
              <a:buFont typeface="Roboto Black"/>
              <a:buNone/>
              <a:defRPr sz="1100" b="0">
                <a:latin typeface="Roboto Black"/>
                <a:ea typeface="Roboto Black"/>
                <a:cs typeface="Roboto Black"/>
                <a:sym typeface="Roboto Black"/>
              </a:defRPr>
            </a:lvl8pPr>
            <a:lvl9pPr lvl="8" rtl="0">
              <a:spcBef>
                <a:spcPts val="0"/>
              </a:spcBef>
              <a:spcAft>
                <a:spcPts val="0"/>
              </a:spcAft>
              <a:buSzPts val="1100"/>
              <a:buFont typeface="Roboto Black"/>
              <a:buNone/>
              <a:defRPr sz="1100" b="0">
                <a:latin typeface="Roboto Black"/>
                <a:ea typeface="Roboto Black"/>
                <a:cs typeface="Roboto Black"/>
                <a:sym typeface="Roboto Black"/>
              </a:defRPr>
            </a:lvl9pPr>
          </a:lstStyle>
          <a:p>
            <a:endParaRPr/>
          </a:p>
        </p:txBody>
      </p:sp>
      <p:sp>
        <p:nvSpPr>
          <p:cNvPr id="78" name="Google Shape;78;p12"/>
          <p:cNvSpPr txBox="1">
            <a:spLocks noGrp="1"/>
          </p:cNvSpPr>
          <p:nvPr>
            <p:ph type="title" idx="4" hasCustomPrompt="1"/>
          </p:nvPr>
        </p:nvSpPr>
        <p:spPr>
          <a:xfrm>
            <a:off x="5822506" y="1971825"/>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9pPr>
          </a:lstStyle>
          <a:p>
            <a:r>
              <a:t>xx%</a:t>
            </a:r>
          </a:p>
        </p:txBody>
      </p:sp>
      <p:sp>
        <p:nvSpPr>
          <p:cNvPr id="79" name="Google Shape;79;p12"/>
          <p:cNvSpPr txBox="1">
            <a:spLocks noGrp="1"/>
          </p:cNvSpPr>
          <p:nvPr>
            <p:ph type="title" idx="5" hasCustomPrompt="1"/>
          </p:nvPr>
        </p:nvSpPr>
        <p:spPr>
          <a:xfrm>
            <a:off x="5822506" y="2712375"/>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9pPr>
          </a:lstStyle>
          <a:p>
            <a:r>
              <a:t>xx%</a:t>
            </a:r>
          </a:p>
        </p:txBody>
      </p:sp>
      <p:sp>
        <p:nvSpPr>
          <p:cNvPr id="80" name="Google Shape;80;p12"/>
          <p:cNvSpPr txBox="1">
            <a:spLocks noGrp="1"/>
          </p:cNvSpPr>
          <p:nvPr>
            <p:ph type="title" idx="6" hasCustomPrompt="1"/>
          </p:nvPr>
        </p:nvSpPr>
        <p:spPr>
          <a:xfrm>
            <a:off x="5822506" y="3442200"/>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2400"/>
              <a:buFont typeface="Roboto Black"/>
              <a:buNone/>
              <a:defRPr sz="2400" b="0">
                <a:solidFill>
                  <a:schemeClr val="accent1"/>
                </a:solidFill>
                <a:latin typeface="Roboto Black"/>
                <a:ea typeface="Roboto Black"/>
                <a:cs typeface="Roboto Black"/>
                <a:sym typeface="Roboto Black"/>
              </a:defRPr>
            </a:lvl9pPr>
          </a:lstStyle>
          <a:p>
            <a:r>
              <a:t>xx%</a:t>
            </a:r>
          </a:p>
        </p:txBody>
      </p:sp>
      <p:sp>
        <p:nvSpPr>
          <p:cNvPr id="81" name="Google Shape;81;p12"/>
          <p:cNvSpPr txBox="1">
            <a:spLocks noGrp="1"/>
          </p:cNvSpPr>
          <p:nvPr>
            <p:ph type="ctrTitle" idx="7"/>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Font typeface="Roboto Black"/>
              <a:buNone/>
              <a:defRPr sz="3000" b="0">
                <a:latin typeface="Roboto Black"/>
                <a:ea typeface="Roboto Black"/>
                <a:cs typeface="Roboto Black"/>
                <a:sym typeface="Roboto Black"/>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TITLE_1_1_1_2_2_1_1">
    <p:bg>
      <p:bgPr>
        <a:gradFill>
          <a:gsLst>
            <a:gs pos="0">
              <a:srgbClr val="052643"/>
            </a:gs>
            <a:gs pos="100000">
              <a:srgbClr val="041523"/>
            </a:gs>
          </a:gsLst>
          <a:path path="circle">
            <a:fillToRect l="50000" t="50000" r="50000" b="50000"/>
          </a:path>
          <a:tileRect/>
        </a:gradFill>
        <a:effectLst/>
      </p:bgPr>
    </p:bg>
    <p:spTree>
      <p:nvGrpSpPr>
        <p:cNvPr id="1" name="Shape 84"/>
        <p:cNvGrpSpPr/>
        <p:nvPr/>
      </p:nvGrpSpPr>
      <p:grpSpPr>
        <a:xfrm>
          <a:off x="0" y="0"/>
          <a:ext cx="0" cy="0"/>
          <a:chOff x="0" y="0"/>
          <a:chExt cx="0" cy="0"/>
        </a:xfrm>
      </p:grpSpPr>
      <p:sp>
        <p:nvSpPr>
          <p:cNvPr id="85" name="Google Shape;85;p14"/>
          <p:cNvSpPr/>
          <p:nvPr/>
        </p:nvSpPr>
        <p:spPr>
          <a:xfrm>
            <a:off x="3681325" y="543450"/>
            <a:ext cx="5803500" cy="4056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endParaRPr>
          </a:p>
        </p:txBody>
      </p:sp>
      <p:sp>
        <p:nvSpPr>
          <p:cNvPr id="86" name="Google Shape;86;p14"/>
          <p:cNvSpPr txBox="1">
            <a:spLocks noGrp="1"/>
          </p:cNvSpPr>
          <p:nvPr>
            <p:ph type="ctrTitle"/>
          </p:nvPr>
        </p:nvSpPr>
        <p:spPr>
          <a:xfrm>
            <a:off x="3986575" y="1429225"/>
            <a:ext cx="35781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E2A47"/>
              </a:buClr>
              <a:buSzPts val="3000"/>
              <a:buFont typeface="Roboto Black"/>
              <a:buNone/>
              <a:defRPr sz="3000" b="0">
                <a:solidFill>
                  <a:srgbClr val="0E2A47"/>
                </a:solidFill>
                <a:latin typeface="Roboto Black"/>
                <a:ea typeface="Roboto Black"/>
                <a:cs typeface="Roboto Black"/>
                <a:sym typeface="Roboto Black"/>
              </a:defRPr>
            </a:lvl1pPr>
            <a:lvl2pPr lvl="1" algn="ctr" rtl="0">
              <a:spcBef>
                <a:spcPts val="0"/>
              </a:spcBef>
              <a:spcAft>
                <a:spcPts val="0"/>
              </a:spcAft>
              <a:buClr>
                <a:srgbClr val="0E2A47"/>
              </a:buClr>
              <a:buSzPts val="5200"/>
              <a:buNone/>
              <a:defRPr sz="5200">
                <a:solidFill>
                  <a:srgbClr val="0E2A47"/>
                </a:solidFill>
              </a:defRPr>
            </a:lvl2pPr>
            <a:lvl3pPr lvl="2" algn="ctr" rtl="0">
              <a:spcBef>
                <a:spcPts val="0"/>
              </a:spcBef>
              <a:spcAft>
                <a:spcPts val="0"/>
              </a:spcAft>
              <a:buClr>
                <a:srgbClr val="0E2A47"/>
              </a:buClr>
              <a:buSzPts val="5200"/>
              <a:buNone/>
              <a:defRPr sz="5200">
                <a:solidFill>
                  <a:srgbClr val="0E2A47"/>
                </a:solidFill>
              </a:defRPr>
            </a:lvl3pPr>
            <a:lvl4pPr lvl="3" algn="ctr" rtl="0">
              <a:spcBef>
                <a:spcPts val="0"/>
              </a:spcBef>
              <a:spcAft>
                <a:spcPts val="0"/>
              </a:spcAft>
              <a:buClr>
                <a:srgbClr val="0E2A47"/>
              </a:buClr>
              <a:buSzPts val="5200"/>
              <a:buNone/>
              <a:defRPr sz="5200">
                <a:solidFill>
                  <a:srgbClr val="0E2A47"/>
                </a:solidFill>
              </a:defRPr>
            </a:lvl4pPr>
            <a:lvl5pPr lvl="4" algn="ctr" rtl="0">
              <a:spcBef>
                <a:spcPts val="0"/>
              </a:spcBef>
              <a:spcAft>
                <a:spcPts val="0"/>
              </a:spcAft>
              <a:buClr>
                <a:srgbClr val="0E2A47"/>
              </a:buClr>
              <a:buSzPts val="5200"/>
              <a:buNone/>
              <a:defRPr sz="5200">
                <a:solidFill>
                  <a:srgbClr val="0E2A47"/>
                </a:solidFill>
              </a:defRPr>
            </a:lvl5pPr>
            <a:lvl6pPr lvl="5" algn="ctr" rtl="0">
              <a:spcBef>
                <a:spcPts val="0"/>
              </a:spcBef>
              <a:spcAft>
                <a:spcPts val="0"/>
              </a:spcAft>
              <a:buClr>
                <a:srgbClr val="0E2A47"/>
              </a:buClr>
              <a:buSzPts val="5200"/>
              <a:buNone/>
              <a:defRPr sz="5200">
                <a:solidFill>
                  <a:srgbClr val="0E2A47"/>
                </a:solidFill>
              </a:defRPr>
            </a:lvl6pPr>
            <a:lvl7pPr lvl="6" algn="ctr" rtl="0">
              <a:spcBef>
                <a:spcPts val="0"/>
              </a:spcBef>
              <a:spcAft>
                <a:spcPts val="0"/>
              </a:spcAft>
              <a:buClr>
                <a:srgbClr val="0E2A47"/>
              </a:buClr>
              <a:buSzPts val="5200"/>
              <a:buNone/>
              <a:defRPr sz="5200">
                <a:solidFill>
                  <a:srgbClr val="0E2A47"/>
                </a:solidFill>
              </a:defRPr>
            </a:lvl7pPr>
            <a:lvl8pPr lvl="7" algn="ctr" rtl="0">
              <a:spcBef>
                <a:spcPts val="0"/>
              </a:spcBef>
              <a:spcAft>
                <a:spcPts val="0"/>
              </a:spcAft>
              <a:buClr>
                <a:srgbClr val="0E2A47"/>
              </a:buClr>
              <a:buSzPts val="5200"/>
              <a:buNone/>
              <a:defRPr sz="5200">
                <a:solidFill>
                  <a:srgbClr val="0E2A47"/>
                </a:solidFill>
              </a:defRPr>
            </a:lvl8pPr>
            <a:lvl9pPr lvl="8" algn="ctr" rtl="0">
              <a:spcBef>
                <a:spcPts val="0"/>
              </a:spcBef>
              <a:spcAft>
                <a:spcPts val="0"/>
              </a:spcAft>
              <a:buClr>
                <a:srgbClr val="0E2A47"/>
              </a:buClr>
              <a:buSzPts val="5200"/>
              <a:buNone/>
              <a:defRPr sz="5200">
                <a:solidFill>
                  <a:srgbClr val="0E2A47"/>
                </a:solidFill>
              </a:defRPr>
            </a:lvl9pPr>
          </a:lstStyle>
          <a:p>
            <a:endParaRPr/>
          </a:p>
        </p:txBody>
      </p:sp>
      <p:sp>
        <p:nvSpPr>
          <p:cNvPr id="87" name="Google Shape;87;p14"/>
          <p:cNvSpPr txBox="1">
            <a:spLocks noGrp="1"/>
          </p:cNvSpPr>
          <p:nvPr>
            <p:ph type="subTitle" idx="1"/>
          </p:nvPr>
        </p:nvSpPr>
        <p:spPr>
          <a:xfrm>
            <a:off x="3986575" y="2421700"/>
            <a:ext cx="4470900" cy="187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0E2A47"/>
              </a:buClr>
              <a:buSzPts val="1000"/>
              <a:buNone/>
              <a:defRPr sz="1000">
                <a:solidFill>
                  <a:srgbClr val="0E2A47"/>
                </a:solidFill>
              </a:defRPr>
            </a:lvl1pPr>
            <a:lvl2pPr lvl="1"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2pPr>
            <a:lvl3pPr lvl="2"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3pPr>
            <a:lvl4pPr lvl="3"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4pPr>
            <a:lvl5pPr lvl="4"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5pPr>
            <a:lvl6pPr lvl="5"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6pPr>
            <a:lvl7pPr lvl="6"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7pPr>
            <a:lvl8pPr lvl="7"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8pPr>
            <a:lvl9pPr lvl="8" rtl="0">
              <a:lnSpc>
                <a:spcPct val="100000"/>
              </a:lnSpc>
              <a:spcBef>
                <a:spcPts val="0"/>
              </a:spcBef>
              <a:spcAft>
                <a:spcPts val="0"/>
              </a:spcAft>
              <a:buClr>
                <a:srgbClr val="0E2A47"/>
              </a:buClr>
              <a:buSzPts val="900"/>
              <a:buFont typeface="Roboto Thin"/>
              <a:buNone/>
              <a:defRPr sz="900">
                <a:solidFill>
                  <a:srgbClr val="0E2A47"/>
                </a:solidFill>
                <a:latin typeface="Roboto Thin"/>
                <a:ea typeface="Roboto Thin"/>
                <a:cs typeface="Roboto Thin"/>
                <a:sym typeface="Roboto Thin"/>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type="blank">
  <p:cSld name="BLANK">
    <p:bg>
      <p:bgPr>
        <a:solidFill>
          <a:schemeClr val="lt1"/>
        </a:solidFill>
        <a:effectLst/>
      </p:bgPr>
    </p:bg>
    <p:spTree>
      <p:nvGrpSpPr>
        <p:cNvPr id="1" name="Shape 96"/>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92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Roboto Black"/>
              <a:buNone/>
              <a:defRPr sz="2800">
                <a:solidFill>
                  <a:schemeClr val="lt1"/>
                </a:solidFill>
                <a:latin typeface="Roboto Black"/>
                <a:ea typeface="Roboto Black"/>
                <a:cs typeface="Roboto Black"/>
                <a:sym typeface="Roboto Black"/>
              </a:defRPr>
            </a:lvl1pPr>
            <a:lvl2pPr lvl="1">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2pPr>
            <a:lvl3pPr lvl="2">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3pPr>
            <a:lvl4pPr lvl="3">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4pPr>
            <a:lvl5pPr lvl="4">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5pPr>
            <a:lvl6pPr lvl="5">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6pPr>
            <a:lvl7pPr lvl="6">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7pPr>
            <a:lvl8pPr lvl="7">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8pPr>
            <a:lvl9pPr lvl="8">
              <a:spcBef>
                <a:spcPts val="0"/>
              </a:spcBef>
              <a:spcAft>
                <a:spcPts val="0"/>
              </a:spcAft>
              <a:buClr>
                <a:schemeClr val="lt1"/>
              </a:buClr>
              <a:buSzPts val="2800"/>
              <a:buFont typeface="Bree Serif"/>
              <a:buNone/>
              <a:defRPr sz="2800" b="1">
                <a:solidFill>
                  <a:schemeClr val="lt1"/>
                </a:solidFill>
                <a:latin typeface="Bree Serif"/>
                <a:ea typeface="Bree Serif"/>
                <a:cs typeface="Bree Serif"/>
                <a:sym typeface="Bree Serif"/>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Roboto Light"/>
              <a:buChar char="●"/>
              <a:defRPr sz="1800">
                <a:solidFill>
                  <a:schemeClr val="lt1"/>
                </a:solidFill>
                <a:latin typeface="Roboto Light"/>
                <a:ea typeface="Roboto Light"/>
                <a:cs typeface="Roboto Light"/>
                <a:sym typeface="Roboto Light"/>
              </a:defRPr>
            </a:lvl1pPr>
            <a:lvl2pPr marL="914400" lvl="1"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2pPr>
            <a:lvl3pPr marL="1371600" lvl="2"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3pPr>
            <a:lvl4pPr marL="1828800" lvl="3"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4pPr>
            <a:lvl5pPr marL="2286000" lvl="4"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5pPr>
            <a:lvl6pPr marL="2743200" lvl="5"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6pPr>
            <a:lvl7pPr marL="3200400" lvl="6"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7pPr>
            <a:lvl8pPr marL="3657600" lvl="7" indent="-317500">
              <a:lnSpc>
                <a:spcPct val="115000"/>
              </a:lnSpc>
              <a:spcBef>
                <a:spcPts val="1600"/>
              </a:spcBef>
              <a:spcAft>
                <a:spcPts val="0"/>
              </a:spcAft>
              <a:buClr>
                <a:schemeClr val="lt1"/>
              </a:buClr>
              <a:buSzPts val="1400"/>
              <a:buFont typeface="Roboto Light"/>
              <a:buChar char="○"/>
              <a:defRPr>
                <a:solidFill>
                  <a:schemeClr val="lt1"/>
                </a:solidFill>
                <a:latin typeface="Roboto Light"/>
                <a:ea typeface="Roboto Light"/>
                <a:cs typeface="Roboto Light"/>
                <a:sym typeface="Roboto Light"/>
              </a:defRPr>
            </a:lvl8pPr>
            <a:lvl9pPr marL="4114800" lvl="8" indent="-317500">
              <a:lnSpc>
                <a:spcPct val="115000"/>
              </a:lnSpc>
              <a:spcBef>
                <a:spcPts val="1600"/>
              </a:spcBef>
              <a:spcAft>
                <a:spcPts val="1600"/>
              </a:spcAft>
              <a:buClr>
                <a:schemeClr val="lt1"/>
              </a:buClr>
              <a:buSzPts val="1400"/>
              <a:buFont typeface="Roboto Light"/>
              <a:buChar char="■"/>
              <a:defRPr>
                <a:solidFill>
                  <a:schemeClr val="lt1"/>
                </a:solidFill>
                <a:latin typeface="Roboto Light"/>
                <a:ea typeface="Roboto Light"/>
                <a:cs typeface="Roboto Light"/>
                <a:sym typeface="Robot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4" r:id="rId5"/>
    <p:sldLayoutId id="2147483656" r:id="rId6"/>
    <p:sldLayoutId id="2147483658" r:id="rId7"/>
    <p:sldLayoutId id="2147483660" r:id="rId8"/>
    <p:sldLayoutId id="214748366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99" name="Google Shape;99;p1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s://docs.google.com/spreadsheets/d/12mBx505Mq6zjd_Zat4inPAY9FJ0xlr7LS3KQdEq9RPQ/copy"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docs.google.com/spreadsheets/d/12mBx505Mq6zjd_Zat4inPAY9FJ0xlr7LS3KQdEq9RPQ/copy"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mailto:addyouremail@freepik.com"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chrome.google.com/webstore/detail/flaticon-for-gsuit-gslide/haekgjfnhhdkgfgmldhfokhmfkgmciba" TargetMode="External"/><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ctrTitle"/>
          </p:nvPr>
        </p:nvSpPr>
        <p:spPr>
          <a:xfrm>
            <a:off x="5237375" y="525163"/>
            <a:ext cx="3129600" cy="81716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MX" sz="2000" dirty="0">
                <a:solidFill>
                  <a:schemeClr val="accent1"/>
                </a:solidFill>
              </a:rPr>
              <a:t>TRABAJO FINAL DE CURSO</a:t>
            </a:r>
            <a:endParaRPr sz="2000" dirty="0">
              <a:solidFill>
                <a:schemeClr val="accent1"/>
              </a:solidFill>
            </a:endParaRPr>
          </a:p>
        </p:txBody>
      </p:sp>
      <p:sp>
        <p:nvSpPr>
          <p:cNvPr id="110" name="Google Shape;110;p22"/>
          <p:cNvSpPr txBox="1">
            <a:spLocks noGrp="1"/>
          </p:cNvSpPr>
          <p:nvPr>
            <p:ph type="subTitle" idx="1"/>
          </p:nvPr>
        </p:nvSpPr>
        <p:spPr>
          <a:xfrm>
            <a:off x="5237375" y="4268401"/>
            <a:ext cx="3129600" cy="490888"/>
          </a:xfrm>
          <a:prstGeom prst="rect">
            <a:avLst/>
          </a:prstGeom>
        </p:spPr>
        <p:txBody>
          <a:bodyPr spcFirstLastPara="1" wrap="square" lIns="91425" tIns="91425" rIns="91425" bIns="91425" anchor="t" anchorCtr="0">
            <a:noAutofit/>
          </a:bodyPr>
          <a:lstStyle/>
          <a:p>
            <a:pPr marL="0" lvl="0" indent="0"/>
            <a:r>
              <a:rPr lang="pt-BR" dirty="0"/>
              <a:t>AI-900T00 Conceptos Básicos de IA en Microsoft Azure </a:t>
            </a:r>
            <a:endParaRPr dirty="0"/>
          </a:p>
        </p:txBody>
      </p:sp>
      <p:sp>
        <p:nvSpPr>
          <p:cNvPr id="111" name="Google Shape;111;p22"/>
          <p:cNvSpPr/>
          <p:nvPr/>
        </p:nvSpPr>
        <p:spPr>
          <a:xfrm>
            <a:off x="2238757" y="4488644"/>
            <a:ext cx="816022" cy="427879"/>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3470397" y="1215078"/>
            <a:ext cx="406499" cy="12724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3559034" y="1342660"/>
            <a:ext cx="229224" cy="91349"/>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3624733" y="1459947"/>
            <a:ext cx="114624" cy="98403"/>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3378712" y="1082122"/>
            <a:ext cx="589869" cy="163910"/>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26081" y="902208"/>
            <a:ext cx="3448945" cy="3969997"/>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36760" y="2657970"/>
            <a:ext cx="938276" cy="936765"/>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1655007" y="2725228"/>
            <a:ext cx="24" cy="24"/>
          </a:xfrm>
          <a:custGeom>
            <a:avLst/>
            <a:gdLst/>
            <a:ahLst/>
            <a:cxnLst/>
            <a:rect l="l" t="t" r="r" b="b"/>
            <a:pathLst>
              <a:path w="1" h="1" extrusionOk="0">
                <a:moveTo>
                  <a:pt x="1" y="0"/>
                </a:move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1031545" y="2553759"/>
            <a:ext cx="669341" cy="660798"/>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2"/>
          <p:cNvSpPr/>
          <p:nvPr/>
        </p:nvSpPr>
        <p:spPr>
          <a:xfrm>
            <a:off x="-1529537" y="1971857"/>
            <a:ext cx="426367" cy="424831"/>
          </a:xfrm>
          <a:custGeom>
            <a:avLst/>
            <a:gdLst/>
            <a:ahLst/>
            <a:cxnLst/>
            <a:rect l="l" t="t" r="r" b="b"/>
            <a:pathLst>
              <a:path w="17769" h="17705" extrusionOk="0">
                <a:moveTo>
                  <a:pt x="8916" y="2867"/>
                </a:moveTo>
                <a:cubicBezTo>
                  <a:pt x="9426" y="2867"/>
                  <a:pt x="9999" y="2930"/>
                  <a:pt x="10572" y="3058"/>
                </a:cubicBezTo>
                <a:cubicBezTo>
                  <a:pt x="13119" y="3822"/>
                  <a:pt x="14902" y="6178"/>
                  <a:pt x="14902" y="8853"/>
                </a:cubicBezTo>
                <a:cubicBezTo>
                  <a:pt x="14902" y="9426"/>
                  <a:pt x="14839" y="9936"/>
                  <a:pt x="14648" y="10509"/>
                </a:cubicBezTo>
                <a:cubicBezTo>
                  <a:pt x="13947" y="13056"/>
                  <a:pt x="11591" y="14839"/>
                  <a:pt x="8916" y="14839"/>
                </a:cubicBezTo>
                <a:cubicBezTo>
                  <a:pt x="5605" y="14839"/>
                  <a:pt x="2930" y="12164"/>
                  <a:pt x="2930" y="8853"/>
                </a:cubicBezTo>
                <a:cubicBezTo>
                  <a:pt x="2930" y="8280"/>
                  <a:pt x="2994" y="7770"/>
                  <a:pt x="3121" y="7197"/>
                </a:cubicBezTo>
                <a:cubicBezTo>
                  <a:pt x="3885" y="4650"/>
                  <a:pt x="6178" y="2867"/>
                  <a:pt x="8852" y="2867"/>
                </a:cubicBezTo>
                <a:close/>
                <a:moveTo>
                  <a:pt x="8343" y="1"/>
                </a:moveTo>
                <a:lnTo>
                  <a:pt x="8407" y="1083"/>
                </a:lnTo>
                <a:cubicBezTo>
                  <a:pt x="7260" y="1147"/>
                  <a:pt x="6114" y="1529"/>
                  <a:pt x="5095" y="2102"/>
                </a:cubicBezTo>
                <a:lnTo>
                  <a:pt x="4586" y="1083"/>
                </a:lnTo>
                <a:cubicBezTo>
                  <a:pt x="3694" y="1593"/>
                  <a:pt x="2930" y="2230"/>
                  <a:pt x="2293" y="2930"/>
                </a:cubicBezTo>
                <a:lnTo>
                  <a:pt x="3057" y="3695"/>
                </a:lnTo>
                <a:cubicBezTo>
                  <a:pt x="2293" y="4522"/>
                  <a:pt x="1720" y="5605"/>
                  <a:pt x="1401" y="6688"/>
                </a:cubicBezTo>
                <a:lnTo>
                  <a:pt x="319" y="6433"/>
                </a:lnTo>
                <a:cubicBezTo>
                  <a:pt x="128" y="7197"/>
                  <a:pt x="0" y="7961"/>
                  <a:pt x="0" y="8789"/>
                </a:cubicBezTo>
                <a:lnTo>
                  <a:pt x="0" y="9299"/>
                </a:lnTo>
                <a:lnTo>
                  <a:pt x="1083" y="9235"/>
                </a:lnTo>
                <a:cubicBezTo>
                  <a:pt x="1147" y="10445"/>
                  <a:pt x="1465" y="11528"/>
                  <a:pt x="2038" y="12610"/>
                </a:cubicBezTo>
                <a:lnTo>
                  <a:pt x="1083" y="13120"/>
                </a:lnTo>
                <a:cubicBezTo>
                  <a:pt x="1592" y="14011"/>
                  <a:pt x="2229" y="14776"/>
                  <a:pt x="2930" y="15412"/>
                </a:cubicBezTo>
                <a:lnTo>
                  <a:pt x="3694" y="14648"/>
                </a:lnTo>
                <a:cubicBezTo>
                  <a:pt x="4586" y="15412"/>
                  <a:pt x="5605" y="15986"/>
                  <a:pt x="6751" y="16304"/>
                </a:cubicBezTo>
                <a:lnTo>
                  <a:pt x="6432" y="17387"/>
                </a:lnTo>
                <a:cubicBezTo>
                  <a:pt x="7197" y="17578"/>
                  <a:pt x="8025" y="17705"/>
                  <a:pt x="8852" y="17705"/>
                </a:cubicBezTo>
                <a:lnTo>
                  <a:pt x="9362" y="17705"/>
                </a:lnTo>
                <a:lnTo>
                  <a:pt x="9298" y="16622"/>
                </a:lnTo>
                <a:cubicBezTo>
                  <a:pt x="10508" y="16559"/>
                  <a:pt x="11591" y="16177"/>
                  <a:pt x="12673" y="15603"/>
                </a:cubicBezTo>
                <a:lnTo>
                  <a:pt x="13183" y="16622"/>
                </a:lnTo>
                <a:cubicBezTo>
                  <a:pt x="14075" y="16113"/>
                  <a:pt x="14839" y="15476"/>
                  <a:pt x="15476" y="14712"/>
                </a:cubicBezTo>
                <a:lnTo>
                  <a:pt x="14711" y="14011"/>
                </a:lnTo>
                <a:cubicBezTo>
                  <a:pt x="15476" y="13120"/>
                  <a:pt x="16049" y="12101"/>
                  <a:pt x="16367" y="10954"/>
                </a:cubicBezTo>
                <a:lnTo>
                  <a:pt x="17450" y="11273"/>
                </a:lnTo>
                <a:cubicBezTo>
                  <a:pt x="17641" y="10509"/>
                  <a:pt x="17768" y="9681"/>
                  <a:pt x="17768" y="8853"/>
                </a:cubicBezTo>
                <a:lnTo>
                  <a:pt x="17768" y="8343"/>
                </a:lnTo>
                <a:lnTo>
                  <a:pt x="16686" y="8407"/>
                </a:lnTo>
                <a:cubicBezTo>
                  <a:pt x="16622" y="7261"/>
                  <a:pt x="16240" y="6115"/>
                  <a:pt x="15667" y="5096"/>
                </a:cubicBezTo>
                <a:lnTo>
                  <a:pt x="16686" y="4522"/>
                </a:lnTo>
                <a:cubicBezTo>
                  <a:pt x="16176" y="3695"/>
                  <a:pt x="15539" y="2867"/>
                  <a:pt x="14775" y="2230"/>
                </a:cubicBezTo>
                <a:lnTo>
                  <a:pt x="14075" y="2994"/>
                </a:lnTo>
                <a:cubicBezTo>
                  <a:pt x="13183" y="2230"/>
                  <a:pt x="12164" y="1657"/>
                  <a:pt x="11018" y="1338"/>
                </a:cubicBezTo>
                <a:lnTo>
                  <a:pt x="11336" y="319"/>
                </a:lnTo>
                <a:cubicBezTo>
                  <a:pt x="10508" y="65"/>
                  <a:pt x="9680" y="1"/>
                  <a:pt x="88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p:nvPr/>
        </p:nvSpPr>
        <p:spPr>
          <a:xfrm>
            <a:off x="-1075696" y="1926026"/>
            <a:ext cx="301065" cy="297994"/>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2"/>
          <p:cNvSpPr/>
          <p:nvPr/>
        </p:nvSpPr>
        <p:spPr>
          <a:xfrm>
            <a:off x="1994248" y="196727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2"/>
          <p:cNvSpPr/>
          <p:nvPr/>
        </p:nvSpPr>
        <p:spPr>
          <a:xfrm>
            <a:off x="1994248" y="209869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2"/>
          <p:cNvSpPr/>
          <p:nvPr/>
        </p:nvSpPr>
        <p:spPr>
          <a:xfrm>
            <a:off x="1994248" y="2230115"/>
            <a:ext cx="987178" cy="38224"/>
          </a:xfrm>
          <a:custGeom>
            <a:avLst/>
            <a:gdLst/>
            <a:ahLst/>
            <a:cxnLst/>
            <a:rect l="l" t="t" r="r" b="b"/>
            <a:pathLst>
              <a:path w="41141" h="1593" extrusionOk="0">
                <a:moveTo>
                  <a:pt x="1" y="0"/>
                </a:moveTo>
                <a:lnTo>
                  <a:pt x="1" y="1593"/>
                </a:lnTo>
                <a:lnTo>
                  <a:pt x="41140" y="1593"/>
                </a:lnTo>
                <a:lnTo>
                  <a:pt x="411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2"/>
          <p:cNvSpPr/>
          <p:nvPr/>
        </p:nvSpPr>
        <p:spPr>
          <a:xfrm>
            <a:off x="1994248" y="249446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2"/>
          <p:cNvSpPr/>
          <p:nvPr/>
        </p:nvSpPr>
        <p:spPr>
          <a:xfrm>
            <a:off x="1994248" y="262588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2"/>
          <p:cNvSpPr/>
          <p:nvPr/>
        </p:nvSpPr>
        <p:spPr>
          <a:xfrm>
            <a:off x="1994248" y="2888730"/>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2"/>
          <p:cNvSpPr/>
          <p:nvPr/>
        </p:nvSpPr>
        <p:spPr>
          <a:xfrm>
            <a:off x="1994248" y="3020150"/>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2"/>
          <p:cNvSpPr/>
          <p:nvPr/>
        </p:nvSpPr>
        <p:spPr>
          <a:xfrm>
            <a:off x="1994248" y="328296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2"/>
          <p:cNvSpPr/>
          <p:nvPr/>
        </p:nvSpPr>
        <p:spPr>
          <a:xfrm>
            <a:off x="58164" y="1967274"/>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2"/>
          <p:cNvSpPr/>
          <p:nvPr/>
        </p:nvSpPr>
        <p:spPr>
          <a:xfrm>
            <a:off x="58164" y="2098694"/>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2"/>
          <p:cNvSpPr/>
          <p:nvPr/>
        </p:nvSpPr>
        <p:spPr>
          <a:xfrm>
            <a:off x="58164" y="2363047"/>
            <a:ext cx="1147609" cy="38248"/>
          </a:xfrm>
          <a:custGeom>
            <a:avLst/>
            <a:gdLst/>
            <a:ahLst/>
            <a:cxnLst/>
            <a:rect l="l" t="t" r="r" b="b"/>
            <a:pathLst>
              <a:path w="47827" h="1594" extrusionOk="0">
                <a:moveTo>
                  <a:pt x="0" y="1"/>
                </a:moveTo>
                <a:lnTo>
                  <a:pt x="0" y="1593"/>
                </a:lnTo>
                <a:lnTo>
                  <a:pt x="47827" y="1593"/>
                </a:lnTo>
                <a:lnTo>
                  <a:pt x="478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2"/>
          <p:cNvSpPr/>
          <p:nvPr/>
        </p:nvSpPr>
        <p:spPr>
          <a:xfrm>
            <a:off x="2108848" y="1701385"/>
            <a:ext cx="701422" cy="114648"/>
          </a:xfrm>
          <a:custGeom>
            <a:avLst/>
            <a:gdLst/>
            <a:ahLst/>
            <a:cxnLst/>
            <a:rect l="l" t="t" r="r" b="b"/>
            <a:pathLst>
              <a:path w="29232" h="4778" extrusionOk="0">
                <a:moveTo>
                  <a:pt x="1" y="1"/>
                </a:moveTo>
                <a:lnTo>
                  <a:pt x="1" y="4777"/>
                </a:lnTo>
                <a:lnTo>
                  <a:pt x="29232" y="4777"/>
                </a:lnTo>
                <a:lnTo>
                  <a:pt x="292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2"/>
          <p:cNvSpPr/>
          <p:nvPr/>
        </p:nvSpPr>
        <p:spPr>
          <a:xfrm>
            <a:off x="560907" y="1701385"/>
            <a:ext cx="699886" cy="114648"/>
          </a:xfrm>
          <a:custGeom>
            <a:avLst/>
            <a:gdLst/>
            <a:ahLst/>
            <a:cxnLst/>
            <a:rect l="l" t="t" r="r" b="b"/>
            <a:pathLst>
              <a:path w="29168" h="4778" extrusionOk="0">
                <a:moveTo>
                  <a:pt x="0" y="1"/>
                </a:moveTo>
                <a:lnTo>
                  <a:pt x="0" y="4777"/>
                </a:lnTo>
                <a:lnTo>
                  <a:pt x="29167" y="4777"/>
                </a:lnTo>
                <a:lnTo>
                  <a:pt x="29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2"/>
          <p:cNvSpPr/>
          <p:nvPr/>
        </p:nvSpPr>
        <p:spPr>
          <a:xfrm>
            <a:off x="-1540239" y="2988045"/>
            <a:ext cx="735039" cy="1488386"/>
          </a:xfrm>
          <a:custGeom>
            <a:avLst/>
            <a:gdLst/>
            <a:ahLst/>
            <a:cxnLst/>
            <a:rect l="l" t="t" r="r" b="b"/>
            <a:pathLst>
              <a:path w="30633" h="62029" extrusionOk="0">
                <a:moveTo>
                  <a:pt x="17705" y="42924"/>
                </a:moveTo>
                <a:lnTo>
                  <a:pt x="17705" y="60437"/>
                </a:lnTo>
                <a:lnTo>
                  <a:pt x="12928" y="60437"/>
                </a:lnTo>
                <a:lnTo>
                  <a:pt x="12928" y="42924"/>
                </a:lnTo>
                <a:close/>
                <a:moveTo>
                  <a:pt x="15348" y="1"/>
                </a:moveTo>
                <a:cubicBezTo>
                  <a:pt x="7133" y="1"/>
                  <a:pt x="446" y="6496"/>
                  <a:pt x="192" y="14712"/>
                </a:cubicBezTo>
                <a:cubicBezTo>
                  <a:pt x="1" y="22927"/>
                  <a:pt x="6369" y="29741"/>
                  <a:pt x="14521" y="30187"/>
                </a:cubicBezTo>
                <a:lnTo>
                  <a:pt x="14521" y="41332"/>
                </a:lnTo>
                <a:lnTo>
                  <a:pt x="12164" y="41332"/>
                </a:lnTo>
                <a:cubicBezTo>
                  <a:pt x="11718" y="41332"/>
                  <a:pt x="11336" y="41714"/>
                  <a:pt x="11336" y="42159"/>
                </a:cubicBezTo>
                <a:lnTo>
                  <a:pt x="11336" y="61265"/>
                </a:lnTo>
                <a:cubicBezTo>
                  <a:pt x="11336" y="61710"/>
                  <a:pt x="11718" y="62029"/>
                  <a:pt x="12164" y="62029"/>
                </a:cubicBezTo>
                <a:lnTo>
                  <a:pt x="18533" y="62029"/>
                </a:lnTo>
                <a:cubicBezTo>
                  <a:pt x="18978" y="62029"/>
                  <a:pt x="19297" y="61710"/>
                  <a:pt x="19297" y="61265"/>
                </a:cubicBezTo>
                <a:lnTo>
                  <a:pt x="19297" y="42159"/>
                </a:lnTo>
                <a:cubicBezTo>
                  <a:pt x="19297" y="41714"/>
                  <a:pt x="18978" y="41332"/>
                  <a:pt x="18533" y="41332"/>
                </a:cubicBezTo>
                <a:lnTo>
                  <a:pt x="16113" y="41332"/>
                </a:lnTo>
                <a:lnTo>
                  <a:pt x="16113" y="30187"/>
                </a:lnTo>
                <a:cubicBezTo>
                  <a:pt x="24328" y="29741"/>
                  <a:pt x="30633" y="22927"/>
                  <a:pt x="30442" y="14712"/>
                </a:cubicBezTo>
                <a:cubicBezTo>
                  <a:pt x="30250" y="6496"/>
                  <a:pt x="23500" y="1"/>
                  <a:pt x="15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2"/>
          <p:cNvSpPr/>
          <p:nvPr/>
        </p:nvSpPr>
        <p:spPr>
          <a:xfrm>
            <a:off x="-1210164" y="4037850"/>
            <a:ext cx="76424" cy="382048"/>
          </a:xfrm>
          <a:custGeom>
            <a:avLst/>
            <a:gdLst/>
            <a:ahLst/>
            <a:cxnLst/>
            <a:rect l="l" t="t" r="r" b="b"/>
            <a:pathLst>
              <a:path w="3185" h="15922" extrusionOk="0">
                <a:moveTo>
                  <a:pt x="0" y="1"/>
                </a:moveTo>
                <a:lnTo>
                  <a:pt x="0" y="15922"/>
                </a:lnTo>
                <a:lnTo>
                  <a:pt x="3185" y="15922"/>
                </a:lnTo>
                <a:lnTo>
                  <a:pt x="31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2"/>
          <p:cNvSpPr/>
          <p:nvPr/>
        </p:nvSpPr>
        <p:spPr>
          <a:xfrm>
            <a:off x="24523" y="394881"/>
            <a:ext cx="1228616" cy="426343"/>
          </a:xfrm>
          <a:custGeom>
            <a:avLst/>
            <a:gdLst/>
            <a:ahLst/>
            <a:cxnLst/>
            <a:rect l="l" t="t" r="r" b="b"/>
            <a:pathLst>
              <a:path w="51203" h="17768" extrusionOk="0">
                <a:moveTo>
                  <a:pt x="49611" y="1592"/>
                </a:moveTo>
                <a:lnTo>
                  <a:pt x="49611" y="16176"/>
                </a:lnTo>
                <a:lnTo>
                  <a:pt x="1593" y="16176"/>
                </a:lnTo>
                <a:lnTo>
                  <a:pt x="1593" y="1592"/>
                </a:lnTo>
                <a:close/>
                <a:moveTo>
                  <a:pt x="1" y="0"/>
                </a:moveTo>
                <a:lnTo>
                  <a:pt x="1" y="17768"/>
                </a:lnTo>
                <a:lnTo>
                  <a:pt x="51203" y="17768"/>
                </a:lnTo>
                <a:lnTo>
                  <a:pt x="512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2"/>
          <p:cNvSpPr/>
          <p:nvPr/>
        </p:nvSpPr>
        <p:spPr>
          <a:xfrm>
            <a:off x="2605497" y="99575"/>
            <a:ext cx="1101778" cy="368659"/>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2"/>
          <p:cNvSpPr/>
          <p:nvPr/>
        </p:nvSpPr>
        <p:spPr>
          <a:xfrm>
            <a:off x="-742573" y="2272898"/>
            <a:ext cx="233831" cy="200046"/>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2"/>
          <p:cNvSpPr/>
          <p:nvPr/>
        </p:nvSpPr>
        <p:spPr>
          <a:xfrm>
            <a:off x="2385439" y="1418388"/>
            <a:ext cx="233831" cy="200502"/>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2"/>
          <p:cNvSpPr/>
          <p:nvPr/>
        </p:nvSpPr>
        <p:spPr>
          <a:xfrm>
            <a:off x="3338976" y="2473808"/>
            <a:ext cx="189513" cy="161270"/>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p:nvPr/>
        </p:nvSpPr>
        <p:spPr>
          <a:xfrm>
            <a:off x="742741" y="4509280"/>
            <a:ext cx="189513" cy="162758"/>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2"/>
          <p:cNvSpPr/>
          <p:nvPr/>
        </p:nvSpPr>
        <p:spPr>
          <a:xfrm>
            <a:off x="3910489" y="755070"/>
            <a:ext cx="187977" cy="162422"/>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2"/>
          <p:cNvSpPr/>
          <p:nvPr/>
        </p:nvSpPr>
        <p:spPr>
          <a:xfrm>
            <a:off x="1221034" y="4212030"/>
            <a:ext cx="276182" cy="199518"/>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2"/>
          <p:cNvSpPr/>
          <p:nvPr/>
        </p:nvSpPr>
        <p:spPr>
          <a:xfrm>
            <a:off x="-707421" y="2509753"/>
            <a:ext cx="195607" cy="1401284"/>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2"/>
          <p:cNvSpPr/>
          <p:nvPr/>
        </p:nvSpPr>
        <p:spPr>
          <a:xfrm>
            <a:off x="3578878" y="1713623"/>
            <a:ext cx="779358" cy="716707"/>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2"/>
          <p:cNvSpPr/>
          <p:nvPr/>
        </p:nvSpPr>
        <p:spPr>
          <a:xfrm>
            <a:off x="-1387439" y="827319"/>
            <a:ext cx="932182" cy="716707"/>
          </a:xfrm>
          <a:custGeom>
            <a:avLst/>
            <a:gdLst/>
            <a:ahLst/>
            <a:cxnLst/>
            <a:rect l="l" t="t" r="r" b="b"/>
            <a:pathLst>
              <a:path w="38849" h="29869" extrusionOk="0">
                <a:moveTo>
                  <a:pt x="33626" y="1593"/>
                </a:moveTo>
                <a:cubicBezTo>
                  <a:pt x="35600" y="1593"/>
                  <a:pt x="37256" y="3248"/>
                  <a:pt x="37256" y="5223"/>
                </a:cubicBezTo>
                <a:lnTo>
                  <a:pt x="37256" y="16113"/>
                </a:lnTo>
                <a:cubicBezTo>
                  <a:pt x="37256" y="18087"/>
                  <a:pt x="35600" y="19679"/>
                  <a:pt x="33626" y="19743"/>
                </a:cubicBezTo>
                <a:lnTo>
                  <a:pt x="30697" y="19743"/>
                </a:lnTo>
                <a:lnTo>
                  <a:pt x="24519" y="25856"/>
                </a:lnTo>
                <a:lnTo>
                  <a:pt x="24774" y="19679"/>
                </a:lnTo>
                <a:lnTo>
                  <a:pt x="5223" y="19679"/>
                </a:lnTo>
                <a:cubicBezTo>
                  <a:pt x="3249" y="19679"/>
                  <a:pt x="1593" y="18087"/>
                  <a:pt x="1593" y="16113"/>
                </a:cubicBezTo>
                <a:lnTo>
                  <a:pt x="1593" y="5223"/>
                </a:lnTo>
                <a:cubicBezTo>
                  <a:pt x="1593" y="3248"/>
                  <a:pt x="3249" y="1593"/>
                  <a:pt x="5223" y="1593"/>
                </a:cubicBezTo>
                <a:close/>
                <a:moveTo>
                  <a:pt x="5223" y="1"/>
                </a:moveTo>
                <a:cubicBezTo>
                  <a:pt x="2357" y="1"/>
                  <a:pt x="1" y="2357"/>
                  <a:pt x="1" y="5223"/>
                </a:cubicBezTo>
                <a:lnTo>
                  <a:pt x="1" y="16113"/>
                </a:lnTo>
                <a:cubicBezTo>
                  <a:pt x="1" y="18978"/>
                  <a:pt x="2357" y="21335"/>
                  <a:pt x="5223" y="21335"/>
                </a:cubicBezTo>
                <a:lnTo>
                  <a:pt x="23118" y="21335"/>
                </a:lnTo>
                <a:lnTo>
                  <a:pt x="22800" y="29868"/>
                </a:lnTo>
                <a:lnTo>
                  <a:pt x="31397" y="21335"/>
                </a:lnTo>
                <a:lnTo>
                  <a:pt x="33626" y="21335"/>
                </a:lnTo>
                <a:cubicBezTo>
                  <a:pt x="36556" y="21271"/>
                  <a:pt x="38848" y="18978"/>
                  <a:pt x="38848" y="16113"/>
                </a:cubicBezTo>
                <a:lnTo>
                  <a:pt x="38848" y="5223"/>
                </a:lnTo>
                <a:cubicBezTo>
                  <a:pt x="38848" y="2357"/>
                  <a:pt x="36556" y="1"/>
                  <a:pt x="336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2"/>
          <p:cNvSpPr/>
          <p:nvPr/>
        </p:nvSpPr>
        <p:spPr>
          <a:xfrm>
            <a:off x="3328274" y="2971248"/>
            <a:ext cx="236879" cy="1473101"/>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2"/>
          <p:cNvSpPr/>
          <p:nvPr/>
        </p:nvSpPr>
        <p:spPr>
          <a:xfrm>
            <a:off x="3759681" y="2919947"/>
            <a:ext cx="126382" cy="71193"/>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2"/>
          <p:cNvSpPr/>
          <p:nvPr/>
        </p:nvSpPr>
        <p:spPr>
          <a:xfrm>
            <a:off x="4206947" y="3632911"/>
            <a:ext cx="151288" cy="169645"/>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2"/>
          <p:cNvSpPr/>
          <p:nvPr/>
        </p:nvSpPr>
        <p:spPr>
          <a:xfrm>
            <a:off x="3902835" y="2990972"/>
            <a:ext cx="301065" cy="314934"/>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2"/>
          <p:cNvSpPr/>
          <p:nvPr/>
        </p:nvSpPr>
        <p:spPr>
          <a:xfrm>
            <a:off x="3358844" y="2801628"/>
            <a:ext cx="234863" cy="151288"/>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2"/>
          <p:cNvSpPr/>
          <p:nvPr/>
        </p:nvSpPr>
        <p:spPr>
          <a:xfrm>
            <a:off x="4240660" y="3481406"/>
            <a:ext cx="56460" cy="113328"/>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2"/>
          <p:cNvSpPr/>
          <p:nvPr/>
        </p:nvSpPr>
        <p:spPr>
          <a:xfrm>
            <a:off x="3623197" y="2875820"/>
            <a:ext cx="116160" cy="57252"/>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2"/>
          <p:cNvSpPr/>
          <p:nvPr/>
        </p:nvSpPr>
        <p:spPr>
          <a:xfrm>
            <a:off x="4191423" y="3335613"/>
            <a:ext cx="73593" cy="110881"/>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2"/>
          <p:cNvSpPr/>
          <p:nvPr/>
        </p:nvSpPr>
        <p:spPr>
          <a:xfrm>
            <a:off x="-1914609" y="1987070"/>
            <a:ext cx="215475" cy="415737"/>
          </a:xfrm>
          <a:custGeom>
            <a:avLst/>
            <a:gdLst/>
            <a:ahLst/>
            <a:cxnLst/>
            <a:rect l="l" t="t" r="r" b="b"/>
            <a:pathLst>
              <a:path w="8980" h="17326" extrusionOk="0">
                <a:moveTo>
                  <a:pt x="5509" y="0"/>
                </a:moveTo>
                <a:cubicBezTo>
                  <a:pt x="5187" y="0"/>
                  <a:pt x="4877" y="174"/>
                  <a:pt x="4776" y="577"/>
                </a:cubicBezTo>
                <a:cubicBezTo>
                  <a:pt x="4458" y="1659"/>
                  <a:pt x="4267" y="2742"/>
                  <a:pt x="4076" y="3761"/>
                </a:cubicBezTo>
                <a:cubicBezTo>
                  <a:pt x="4012" y="4079"/>
                  <a:pt x="4076" y="4334"/>
                  <a:pt x="4331" y="4525"/>
                </a:cubicBezTo>
                <a:lnTo>
                  <a:pt x="0" y="8856"/>
                </a:lnTo>
                <a:lnTo>
                  <a:pt x="4012" y="12868"/>
                </a:lnTo>
                <a:cubicBezTo>
                  <a:pt x="3757" y="12995"/>
                  <a:pt x="3694" y="13250"/>
                  <a:pt x="3694" y="13505"/>
                </a:cubicBezTo>
                <a:cubicBezTo>
                  <a:pt x="3821" y="14587"/>
                  <a:pt x="4012" y="15670"/>
                  <a:pt x="4203" y="16689"/>
                </a:cubicBezTo>
                <a:cubicBezTo>
                  <a:pt x="4267" y="17071"/>
                  <a:pt x="4585" y="17326"/>
                  <a:pt x="4967" y="17326"/>
                </a:cubicBezTo>
                <a:lnTo>
                  <a:pt x="5158" y="17326"/>
                </a:lnTo>
                <a:cubicBezTo>
                  <a:pt x="5541" y="17262"/>
                  <a:pt x="5859" y="16816"/>
                  <a:pt x="5732" y="16434"/>
                </a:cubicBezTo>
                <a:cubicBezTo>
                  <a:pt x="5541" y="15415"/>
                  <a:pt x="5413" y="14396"/>
                  <a:pt x="5286" y="13377"/>
                </a:cubicBezTo>
                <a:cubicBezTo>
                  <a:pt x="5222" y="13123"/>
                  <a:pt x="5158" y="12932"/>
                  <a:pt x="4967" y="12804"/>
                </a:cubicBezTo>
                <a:lnTo>
                  <a:pt x="8979" y="8856"/>
                </a:lnTo>
                <a:lnTo>
                  <a:pt x="4776" y="4716"/>
                </a:lnTo>
                <a:lnTo>
                  <a:pt x="4840" y="4716"/>
                </a:lnTo>
                <a:cubicBezTo>
                  <a:pt x="5222" y="4716"/>
                  <a:pt x="5541" y="4462"/>
                  <a:pt x="5668" y="4079"/>
                </a:cubicBezTo>
                <a:cubicBezTo>
                  <a:pt x="5859" y="3061"/>
                  <a:pt x="6050" y="2042"/>
                  <a:pt x="6368" y="1023"/>
                </a:cubicBezTo>
                <a:cubicBezTo>
                  <a:pt x="6522" y="407"/>
                  <a:pt x="6001" y="0"/>
                  <a:pt x="55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2"/>
          <p:cNvSpPr/>
          <p:nvPr/>
        </p:nvSpPr>
        <p:spPr>
          <a:xfrm>
            <a:off x="-1742565" y="2580202"/>
            <a:ext cx="87750" cy="103778"/>
          </a:xfrm>
          <a:custGeom>
            <a:avLst/>
            <a:gdLst/>
            <a:ahLst/>
            <a:cxnLst/>
            <a:rect l="l" t="t" r="r" b="b"/>
            <a:pathLst>
              <a:path w="3657" h="4325" extrusionOk="0">
                <a:moveTo>
                  <a:pt x="1064" y="1"/>
                </a:moveTo>
                <a:cubicBezTo>
                  <a:pt x="528" y="1"/>
                  <a:pt x="1" y="559"/>
                  <a:pt x="345" y="1204"/>
                </a:cubicBezTo>
                <a:cubicBezTo>
                  <a:pt x="918" y="2159"/>
                  <a:pt x="1427" y="3051"/>
                  <a:pt x="2064" y="3942"/>
                </a:cubicBezTo>
                <a:cubicBezTo>
                  <a:pt x="2192" y="4197"/>
                  <a:pt x="2446" y="4325"/>
                  <a:pt x="2701" y="4325"/>
                </a:cubicBezTo>
                <a:cubicBezTo>
                  <a:pt x="2892" y="4325"/>
                  <a:pt x="3019" y="4261"/>
                  <a:pt x="3147" y="4197"/>
                </a:cubicBezTo>
                <a:cubicBezTo>
                  <a:pt x="3529" y="3942"/>
                  <a:pt x="3656" y="3433"/>
                  <a:pt x="3402" y="3051"/>
                </a:cubicBezTo>
                <a:cubicBezTo>
                  <a:pt x="2828" y="2223"/>
                  <a:pt x="2255" y="1331"/>
                  <a:pt x="1746" y="440"/>
                </a:cubicBezTo>
                <a:cubicBezTo>
                  <a:pt x="1580" y="130"/>
                  <a:pt x="1321" y="1"/>
                  <a:pt x="10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2"/>
          <p:cNvSpPr/>
          <p:nvPr/>
        </p:nvSpPr>
        <p:spPr>
          <a:xfrm>
            <a:off x="-1796962" y="2440191"/>
            <a:ext cx="68794" cy="109321"/>
          </a:xfrm>
          <a:custGeom>
            <a:avLst/>
            <a:gdLst/>
            <a:ahLst/>
            <a:cxnLst/>
            <a:rect l="l" t="t" r="r" b="b"/>
            <a:pathLst>
              <a:path w="2867" h="4556" extrusionOk="0">
                <a:moveTo>
                  <a:pt x="908" y="1"/>
                </a:moveTo>
                <a:cubicBezTo>
                  <a:pt x="839" y="1"/>
                  <a:pt x="769" y="11"/>
                  <a:pt x="701" y="34"/>
                </a:cubicBezTo>
                <a:cubicBezTo>
                  <a:pt x="255" y="161"/>
                  <a:pt x="1" y="607"/>
                  <a:pt x="128" y="989"/>
                </a:cubicBezTo>
                <a:cubicBezTo>
                  <a:pt x="446" y="2072"/>
                  <a:pt x="829" y="3091"/>
                  <a:pt x="1274" y="4046"/>
                </a:cubicBezTo>
                <a:cubicBezTo>
                  <a:pt x="1402" y="4364"/>
                  <a:pt x="1656" y="4555"/>
                  <a:pt x="1975" y="4555"/>
                </a:cubicBezTo>
                <a:cubicBezTo>
                  <a:pt x="2102" y="4555"/>
                  <a:pt x="2230" y="4555"/>
                  <a:pt x="2293" y="4492"/>
                </a:cubicBezTo>
                <a:cubicBezTo>
                  <a:pt x="2675" y="4301"/>
                  <a:pt x="2866" y="3855"/>
                  <a:pt x="2675" y="3473"/>
                </a:cubicBezTo>
                <a:cubicBezTo>
                  <a:pt x="2293" y="2517"/>
                  <a:pt x="1911" y="1499"/>
                  <a:pt x="1656" y="543"/>
                </a:cubicBezTo>
                <a:cubicBezTo>
                  <a:pt x="1552" y="229"/>
                  <a:pt x="1231" y="1"/>
                  <a:pt x="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2"/>
          <p:cNvSpPr/>
          <p:nvPr/>
        </p:nvSpPr>
        <p:spPr>
          <a:xfrm>
            <a:off x="-1778629" y="1845187"/>
            <a:ext cx="77552" cy="108361"/>
          </a:xfrm>
          <a:custGeom>
            <a:avLst/>
            <a:gdLst/>
            <a:ahLst/>
            <a:cxnLst/>
            <a:rect l="l" t="t" r="r" b="b"/>
            <a:pathLst>
              <a:path w="3232" h="4516" extrusionOk="0">
                <a:moveTo>
                  <a:pt x="2170" y="1"/>
                </a:moveTo>
                <a:cubicBezTo>
                  <a:pt x="1919" y="1"/>
                  <a:pt x="1674" y="130"/>
                  <a:pt x="1529" y="440"/>
                </a:cubicBezTo>
                <a:cubicBezTo>
                  <a:pt x="1020" y="1395"/>
                  <a:pt x="574" y="2414"/>
                  <a:pt x="192" y="3433"/>
                </a:cubicBezTo>
                <a:cubicBezTo>
                  <a:pt x="1" y="3815"/>
                  <a:pt x="192" y="4325"/>
                  <a:pt x="638" y="4516"/>
                </a:cubicBezTo>
                <a:lnTo>
                  <a:pt x="892" y="4516"/>
                </a:lnTo>
                <a:cubicBezTo>
                  <a:pt x="1211" y="4516"/>
                  <a:pt x="1529" y="4325"/>
                  <a:pt x="1657" y="4006"/>
                </a:cubicBezTo>
                <a:cubicBezTo>
                  <a:pt x="2039" y="3051"/>
                  <a:pt x="2421" y="2096"/>
                  <a:pt x="2930" y="1204"/>
                </a:cubicBezTo>
                <a:cubicBezTo>
                  <a:pt x="3231" y="559"/>
                  <a:pt x="2690" y="1"/>
                  <a:pt x="2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2"/>
          <p:cNvSpPr/>
          <p:nvPr/>
        </p:nvSpPr>
        <p:spPr>
          <a:xfrm>
            <a:off x="-1647209" y="1518015"/>
            <a:ext cx="213963" cy="213963"/>
          </a:xfrm>
          <a:custGeom>
            <a:avLst/>
            <a:gdLst/>
            <a:ahLst/>
            <a:cxnLst/>
            <a:rect l="l" t="t" r="r" b="b"/>
            <a:pathLst>
              <a:path w="8917" h="8917" extrusionOk="0">
                <a:moveTo>
                  <a:pt x="4459" y="1"/>
                </a:moveTo>
                <a:lnTo>
                  <a:pt x="1" y="4459"/>
                </a:lnTo>
                <a:lnTo>
                  <a:pt x="1656" y="6114"/>
                </a:lnTo>
                <a:lnTo>
                  <a:pt x="1656" y="6178"/>
                </a:lnTo>
                <a:cubicBezTo>
                  <a:pt x="1338" y="6496"/>
                  <a:pt x="1338" y="7006"/>
                  <a:pt x="1656" y="7324"/>
                </a:cubicBezTo>
                <a:cubicBezTo>
                  <a:pt x="1784" y="7452"/>
                  <a:pt x="1975" y="7515"/>
                  <a:pt x="2230" y="7515"/>
                </a:cubicBezTo>
                <a:cubicBezTo>
                  <a:pt x="2421" y="7515"/>
                  <a:pt x="2612" y="7452"/>
                  <a:pt x="2803" y="7261"/>
                </a:cubicBezTo>
                <a:lnTo>
                  <a:pt x="4459" y="8916"/>
                </a:lnTo>
                <a:lnTo>
                  <a:pt x="8916" y="4459"/>
                </a:lnTo>
                <a:lnTo>
                  <a:pt x="44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2"/>
          <p:cNvSpPr/>
          <p:nvPr/>
        </p:nvSpPr>
        <p:spPr>
          <a:xfrm>
            <a:off x="-1709860" y="1717486"/>
            <a:ext cx="87126" cy="100059"/>
          </a:xfrm>
          <a:custGeom>
            <a:avLst/>
            <a:gdLst/>
            <a:ahLst/>
            <a:cxnLst/>
            <a:rect l="l" t="t" r="r" b="b"/>
            <a:pathLst>
              <a:path w="3631" h="4170" extrusionOk="0">
                <a:moveTo>
                  <a:pt x="2782" y="0"/>
                </a:moveTo>
                <a:cubicBezTo>
                  <a:pt x="2549" y="0"/>
                  <a:pt x="2314" y="100"/>
                  <a:pt x="2166" y="285"/>
                </a:cubicBezTo>
                <a:cubicBezTo>
                  <a:pt x="1465" y="1113"/>
                  <a:pt x="829" y="2005"/>
                  <a:pt x="255" y="2960"/>
                </a:cubicBezTo>
                <a:cubicBezTo>
                  <a:pt x="1" y="3342"/>
                  <a:pt x="128" y="3788"/>
                  <a:pt x="510" y="4042"/>
                </a:cubicBezTo>
                <a:cubicBezTo>
                  <a:pt x="637" y="4106"/>
                  <a:pt x="765" y="4170"/>
                  <a:pt x="892" y="4170"/>
                </a:cubicBezTo>
                <a:cubicBezTo>
                  <a:pt x="1211" y="4170"/>
                  <a:pt x="1465" y="4042"/>
                  <a:pt x="1593" y="3788"/>
                </a:cubicBezTo>
                <a:cubicBezTo>
                  <a:pt x="2166" y="2960"/>
                  <a:pt x="2739" y="2068"/>
                  <a:pt x="3376" y="1304"/>
                </a:cubicBezTo>
                <a:cubicBezTo>
                  <a:pt x="3631" y="922"/>
                  <a:pt x="3567" y="412"/>
                  <a:pt x="3249" y="158"/>
                </a:cubicBezTo>
                <a:cubicBezTo>
                  <a:pt x="3116" y="51"/>
                  <a:pt x="2949" y="0"/>
                  <a:pt x="27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2"/>
          <p:cNvSpPr/>
          <p:nvPr/>
        </p:nvSpPr>
        <p:spPr>
          <a:xfrm>
            <a:off x="-1658918" y="2705552"/>
            <a:ext cx="222626" cy="225985"/>
          </a:xfrm>
          <a:custGeom>
            <a:avLst/>
            <a:gdLst/>
            <a:ahLst/>
            <a:cxnLst/>
            <a:rect l="l" t="t" r="r" b="b"/>
            <a:pathLst>
              <a:path w="9278" h="9418" extrusionOk="0">
                <a:moveTo>
                  <a:pt x="1102" y="1"/>
                </a:moveTo>
                <a:cubicBezTo>
                  <a:pt x="511" y="1"/>
                  <a:pt x="0" y="732"/>
                  <a:pt x="552" y="1330"/>
                </a:cubicBezTo>
                <a:cubicBezTo>
                  <a:pt x="1062" y="1966"/>
                  <a:pt x="1635" y="2603"/>
                  <a:pt x="2144" y="3176"/>
                </a:cubicBezTo>
                <a:lnTo>
                  <a:pt x="361" y="4959"/>
                </a:lnTo>
                <a:lnTo>
                  <a:pt x="4819" y="9417"/>
                </a:lnTo>
                <a:lnTo>
                  <a:pt x="9277" y="4959"/>
                </a:lnTo>
                <a:lnTo>
                  <a:pt x="4819" y="502"/>
                </a:lnTo>
                <a:lnTo>
                  <a:pt x="3291" y="2094"/>
                </a:lnTo>
                <a:cubicBezTo>
                  <a:pt x="2781" y="1521"/>
                  <a:pt x="2272" y="947"/>
                  <a:pt x="1762" y="374"/>
                </a:cubicBezTo>
                <a:cubicBezTo>
                  <a:pt x="1568" y="109"/>
                  <a:pt x="1329" y="1"/>
                  <a:pt x="11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2"/>
          <p:cNvSpPr/>
          <p:nvPr/>
        </p:nvSpPr>
        <p:spPr>
          <a:xfrm>
            <a:off x="-828907" y="4537210"/>
            <a:ext cx="309464" cy="3151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2"/>
          <p:cNvSpPr/>
          <p:nvPr/>
        </p:nvSpPr>
        <p:spPr>
          <a:xfrm>
            <a:off x="-368419" y="4909037"/>
            <a:ext cx="125566" cy="57924"/>
          </a:xfrm>
          <a:custGeom>
            <a:avLst/>
            <a:gdLst/>
            <a:ahLst/>
            <a:cxnLst/>
            <a:rect l="l" t="t" r="r" b="b"/>
            <a:pathLst>
              <a:path w="5233" h="2414" extrusionOk="0">
                <a:moveTo>
                  <a:pt x="1161" y="0"/>
                </a:moveTo>
                <a:cubicBezTo>
                  <a:pt x="305" y="0"/>
                  <a:pt x="0" y="1357"/>
                  <a:pt x="1029" y="1586"/>
                </a:cubicBezTo>
                <a:cubicBezTo>
                  <a:pt x="2048" y="1904"/>
                  <a:pt x="3131" y="2159"/>
                  <a:pt x="4213" y="2413"/>
                </a:cubicBezTo>
                <a:lnTo>
                  <a:pt x="4341" y="2413"/>
                </a:lnTo>
                <a:cubicBezTo>
                  <a:pt x="4723" y="2413"/>
                  <a:pt x="5041" y="2095"/>
                  <a:pt x="5105" y="1713"/>
                </a:cubicBezTo>
                <a:cubicBezTo>
                  <a:pt x="5232" y="1331"/>
                  <a:pt x="4914" y="885"/>
                  <a:pt x="4468" y="821"/>
                </a:cubicBezTo>
                <a:cubicBezTo>
                  <a:pt x="3449" y="630"/>
                  <a:pt x="2430" y="376"/>
                  <a:pt x="1475" y="57"/>
                </a:cubicBezTo>
                <a:cubicBezTo>
                  <a:pt x="1364" y="18"/>
                  <a:pt x="1259" y="0"/>
                  <a:pt x="1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2"/>
          <p:cNvSpPr/>
          <p:nvPr/>
        </p:nvSpPr>
        <p:spPr>
          <a:xfrm>
            <a:off x="-918433" y="4248190"/>
            <a:ext cx="53629" cy="112105"/>
          </a:xfrm>
          <a:custGeom>
            <a:avLst/>
            <a:gdLst/>
            <a:ahLst/>
            <a:cxnLst/>
            <a:rect l="l" t="t" r="r" b="b"/>
            <a:pathLst>
              <a:path w="2235" h="4672" extrusionOk="0">
                <a:moveTo>
                  <a:pt x="875" y="1"/>
                </a:moveTo>
                <a:cubicBezTo>
                  <a:pt x="440" y="1"/>
                  <a:pt x="0" y="326"/>
                  <a:pt x="70" y="915"/>
                </a:cubicBezTo>
                <a:cubicBezTo>
                  <a:pt x="197" y="1933"/>
                  <a:pt x="388" y="3016"/>
                  <a:pt x="643" y="4099"/>
                </a:cubicBezTo>
                <a:cubicBezTo>
                  <a:pt x="706" y="4417"/>
                  <a:pt x="1025" y="4672"/>
                  <a:pt x="1407" y="4672"/>
                </a:cubicBezTo>
                <a:lnTo>
                  <a:pt x="1598" y="4672"/>
                </a:lnTo>
                <a:cubicBezTo>
                  <a:pt x="1980" y="4608"/>
                  <a:pt x="2235" y="4162"/>
                  <a:pt x="2171" y="3780"/>
                </a:cubicBezTo>
                <a:cubicBezTo>
                  <a:pt x="1916" y="2761"/>
                  <a:pt x="1789" y="1742"/>
                  <a:pt x="1662" y="723"/>
                </a:cubicBezTo>
                <a:cubicBezTo>
                  <a:pt x="1604" y="230"/>
                  <a:pt x="1241" y="1"/>
                  <a:pt x="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2"/>
          <p:cNvSpPr/>
          <p:nvPr/>
        </p:nvSpPr>
        <p:spPr>
          <a:xfrm>
            <a:off x="-887767" y="4396863"/>
            <a:ext cx="71865" cy="110137"/>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2"/>
          <p:cNvSpPr/>
          <p:nvPr/>
        </p:nvSpPr>
        <p:spPr>
          <a:xfrm>
            <a:off x="-977892" y="4039386"/>
            <a:ext cx="151288" cy="171156"/>
          </a:xfrm>
          <a:custGeom>
            <a:avLst/>
            <a:gdLst/>
            <a:ahLst/>
            <a:cxnLst/>
            <a:rect l="l" t="t" r="r" b="b"/>
            <a:pathLst>
              <a:path w="6305" h="7133" extrusionOk="0">
                <a:moveTo>
                  <a:pt x="0" y="0"/>
                </a:moveTo>
                <a:lnTo>
                  <a:pt x="0" y="6305"/>
                </a:lnTo>
                <a:lnTo>
                  <a:pt x="2357" y="6305"/>
                </a:lnTo>
                <a:cubicBezTo>
                  <a:pt x="2357" y="6751"/>
                  <a:pt x="2739" y="7133"/>
                  <a:pt x="3184" y="7133"/>
                </a:cubicBezTo>
                <a:cubicBezTo>
                  <a:pt x="3567" y="7133"/>
                  <a:pt x="3949" y="6751"/>
                  <a:pt x="3949" y="6305"/>
                </a:cubicBezTo>
                <a:lnTo>
                  <a:pt x="6305" y="6305"/>
                </a:lnTo>
                <a:lnTo>
                  <a:pt x="6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2"/>
          <p:cNvSpPr/>
          <p:nvPr/>
        </p:nvSpPr>
        <p:spPr>
          <a:xfrm>
            <a:off x="-509462" y="4852241"/>
            <a:ext cx="126022" cy="70401"/>
          </a:xfrm>
          <a:custGeom>
            <a:avLst/>
            <a:gdLst/>
            <a:ahLst/>
            <a:cxnLst/>
            <a:rect l="l" t="t" r="r" b="b"/>
            <a:pathLst>
              <a:path w="5252" h="2934" extrusionOk="0">
                <a:moveTo>
                  <a:pt x="1122" y="1"/>
                </a:moveTo>
                <a:cubicBezTo>
                  <a:pt x="404" y="1"/>
                  <a:pt x="0" y="1104"/>
                  <a:pt x="857" y="1533"/>
                </a:cubicBezTo>
                <a:cubicBezTo>
                  <a:pt x="1812" y="2042"/>
                  <a:pt x="2768" y="2488"/>
                  <a:pt x="3787" y="2870"/>
                </a:cubicBezTo>
                <a:cubicBezTo>
                  <a:pt x="3914" y="2934"/>
                  <a:pt x="3978" y="2934"/>
                  <a:pt x="4105" y="2934"/>
                </a:cubicBezTo>
                <a:cubicBezTo>
                  <a:pt x="4997" y="2934"/>
                  <a:pt x="5251" y="1724"/>
                  <a:pt x="4423" y="1405"/>
                </a:cubicBezTo>
                <a:cubicBezTo>
                  <a:pt x="3468" y="1023"/>
                  <a:pt x="2513" y="641"/>
                  <a:pt x="1558" y="131"/>
                </a:cubicBezTo>
                <a:cubicBezTo>
                  <a:pt x="1406" y="40"/>
                  <a:pt x="1258" y="1"/>
                  <a:pt x="11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2"/>
          <p:cNvSpPr/>
          <p:nvPr/>
        </p:nvSpPr>
        <p:spPr>
          <a:xfrm>
            <a:off x="-209260" y="4890537"/>
            <a:ext cx="227713" cy="151288"/>
          </a:xfrm>
          <a:custGeom>
            <a:avLst/>
            <a:gdLst/>
            <a:ahLst/>
            <a:cxnLst/>
            <a:rect l="l" t="t" r="r" b="b"/>
            <a:pathLst>
              <a:path w="9490" h="6305" extrusionOk="0">
                <a:moveTo>
                  <a:pt x="3185" y="0"/>
                </a:moveTo>
                <a:lnTo>
                  <a:pt x="3185" y="2165"/>
                </a:lnTo>
                <a:cubicBezTo>
                  <a:pt x="2420" y="2165"/>
                  <a:pt x="1656" y="2102"/>
                  <a:pt x="892" y="2038"/>
                </a:cubicBezTo>
                <a:cubicBezTo>
                  <a:pt x="854" y="2033"/>
                  <a:pt x="816" y="2030"/>
                  <a:pt x="779" y="2030"/>
                </a:cubicBezTo>
                <a:cubicBezTo>
                  <a:pt x="383" y="2030"/>
                  <a:pt x="64" y="2331"/>
                  <a:pt x="64" y="2739"/>
                </a:cubicBezTo>
                <a:cubicBezTo>
                  <a:pt x="0" y="3184"/>
                  <a:pt x="319" y="3566"/>
                  <a:pt x="765" y="3630"/>
                </a:cubicBezTo>
                <a:cubicBezTo>
                  <a:pt x="1529" y="3694"/>
                  <a:pt x="2357" y="3758"/>
                  <a:pt x="3185" y="3758"/>
                </a:cubicBezTo>
                <a:lnTo>
                  <a:pt x="3185" y="6305"/>
                </a:lnTo>
                <a:lnTo>
                  <a:pt x="9489" y="6305"/>
                </a:lnTo>
                <a:lnTo>
                  <a:pt x="9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2"/>
          <p:cNvSpPr/>
          <p:nvPr/>
        </p:nvSpPr>
        <p:spPr>
          <a:xfrm>
            <a:off x="1331051" y="1643317"/>
            <a:ext cx="230784" cy="230784"/>
          </a:xfrm>
          <a:custGeom>
            <a:avLst/>
            <a:gdLst/>
            <a:ahLst/>
            <a:cxnLst/>
            <a:rect l="l" t="t" r="r" b="b"/>
            <a:pathLst>
              <a:path w="9618"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2"/>
          <p:cNvSpPr/>
          <p:nvPr/>
        </p:nvSpPr>
        <p:spPr>
          <a:xfrm>
            <a:off x="2385439" y="588929"/>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2"/>
          <p:cNvSpPr/>
          <p:nvPr/>
        </p:nvSpPr>
        <p:spPr>
          <a:xfrm>
            <a:off x="2963071" y="588929"/>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2"/>
          <p:cNvSpPr/>
          <p:nvPr/>
        </p:nvSpPr>
        <p:spPr>
          <a:xfrm>
            <a:off x="-493481" y="4066884"/>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2"/>
          <p:cNvSpPr/>
          <p:nvPr/>
        </p:nvSpPr>
        <p:spPr>
          <a:xfrm>
            <a:off x="-398749" y="4164688"/>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2"/>
          <p:cNvSpPr/>
          <p:nvPr/>
        </p:nvSpPr>
        <p:spPr>
          <a:xfrm>
            <a:off x="-398749" y="4238040"/>
            <a:ext cx="268960" cy="38224"/>
          </a:xfrm>
          <a:custGeom>
            <a:avLst/>
            <a:gdLst/>
            <a:ahLst/>
            <a:cxnLst/>
            <a:rect l="l" t="t" r="r" b="b"/>
            <a:pathLst>
              <a:path w="11209" h="1593" extrusionOk="0">
                <a:moveTo>
                  <a:pt x="1" y="0"/>
                </a:moveTo>
                <a:lnTo>
                  <a:pt x="1" y="1592"/>
                </a:lnTo>
                <a:lnTo>
                  <a:pt x="11209" y="1592"/>
                </a:lnTo>
                <a:lnTo>
                  <a:pt x="11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2"/>
          <p:cNvSpPr/>
          <p:nvPr/>
        </p:nvSpPr>
        <p:spPr>
          <a:xfrm>
            <a:off x="-398749" y="4311369"/>
            <a:ext cx="212428" cy="38248"/>
          </a:xfrm>
          <a:custGeom>
            <a:avLst/>
            <a:gdLst/>
            <a:ahLst/>
            <a:cxnLst/>
            <a:rect l="l" t="t" r="r" b="b"/>
            <a:pathLst>
              <a:path w="8853" h="1594" extrusionOk="0">
                <a:moveTo>
                  <a:pt x="1" y="1"/>
                </a:moveTo>
                <a:lnTo>
                  <a:pt x="1" y="1593"/>
                </a:lnTo>
                <a:lnTo>
                  <a:pt x="8853" y="1593"/>
                </a:lnTo>
                <a:lnTo>
                  <a:pt x="88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2"/>
          <p:cNvSpPr/>
          <p:nvPr/>
        </p:nvSpPr>
        <p:spPr>
          <a:xfrm>
            <a:off x="3959391" y="2384451"/>
            <a:ext cx="385096" cy="427903"/>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2"/>
          <p:cNvSpPr/>
          <p:nvPr/>
        </p:nvSpPr>
        <p:spPr>
          <a:xfrm>
            <a:off x="1338705" y="153948"/>
            <a:ext cx="504279" cy="431958"/>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2"/>
          <p:cNvSpPr/>
          <p:nvPr/>
        </p:nvSpPr>
        <p:spPr>
          <a:xfrm>
            <a:off x="1483875" y="232891"/>
            <a:ext cx="97804" cy="226177"/>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2"/>
          <p:cNvSpPr/>
          <p:nvPr/>
        </p:nvSpPr>
        <p:spPr>
          <a:xfrm>
            <a:off x="-1092516" y="2430305"/>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2"/>
          <p:cNvSpPr/>
          <p:nvPr/>
        </p:nvSpPr>
        <p:spPr>
          <a:xfrm>
            <a:off x="-488898" y="1446198"/>
            <a:ext cx="145194" cy="145194"/>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2"/>
          <p:cNvSpPr/>
          <p:nvPr/>
        </p:nvSpPr>
        <p:spPr>
          <a:xfrm>
            <a:off x="3936452" y="266508"/>
            <a:ext cx="143682" cy="145194"/>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2"/>
          <p:cNvSpPr/>
          <p:nvPr/>
        </p:nvSpPr>
        <p:spPr>
          <a:xfrm>
            <a:off x="-1092516" y="2699241"/>
            <a:ext cx="165062" cy="166573"/>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2"/>
          <p:cNvSpPr/>
          <p:nvPr/>
        </p:nvSpPr>
        <p:spPr>
          <a:xfrm>
            <a:off x="169693" y="1435496"/>
            <a:ext cx="165062" cy="166597"/>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2"/>
          <p:cNvSpPr/>
          <p:nvPr/>
        </p:nvSpPr>
        <p:spPr>
          <a:xfrm>
            <a:off x="849711" y="1453829"/>
            <a:ext cx="1453233" cy="129933"/>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2"/>
          <p:cNvSpPr/>
          <p:nvPr/>
        </p:nvSpPr>
        <p:spPr>
          <a:xfrm>
            <a:off x="-848007" y="158003"/>
            <a:ext cx="2017116" cy="59140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2"/>
          <p:cNvSpPr/>
          <p:nvPr/>
        </p:nvSpPr>
        <p:spPr>
          <a:xfrm>
            <a:off x="3445946" y="532397"/>
            <a:ext cx="809903" cy="1066626"/>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2"/>
          <p:cNvSpPr/>
          <p:nvPr/>
        </p:nvSpPr>
        <p:spPr>
          <a:xfrm>
            <a:off x="-1256018" y="481959"/>
            <a:ext cx="129909" cy="302217"/>
          </a:xfrm>
          <a:custGeom>
            <a:avLst/>
            <a:gdLst/>
            <a:ahLst/>
            <a:cxnLst/>
            <a:rect l="l" t="t" r="r" b="b"/>
            <a:pathLst>
              <a:path w="5414" h="12595" extrusionOk="0">
                <a:moveTo>
                  <a:pt x="2676" y="1"/>
                </a:moveTo>
                <a:lnTo>
                  <a:pt x="1" y="4714"/>
                </a:lnTo>
                <a:lnTo>
                  <a:pt x="1911" y="4714"/>
                </a:lnTo>
                <a:lnTo>
                  <a:pt x="1911" y="11783"/>
                </a:lnTo>
                <a:cubicBezTo>
                  <a:pt x="1911" y="12324"/>
                  <a:pt x="2309" y="12594"/>
                  <a:pt x="2707" y="12594"/>
                </a:cubicBezTo>
                <a:cubicBezTo>
                  <a:pt x="3105" y="12594"/>
                  <a:pt x="3503" y="12324"/>
                  <a:pt x="3503" y="11783"/>
                </a:cubicBezTo>
                <a:lnTo>
                  <a:pt x="3503" y="4714"/>
                </a:lnTo>
                <a:lnTo>
                  <a:pt x="5414" y="4714"/>
                </a:lnTo>
                <a:lnTo>
                  <a:pt x="26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2"/>
          <p:cNvSpPr/>
          <p:nvPr/>
        </p:nvSpPr>
        <p:spPr>
          <a:xfrm>
            <a:off x="-432366" y="3597758"/>
            <a:ext cx="129909" cy="302577"/>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2"/>
          <p:cNvSpPr/>
          <p:nvPr/>
        </p:nvSpPr>
        <p:spPr>
          <a:xfrm>
            <a:off x="-1074160" y="481959"/>
            <a:ext cx="128373" cy="302217"/>
          </a:xfrm>
          <a:custGeom>
            <a:avLst/>
            <a:gdLst/>
            <a:ahLst/>
            <a:cxnLst/>
            <a:rect l="l" t="t" r="r" b="b"/>
            <a:pathLst>
              <a:path w="5350" h="12595" extrusionOk="0">
                <a:moveTo>
                  <a:pt x="2675" y="1"/>
                </a:moveTo>
                <a:lnTo>
                  <a:pt x="0" y="4714"/>
                </a:lnTo>
                <a:lnTo>
                  <a:pt x="1911" y="4714"/>
                </a:lnTo>
                <a:lnTo>
                  <a:pt x="1847" y="11783"/>
                </a:lnTo>
                <a:cubicBezTo>
                  <a:pt x="1847" y="12324"/>
                  <a:pt x="2245" y="12594"/>
                  <a:pt x="2643" y="12594"/>
                </a:cubicBezTo>
                <a:cubicBezTo>
                  <a:pt x="3041" y="12594"/>
                  <a:pt x="3439" y="12324"/>
                  <a:pt x="3439" y="11783"/>
                </a:cubicBezTo>
                <a:lnTo>
                  <a:pt x="3439" y="4714"/>
                </a:lnTo>
                <a:lnTo>
                  <a:pt x="5350" y="4714"/>
                </a:lnTo>
                <a:lnTo>
                  <a:pt x="26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2"/>
          <p:cNvSpPr/>
          <p:nvPr/>
        </p:nvSpPr>
        <p:spPr>
          <a:xfrm>
            <a:off x="-432366" y="1941311"/>
            <a:ext cx="129909" cy="1601450"/>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2"/>
          <p:cNvSpPr/>
          <p:nvPr/>
        </p:nvSpPr>
        <p:spPr>
          <a:xfrm>
            <a:off x="3209091" y="4536010"/>
            <a:ext cx="1005510" cy="152824"/>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2"/>
          <p:cNvSpPr/>
          <p:nvPr/>
        </p:nvSpPr>
        <p:spPr>
          <a:xfrm>
            <a:off x="168637" y="4665895"/>
            <a:ext cx="1180770" cy="378017"/>
          </a:xfrm>
          <a:custGeom>
            <a:avLst/>
            <a:gdLst/>
            <a:ahLst/>
            <a:cxnLst/>
            <a:rect l="l" t="t" r="r" b="b"/>
            <a:pathLst>
              <a:path w="49209" h="15754" extrusionOk="0">
                <a:moveTo>
                  <a:pt x="46534" y="1"/>
                </a:moveTo>
                <a:lnTo>
                  <a:pt x="43796" y="4650"/>
                </a:lnTo>
                <a:lnTo>
                  <a:pt x="45706" y="4650"/>
                </a:lnTo>
                <a:lnTo>
                  <a:pt x="45706" y="8725"/>
                </a:lnTo>
                <a:cubicBezTo>
                  <a:pt x="45706" y="10381"/>
                  <a:pt x="44369" y="11719"/>
                  <a:pt x="42713" y="11719"/>
                </a:cubicBezTo>
                <a:lnTo>
                  <a:pt x="32651" y="11719"/>
                </a:lnTo>
                <a:lnTo>
                  <a:pt x="32651" y="9235"/>
                </a:lnTo>
                <a:lnTo>
                  <a:pt x="26346" y="9235"/>
                </a:lnTo>
                <a:lnTo>
                  <a:pt x="26346" y="11719"/>
                </a:lnTo>
                <a:lnTo>
                  <a:pt x="6859" y="11719"/>
                </a:lnTo>
                <a:cubicBezTo>
                  <a:pt x="6497" y="9847"/>
                  <a:pt x="5018" y="8948"/>
                  <a:pt x="3536" y="8948"/>
                </a:cubicBezTo>
                <a:cubicBezTo>
                  <a:pt x="1892" y="8948"/>
                  <a:pt x="243" y="10054"/>
                  <a:pt x="109" y="12164"/>
                </a:cubicBezTo>
                <a:cubicBezTo>
                  <a:pt x="0" y="14441"/>
                  <a:pt x="1778" y="15754"/>
                  <a:pt x="3558" y="15754"/>
                </a:cubicBezTo>
                <a:cubicBezTo>
                  <a:pt x="4915" y="15754"/>
                  <a:pt x="6272" y="14991"/>
                  <a:pt x="6795" y="13311"/>
                </a:cubicBezTo>
                <a:lnTo>
                  <a:pt x="26346" y="13311"/>
                </a:lnTo>
                <a:lnTo>
                  <a:pt x="26346" y="15540"/>
                </a:lnTo>
                <a:lnTo>
                  <a:pt x="32651" y="15540"/>
                </a:lnTo>
                <a:lnTo>
                  <a:pt x="32651" y="13311"/>
                </a:lnTo>
                <a:lnTo>
                  <a:pt x="42650" y="13311"/>
                </a:lnTo>
                <a:cubicBezTo>
                  <a:pt x="45261" y="13311"/>
                  <a:pt x="47298" y="11273"/>
                  <a:pt x="47298" y="8725"/>
                </a:cubicBezTo>
                <a:lnTo>
                  <a:pt x="47298" y="4650"/>
                </a:lnTo>
                <a:lnTo>
                  <a:pt x="49209" y="4650"/>
                </a:lnTo>
                <a:lnTo>
                  <a:pt x="465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2"/>
          <p:cNvSpPr/>
          <p:nvPr/>
        </p:nvSpPr>
        <p:spPr>
          <a:xfrm>
            <a:off x="-1356869" y="2564773"/>
            <a:ext cx="189513" cy="161270"/>
          </a:xfrm>
          <a:custGeom>
            <a:avLst/>
            <a:gdLst/>
            <a:ahLst/>
            <a:cxnLst/>
            <a:rect l="l" t="t" r="r" b="b"/>
            <a:pathLst>
              <a:path w="7898" h="6721" extrusionOk="0">
                <a:moveTo>
                  <a:pt x="4522" y="0"/>
                </a:moveTo>
                <a:cubicBezTo>
                  <a:pt x="1465" y="0"/>
                  <a:pt x="1" y="3630"/>
                  <a:pt x="2102" y="5732"/>
                </a:cubicBezTo>
                <a:cubicBezTo>
                  <a:pt x="2805" y="6414"/>
                  <a:pt x="3663" y="6721"/>
                  <a:pt x="4501" y="6721"/>
                </a:cubicBezTo>
                <a:cubicBezTo>
                  <a:pt x="6242" y="6721"/>
                  <a:pt x="7897" y="5396"/>
                  <a:pt x="7897" y="3375"/>
                </a:cubicBezTo>
                <a:cubicBezTo>
                  <a:pt x="7897" y="1465"/>
                  <a:pt x="6369" y="0"/>
                  <a:pt x="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2"/>
          <p:cNvSpPr/>
          <p:nvPr/>
        </p:nvSpPr>
        <p:spPr>
          <a:xfrm>
            <a:off x="-1317134" y="1615819"/>
            <a:ext cx="594452" cy="129909"/>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2"/>
          <p:cNvSpPr/>
          <p:nvPr/>
        </p:nvSpPr>
        <p:spPr>
          <a:xfrm>
            <a:off x="3688919" y="3380771"/>
            <a:ext cx="169645" cy="437069"/>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2"/>
          <p:cNvSpPr/>
          <p:nvPr/>
        </p:nvSpPr>
        <p:spPr>
          <a:xfrm>
            <a:off x="3875336" y="3379235"/>
            <a:ext cx="171180" cy="43860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2"/>
          <p:cNvSpPr/>
          <p:nvPr/>
        </p:nvSpPr>
        <p:spPr>
          <a:xfrm>
            <a:off x="3779068" y="3467873"/>
            <a:ext cx="177275" cy="111577"/>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2"/>
          <p:cNvSpPr/>
          <p:nvPr/>
        </p:nvSpPr>
        <p:spPr>
          <a:xfrm>
            <a:off x="3867706" y="3617626"/>
            <a:ext cx="24" cy="24"/>
          </a:xfrm>
          <a:custGeom>
            <a:avLst/>
            <a:gdLst/>
            <a:ahLst/>
            <a:cxnLst/>
            <a:rect l="l" t="t" r="r" b="b"/>
            <a:pathLst>
              <a:path w="1" h="1" extrusionOk="0">
                <a:moveTo>
                  <a:pt x="0" y="0"/>
                </a:move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2"/>
          <p:cNvSpPr/>
          <p:nvPr/>
        </p:nvSpPr>
        <p:spPr>
          <a:xfrm>
            <a:off x="3650719" y="3330334"/>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2"/>
          <p:cNvSpPr/>
          <p:nvPr/>
        </p:nvSpPr>
        <p:spPr>
          <a:xfrm>
            <a:off x="3650719" y="3830030"/>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2"/>
          <p:cNvSpPr/>
          <p:nvPr/>
        </p:nvSpPr>
        <p:spPr>
          <a:xfrm>
            <a:off x="3772950" y="1883243"/>
            <a:ext cx="117647" cy="169645"/>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2"/>
          <p:cNvSpPr/>
          <p:nvPr/>
        </p:nvSpPr>
        <p:spPr>
          <a:xfrm>
            <a:off x="3905906" y="1883243"/>
            <a:ext cx="132956" cy="169645"/>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2"/>
          <p:cNvSpPr/>
          <p:nvPr/>
        </p:nvSpPr>
        <p:spPr>
          <a:xfrm>
            <a:off x="4069408" y="1883243"/>
            <a:ext cx="116160" cy="169645"/>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2"/>
          <p:cNvSpPr/>
          <p:nvPr/>
        </p:nvSpPr>
        <p:spPr>
          <a:xfrm>
            <a:off x="-522515" y="481959"/>
            <a:ext cx="88638" cy="17118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2"/>
          <p:cNvSpPr/>
          <p:nvPr/>
        </p:nvSpPr>
        <p:spPr>
          <a:xfrm>
            <a:off x="-415569" y="478912"/>
            <a:ext cx="142146" cy="175763"/>
          </a:xfrm>
          <a:custGeom>
            <a:avLst/>
            <a:gdLst/>
            <a:ahLst/>
            <a:cxnLst/>
            <a:rect l="l" t="t" r="r" b="b"/>
            <a:pathLst>
              <a:path w="5924" h="7325" extrusionOk="0">
                <a:moveTo>
                  <a:pt x="2867" y="1"/>
                </a:moveTo>
                <a:cubicBezTo>
                  <a:pt x="1593" y="1"/>
                  <a:pt x="256" y="637"/>
                  <a:pt x="256" y="2102"/>
                </a:cubicBezTo>
                <a:cubicBezTo>
                  <a:pt x="256" y="4713"/>
                  <a:pt x="4331" y="3822"/>
                  <a:pt x="4331" y="5223"/>
                </a:cubicBezTo>
                <a:cubicBezTo>
                  <a:pt x="4331" y="5860"/>
                  <a:pt x="3504" y="6051"/>
                  <a:pt x="3058" y="6051"/>
                </a:cubicBezTo>
                <a:cubicBezTo>
                  <a:pt x="3019" y="6054"/>
                  <a:pt x="2980" y="6055"/>
                  <a:pt x="2942" y="6055"/>
                </a:cubicBezTo>
                <a:cubicBezTo>
                  <a:pt x="2230" y="6055"/>
                  <a:pt x="1654" y="5505"/>
                  <a:pt x="1593" y="4841"/>
                </a:cubicBezTo>
                <a:lnTo>
                  <a:pt x="1" y="4841"/>
                </a:lnTo>
                <a:cubicBezTo>
                  <a:pt x="1" y="6496"/>
                  <a:pt x="1466" y="7324"/>
                  <a:pt x="2994" y="7324"/>
                </a:cubicBezTo>
                <a:cubicBezTo>
                  <a:pt x="4586" y="7324"/>
                  <a:pt x="5924" y="6687"/>
                  <a:pt x="5924" y="5032"/>
                </a:cubicBezTo>
                <a:cubicBezTo>
                  <a:pt x="5924" y="2357"/>
                  <a:pt x="1848" y="3249"/>
                  <a:pt x="1848" y="1975"/>
                </a:cubicBezTo>
                <a:cubicBezTo>
                  <a:pt x="1848" y="1465"/>
                  <a:pt x="2485" y="1274"/>
                  <a:pt x="2867" y="1274"/>
                </a:cubicBezTo>
                <a:cubicBezTo>
                  <a:pt x="3695" y="1274"/>
                  <a:pt x="4077" y="1529"/>
                  <a:pt x="4204" y="2230"/>
                </a:cubicBezTo>
                <a:lnTo>
                  <a:pt x="5669" y="2230"/>
                </a:lnTo>
                <a:cubicBezTo>
                  <a:pt x="5605" y="637"/>
                  <a:pt x="4331" y="1"/>
                  <a:pt x="28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2"/>
          <p:cNvSpPr/>
          <p:nvPr/>
        </p:nvSpPr>
        <p:spPr>
          <a:xfrm>
            <a:off x="-1214747" y="1001523"/>
            <a:ext cx="131445" cy="169645"/>
          </a:xfrm>
          <a:custGeom>
            <a:avLst/>
            <a:gdLst/>
            <a:ahLst/>
            <a:cxnLst/>
            <a:rect l="l" t="t" r="r" b="b"/>
            <a:pathLst>
              <a:path w="5478" h="7070" extrusionOk="0">
                <a:moveTo>
                  <a:pt x="0" y="1"/>
                </a:moveTo>
                <a:lnTo>
                  <a:pt x="0" y="7069"/>
                </a:lnTo>
                <a:lnTo>
                  <a:pt x="1529" y="7069"/>
                </a:lnTo>
                <a:lnTo>
                  <a:pt x="1529" y="4267"/>
                </a:lnTo>
                <a:lnTo>
                  <a:pt x="3821" y="4267"/>
                </a:lnTo>
                <a:lnTo>
                  <a:pt x="3821" y="7069"/>
                </a:lnTo>
                <a:lnTo>
                  <a:pt x="5477" y="7069"/>
                </a:lnTo>
                <a:lnTo>
                  <a:pt x="5477" y="1"/>
                </a:lnTo>
                <a:lnTo>
                  <a:pt x="3821" y="1"/>
                </a:lnTo>
                <a:lnTo>
                  <a:pt x="3821" y="2866"/>
                </a:lnTo>
                <a:lnTo>
                  <a:pt x="1529" y="2866"/>
                </a:lnTo>
                <a:lnTo>
                  <a:pt x="15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2"/>
          <p:cNvSpPr/>
          <p:nvPr/>
        </p:nvSpPr>
        <p:spPr>
          <a:xfrm>
            <a:off x="-1066530" y="1001523"/>
            <a:ext cx="134492" cy="169645"/>
          </a:xfrm>
          <a:custGeom>
            <a:avLst/>
            <a:gdLst/>
            <a:ahLst/>
            <a:cxnLst/>
            <a:rect l="l" t="t" r="r" b="b"/>
            <a:pathLst>
              <a:path w="5605" h="7070" extrusionOk="0">
                <a:moveTo>
                  <a:pt x="1" y="1"/>
                </a:moveTo>
                <a:lnTo>
                  <a:pt x="1" y="1465"/>
                </a:lnTo>
                <a:lnTo>
                  <a:pt x="2038" y="1465"/>
                </a:lnTo>
                <a:lnTo>
                  <a:pt x="2038" y="7069"/>
                </a:lnTo>
                <a:lnTo>
                  <a:pt x="3567" y="7069"/>
                </a:lnTo>
                <a:lnTo>
                  <a:pt x="3567" y="1465"/>
                </a:lnTo>
                <a:lnTo>
                  <a:pt x="5605" y="1465"/>
                </a:lnTo>
                <a:lnTo>
                  <a:pt x="56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2"/>
          <p:cNvSpPr/>
          <p:nvPr/>
        </p:nvSpPr>
        <p:spPr>
          <a:xfrm>
            <a:off x="-930526" y="1001523"/>
            <a:ext cx="224665" cy="169645"/>
          </a:xfrm>
          <a:custGeom>
            <a:avLst/>
            <a:gdLst/>
            <a:ahLst/>
            <a:cxnLst/>
            <a:rect l="l" t="t" r="r" b="b"/>
            <a:pathLst>
              <a:path w="9363" h="7070" extrusionOk="0">
                <a:moveTo>
                  <a:pt x="1402" y="1"/>
                </a:moveTo>
                <a:lnTo>
                  <a:pt x="0" y="7069"/>
                </a:lnTo>
                <a:lnTo>
                  <a:pt x="1720" y="7069"/>
                </a:lnTo>
                <a:lnTo>
                  <a:pt x="2548" y="2229"/>
                </a:lnTo>
                <a:lnTo>
                  <a:pt x="3949" y="7069"/>
                </a:lnTo>
                <a:lnTo>
                  <a:pt x="5477" y="7069"/>
                </a:lnTo>
                <a:lnTo>
                  <a:pt x="6815" y="2229"/>
                </a:lnTo>
                <a:lnTo>
                  <a:pt x="7643" y="7069"/>
                </a:lnTo>
                <a:lnTo>
                  <a:pt x="9362" y="7069"/>
                </a:lnTo>
                <a:lnTo>
                  <a:pt x="8025" y="1"/>
                </a:lnTo>
                <a:lnTo>
                  <a:pt x="6178" y="1"/>
                </a:lnTo>
                <a:lnTo>
                  <a:pt x="4713" y="4968"/>
                </a:lnTo>
                <a:lnTo>
                  <a:pt x="32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2"/>
          <p:cNvSpPr/>
          <p:nvPr/>
        </p:nvSpPr>
        <p:spPr>
          <a:xfrm>
            <a:off x="-689088" y="1001523"/>
            <a:ext cx="97828" cy="169645"/>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2"/>
          <p:cNvSpPr/>
          <p:nvPr/>
        </p:nvSpPr>
        <p:spPr>
          <a:xfrm>
            <a:off x="12309" y="4484061"/>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2"/>
          <p:cNvSpPr/>
          <p:nvPr/>
        </p:nvSpPr>
        <p:spPr>
          <a:xfrm>
            <a:off x="192632" y="4384722"/>
            <a:ext cx="198679" cy="365252"/>
          </a:xfrm>
          <a:custGeom>
            <a:avLst/>
            <a:gdLst/>
            <a:ahLst/>
            <a:cxnLst/>
            <a:rect l="l" t="t" r="r" b="b"/>
            <a:pathLst>
              <a:path w="8280" h="15222" extrusionOk="0">
                <a:moveTo>
                  <a:pt x="6114" y="1"/>
                </a:moveTo>
                <a:lnTo>
                  <a:pt x="0" y="15221"/>
                </a:lnTo>
                <a:lnTo>
                  <a:pt x="2165" y="15221"/>
                </a:lnTo>
                <a:lnTo>
                  <a:pt x="82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2"/>
          <p:cNvSpPr/>
          <p:nvPr/>
        </p:nvSpPr>
        <p:spPr>
          <a:xfrm>
            <a:off x="3801989" y="4086729"/>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09;p22">
            <a:extLst>
              <a:ext uri="{FF2B5EF4-FFF2-40B4-BE49-F238E27FC236}">
                <a16:creationId xmlns:a16="http://schemas.microsoft.com/office/drawing/2014/main" id="{F14F4E4D-8035-D7CF-22F5-D05A3BC783F9}"/>
              </a:ext>
            </a:extLst>
          </p:cNvPr>
          <p:cNvSpPr txBox="1">
            <a:spLocks/>
          </p:cNvSpPr>
          <p:nvPr/>
        </p:nvSpPr>
        <p:spPr>
          <a:xfrm>
            <a:off x="4572000" y="1874101"/>
            <a:ext cx="3794975" cy="10331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3000"/>
              <a:buFont typeface="Roboto Black"/>
              <a:buNone/>
              <a:defRPr sz="3000" b="0" i="0" u="none" strike="noStrike" cap="none">
                <a:solidFill>
                  <a:schemeClr val="accent1"/>
                </a:solidFill>
                <a:latin typeface="Roboto Black"/>
                <a:ea typeface="Roboto Black"/>
                <a:cs typeface="Roboto Black"/>
                <a:sym typeface="Roboto Black"/>
              </a:defRPr>
            </a:lvl1pPr>
            <a:lvl2pPr marR="0" lvl="1"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2pPr>
            <a:lvl3pPr marR="0" lvl="2"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3pPr>
            <a:lvl4pPr marR="0" lvl="3"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4pPr>
            <a:lvl5pPr marR="0" lvl="4"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5pPr>
            <a:lvl6pPr marR="0" lvl="5"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6pPr>
            <a:lvl7pPr marR="0" lvl="6"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7pPr>
            <a:lvl8pPr marR="0" lvl="7"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8pPr>
            <a:lvl9pPr marR="0" lvl="8"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9pPr>
          </a:lstStyle>
          <a:p>
            <a:r>
              <a:rPr lang="es-MX" dirty="0">
                <a:solidFill>
                  <a:schemeClr val="bg1"/>
                </a:solidFill>
              </a:rPr>
              <a:t>USO DE </a:t>
            </a:r>
            <a:r>
              <a:rPr lang="es-MX" dirty="0"/>
              <a:t>CHATBOTS </a:t>
            </a:r>
            <a:r>
              <a:rPr lang="es-MX" dirty="0">
                <a:solidFill>
                  <a:schemeClr val="bg1"/>
                </a:solidFill>
              </a:rPr>
              <a:t>EN</a:t>
            </a:r>
            <a:r>
              <a:rPr lang="es-MX" dirty="0"/>
              <a:t> E-COMMERCE</a:t>
            </a:r>
          </a:p>
        </p:txBody>
      </p:sp>
      <p:sp>
        <p:nvSpPr>
          <p:cNvPr id="3" name="Google Shape;109;p22">
            <a:extLst>
              <a:ext uri="{FF2B5EF4-FFF2-40B4-BE49-F238E27FC236}">
                <a16:creationId xmlns:a16="http://schemas.microsoft.com/office/drawing/2014/main" id="{260FEA2B-8820-E7E0-1C5F-3502C6B55AB4}"/>
              </a:ext>
            </a:extLst>
          </p:cNvPr>
          <p:cNvSpPr txBox="1">
            <a:spLocks/>
          </p:cNvSpPr>
          <p:nvPr/>
        </p:nvSpPr>
        <p:spPr>
          <a:xfrm>
            <a:off x="4775389" y="2743897"/>
            <a:ext cx="3591586" cy="3133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3000"/>
              <a:buFont typeface="Roboto Black"/>
              <a:buNone/>
              <a:defRPr sz="3000" b="0" i="0" u="none" strike="noStrike" cap="none">
                <a:solidFill>
                  <a:schemeClr val="accent1"/>
                </a:solidFill>
                <a:latin typeface="Roboto Black"/>
                <a:ea typeface="Roboto Black"/>
                <a:cs typeface="Roboto Black"/>
                <a:sym typeface="Roboto Black"/>
              </a:defRPr>
            </a:lvl1pPr>
            <a:lvl2pPr marR="0" lvl="1"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2pPr>
            <a:lvl3pPr marR="0" lvl="2"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3pPr>
            <a:lvl4pPr marR="0" lvl="3"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4pPr>
            <a:lvl5pPr marR="0" lvl="4"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5pPr>
            <a:lvl6pPr marR="0" lvl="5"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6pPr>
            <a:lvl7pPr marR="0" lvl="6"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7pPr>
            <a:lvl8pPr marR="0" lvl="7"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8pPr>
            <a:lvl9pPr marR="0" lvl="8" algn="r" rtl="0">
              <a:lnSpc>
                <a:spcPct val="100000"/>
              </a:lnSpc>
              <a:spcBef>
                <a:spcPts val="0"/>
              </a:spcBef>
              <a:spcAft>
                <a:spcPts val="0"/>
              </a:spcAft>
              <a:buClr>
                <a:schemeClr val="accent1"/>
              </a:buClr>
              <a:buSzPts val="3600"/>
              <a:buFont typeface="Bree Serif"/>
              <a:buNone/>
              <a:defRPr sz="3600" b="1" i="0" u="none" strike="noStrike" cap="none">
                <a:solidFill>
                  <a:schemeClr val="accent1"/>
                </a:solidFill>
                <a:latin typeface="Bree Serif"/>
                <a:ea typeface="Bree Serif"/>
                <a:cs typeface="Bree Serif"/>
                <a:sym typeface="Bree Serif"/>
              </a:defRPr>
            </a:lvl9pPr>
          </a:lstStyle>
          <a:p>
            <a:r>
              <a:rPr lang="es-MX" sz="2000" dirty="0">
                <a:solidFill>
                  <a:schemeClr val="bg1"/>
                </a:solidFill>
              </a:rPr>
              <a:t>CASO: </a:t>
            </a:r>
            <a:r>
              <a:rPr lang="es-MX" sz="2000" dirty="0" err="1"/>
              <a:t>InnovVentas</a:t>
            </a:r>
            <a:endParaRPr lang="es-MX"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39"/>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t>EL EQUIPO</a:t>
            </a:r>
            <a:endParaRPr dirty="0"/>
          </a:p>
        </p:txBody>
      </p:sp>
      <p:pic>
        <p:nvPicPr>
          <p:cNvPr id="1109" name="Google Shape;1109;p39"/>
          <p:cNvPicPr preferRelativeResize="0"/>
          <p:nvPr/>
        </p:nvPicPr>
        <p:blipFill rotWithShape="1">
          <a:blip r:embed="rId3">
            <a:alphaModFix/>
          </a:blip>
          <a:srcRect l="14268" r="27494"/>
          <a:stretch/>
        </p:blipFill>
        <p:spPr>
          <a:xfrm>
            <a:off x="311712" y="1453300"/>
            <a:ext cx="1289125" cy="3309202"/>
          </a:xfrm>
          <a:prstGeom prst="rect">
            <a:avLst/>
          </a:prstGeom>
          <a:noFill/>
          <a:ln>
            <a:noFill/>
          </a:ln>
        </p:spPr>
      </p:pic>
      <p:pic>
        <p:nvPicPr>
          <p:cNvPr id="1110" name="Google Shape;1110;p39"/>
          <p:cNvPicPr preferRelativeResize="0"/>
          <p:nvPr/>
        </p:nvPicPr>
        <p:blipFill rotWithShape="1">
          <a:blip r:embed="rId4">
            <a:alphaModFix/>
          </a:blip>
          <a:srcRect l="49703" r="24287"/>
          <a:stretch/>
        </p:blipFill>
        <p:spPr>
          <a:xfrm>
            <a:off x="3107800" y="1453300"/>
            <a:ext cx="1289126" cy="3309202"/>
          </a:xfrm>
          <a:prstGeom prst="rect">
            <a:avLst/>
          </a:prstGeom>
          <a:noFill/>
          <a:ln>
            <a:noFill/>
          </a:ln>
        </p:spPr>
      </p:pic>
      <p:pic>
        <p:nvPicPr>
          <p:cNvPr id="1111" name="Google Shape;1111;p39"/>
          <p:cNvPicPr preferRelativeResize="0"/>
          <p:nvPr/>
        </p:nvPicPr>
        <p:blipFill rotWithShape="1">
          <a:blip r:embed="rId5">
            <a:alphaModFix/>
          </a:blip>
          <a:srcRect l="37644" r="36349"/>
          <a:stretch/>
        </p:blipFill>
        <p:spPr>
          <a:xfrm>
            <a:off x="1709739" y="1453300"/>
            <a:ext cx="1289126" cy="3309202"/>
          </a:xfrm>
          <a:prstGeom prst="rect">
            <a:avLst/>
          </a:prstGeom>
          <a:noFill/>
          <a:ln>
            <a:noFill/>
          </a:ln>
        </p:spPr>
      </p:pic>
      <p:cxnSp>
        <p:nvCxnSpPr>
          <p:cNvPr id="1112" name="Google Shape;1112;p39"/>
          <p:cNvCxnSpPr/>
          <p:nvPr/>
        </p:nvCxnSpPr>
        <p:spPr>
          <a:xfrm>
            <a:off x="4038600" y="1905000"/>
            <a:ext cx="1457400" cy="0"/>
          </a:xfrm>
          <a:prstGeom prst="straightConnector1">
            <a:avLst/>
          </a:prstGeom>
          <a:noFill/>
          <a:ln w="28575" cap="flat" cmpd="sng">
            <a:solidFill>
              <a:schemeClr val="lt1"/>
            </a:solidFill>
            <a:prstDash val="solid"/>
            <a:round/>
            <a:headEnd type="oval" w="med" len="med"/>
            <a:tailEnd type="oval" w="med" len="med"/>
          </a:ln>
        </p:spPr>
      </p:cxnSp>
      <p:cxnSp>
        <p:nvCxnSpPr>
          <p:cNvPr id="1113" name="Google Shape;1113;p39"/>
          <p:cNvCxnSpPr/>
          <p:nvPr/>
        </p:nvCxnSpPr>
        <p:spPr>
          <a:xfrm>
            <a:off x="2714700" y="2971800"/>
            <a:ext cx="2781300" cy="0"/>
          </a:xfrm>
          <a:prstGeom prst="straightConnector1">
            <a:avLst/>
          </a:prstGeom>
          <a:noFill/>
          <a:ln w="28575" cap="flat" cmpd="sng">
            <a:solidFill>
              <a:schemeClr val="lt1"/>
            </a:solidFill>
            <a:prstDash val="solid"/>
            <a:round/>
            <a:headEnd type="oval" w="med" len="med"/>
            <a:tailEnd type="oval" w="med" len="med"/>
          </a:ln>
        </p:spPr>
      </p:cxnSp>
      <p:cxnSp>
        <p:nvCxnSpPr>
          <p:cNvPr id="1114" name="Google Shape;1114;p39"/>
          <p:cNvCxnSpPr/>
          <p:nvPr/>
        </p:nvCxnSpPr>
        <p:spPr>
          <a:xfrm>
            <a:off x="1152600" y="4038600"/>
            <a:ext cx="4343400" cy="0"/>
          </a:xfrm>
          <a:prstGeom prst="straightConnector1">
            <a:avLst/>
          </a:prstGeom>
          <a:noFill/>
          <a:ln w="28575" cap="flat" cmpd="sng">
            <a:solidFill>
              <a:schemeClr val="lt1"/>
            </a:solidFill>
            <a:prstDash val="solid"/>
            <a:round/>
            <a:headEnd type="oval" w="med" len="med"/>
            <a:tailEnd type="oval" w="med" len="med"/>
          </a:ln>
        </p:spPr>
      </p:cxnSp>
      <p:sp>
        <p:nvSpPr>
          <p:cNvPr id="1115" name="Google Shape;1115;p39"/>
          <p:cNvSpPr txBox="1">
            <a:spLocks noGrp="1"/>
          </p:cNvSpPr>
          <p:nvPr>
            <p:ph type="subTitle" idx="4294967295"/>
          </p:nvPr>
        </p:nvSpPr>
        <p:spPr>
          <a:xfrm>
            <a:off x="5745892" y="1905000"/>
            <a:ext cx="2335200" cy="500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sz="900" dirty="0"/>
              <a:t>“You can replace the image on the screen with your own”</a:t>
            </a:r>
            <a:endParaRPr sz="900" dirty="0"/>
          </a:p>
        </p:txBody>
      </p:sp>
      <p:sp>
        <p:nvSpPr>
          <p:cNvPr id="1116" name="Google Shape;1116;p39"/>
          <p:cNvSpPr txBox="1">
            <a:spLocks noGrp="1"/>
          </p:cNvSpPr>
          <p:nvPr>
            <p:ph type="subTitle" idx="4294967295"/>
          </p:nvPr>
        </p:nvSpPr>
        <p:spPr>
          <a:xfrm>
            <a:off x="5745892" y="2971800"/>
            <a:ext cx="2335200" cy="500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sz="900" dirty="0"/>
              <a:t>“You can replace the image on the screen with your own”</a:t>
            </a:r>
            <a:endParaRPr sz="900" dirty="0"/>
          </a:p>
        </p:txBody>
      </p:sp>
      <p:sp>
        <p:nvSpPr>
          <p:cNvPr id="1117" name="Google Shape;1117;p39"/>
          <p:cNvSpPr txBox="1">
            <a:spLocks noGrp="1"/>
          </p:cNvSpPr>
          <p:nvPr>
            <p:ph type="subTitle" idx="4294967295"/>
          </p:nvPr>
        </p:nvSpPr>
        <p:spPr>
          <a:xfrm>
            <a:off x="5745892" y="4038600"/>
            <a:ext cx="2335200" cy="500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sz="900" dirty="0"/>
              <a:t>“Hotel, Trivago”</a:t>
            </a:r>
            <a:endParaRPr sz="900" dirty="0"/>
          </a:p>
        </p:txBody>
      </p:sp>
      <p:sp>
        <p:nvSpPr>
          <p:cNvPr id="1118" name="Google Shape;1118;p39"/>
          <p:cNvSpPr txBox="1">
            <a:spLocks noGrp="1"/>
          </p:cNvSpPr>
          <p:nvPr>
            <p:ph type="ctrTitle" idx="4294967295"/>
          </p:nvPr>
        </p:nvSpPr>
        <p:spPr>
          <a:xfrm>
            <a:off x="5745906" y="1708788"/>
            <a:ext cx="2076000"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000" dirty="0"/>
              <a:t>HUGO ANDRE CAHUA SOLANO</a:t>
            </a:r>
            <a:endParaRPr sz="1000" dirty="0"/>
          </a:p>
        </p:txBody>
      </p:sp>
      <p:sp>
        <p:nvSpPr>
          <p:cNvPr id="1119" name="Google Shape;1119;p39"/>
          <p:cNvSpPr txBox="1">
            <a:spLocks noGrp="1"/>
          </p:cNvSpPr>
          <p:nvPr>
            <p:ph type="ctrTitle" idx="4294967295"/>
          </p:nvPr>
        </p:nvSpPr>
        <p:spPr>
          <a:xfrm>
            <a:off x="5745906" y="2775588"/>
            <a:ext cx="2781300"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000" dirty="0"/>
              <a:t>HENRY HUMBERTO CRUCES CASTRO</a:t>
            </a:r>
            <a:endParaRPr sz="1000" dirty="0"/>
          </a:p>
        </p:txBody>
      </p:sp>
      <p:sp>
        <p:nvSpPr>
          <p:cNvPr id="1120" name="Google Shape;1120;p39"/>
          <p:cNvSpPr txBox="1">
            <a:spLocks noGrp="1"/>
          </p:cNvSpPr>
          <p:nvPr>
            <p:ph type="ctrTitle" idx="4294967295"/>
          </p:nvPr>
        </p:nvSpPr>
        <p:spPr>
          <a:xfrm>
            <a:off x="5745906" y="3842388"/>
            <a:ext cx="2477344"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000" dirty="0"/>
              <a:t>JEAN BECKAN OLIVITOS VILLANUEVA</a:t>
            </a:r>
            <a:endParaRPr sz="1000" dirty="0"/>
          </a:p>
        </p:txBody>
      </p:sp>
      <p:cxnSp>
        <p:nvCxnSpPr>
          <p:cNvPr id="1121" name="Google Shape;1121;p39"/>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txBox="1">
            <a:spLocks noGrp="1"/>
          </p:cNvSpPr>
          <p:nvPr>
            <p:ph type="ctrTitle"/>
          </p:nvPr>
        </p:nvSpPr>
        <p:spPr>
          <a:xfrm>
            <a:off x="4893700" y="1737500"/>
            <a:ext cx="35304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3000" dirty="0"/>
              <a:t>InnovVentas</a:t>
            </a:r>
            <a:endParaRPr sz="3000" dirty="0"/>
          </a:p>
        </p:txBody>
      </p:sp>
      <p:sp>
        <p:nvSpPr>
          <p:cNvPr id="263" name="Google Shape;263;p24"/>
          <p:cNvSpPr txBox="1">
            <a:spLocks noGrp="1"/>
          </p:cNvSpPr>
          <p:nvPr>
            <p:ph type="subTitle" idx="1"/>
          </p:nvPr>
        </p:nvSpPr>
        <p:spPr>
          <a:xfrm>
            <a:off x="4893700" y="2746375"/>
            <a:ext cx="3457500" cy="142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dirty="0"/>
              <a:t>Mercury is the closest planet to the Sun and the smallest one in the Solar System—it’s only a bit larger than our Moon. The planet’s name has nothing to do with the liquid metal since it was</a:t>
            </a:r>
            <a:endParaRPr dirty="0"/>
          </a:p>
          <a:p>
            <a:pPr marL="0" lvl="0" indent="0" algn="l" rtl="0">
              <a:spcBef>
                <a:spcPts val="0"/>
              </a:spcBef>
              <a:spcAft>
                <a:spcPts val="0"/>
              </a:spcAft>
              <a:buClr>
                <a:schemeClr val="dk1"/>
              </a:buClr>
              <a:buSzPts val="1100"/>
              <a:buFont typeface="Arial"/>
              <a:buNone/>
            </a:pPr>
            <a:r>
              <a:rPr lang="es" dirty="0"/>
              <a:t>named after the Roman messenger god, Mercury.</a:t>
            </a:r>
            <a:endParaRPr dirty="0"/>
          </a:p>
          <a:p>
            <a:pPr marL="0" lvl="0" indent="0" algn="l" rtl="0">
              <a:spcBef>
                <a:spcPts val="0"/>
              </a:spcBef>
              <a:spcAft>
                <a:spcPts val="0"/>
              </a:spcAft>
              <a:buNone/>
            </a:pPr>
            <a:endParaRPr dirty="0"/>
          </a:p>
        </p:txBody>
      </p:sp>
      <p:cxnSp>
        <p:nvCxnSpPr>
          <p:cNvPr id="264" name="Google Shape;264;p24"/>
          <p:cNvCxnSpPr/>
          <p:nvPr/>
        </p:nvCxnSpPr>
        <p:spPr>
          <a:xfrm>
            <a:off x="4969825" y="2283850"/>
            <a:ext cx="4448400" cy="0"/>
          </a:xfrm>
          <a:prstGeom prst="straightConnector1">
            <a:avLst/>
          </a:prstGeom>
          <a:noFill/>
          <a:ln w="9525" cap="flat" cmpd="sng">
            <a:solidFill>
              <a:schemeClr val="accent1"/>
            </a:solidFill>
            <a:prstDash val="solid"/>
            <a:round/>
            <a:headEnd type="none" w="med" len="med"/>
            <a:tailEnd type="none" w="med" len="med"/>
          </a:ln>
        </p:spPr>
      </p:cxnSp>
      <p:grpSp>
        <p:nvGrpSpPr>
          <p:cNvPr id="265" name="Google Shape;265;p24"/>
          <p:cNvGrpSpPr/>
          <p:nvPr/>
        </p:nvGrpSpPr>
        <p:grpSpPr>
          <a:xfrm>
            <a:off x="1110251" y="1395327"/>
            <a:ext cx="2342144" cy="1664528"/>
            <a:chOff x="160325" y="221250"/>
            <a:chExt cx="7199950" cy="5116900"/>
          </a:xfrm>
        </p:grpSpPr>
        <p:sp>
          <p:nvSpPr>
            <p:cNvPr id="266" name="Google Shape;266;p24"/>
            <p:cNvSpPr/>
            <p:nvPr/>
          </p:nvSpPr>
          <p:spPr>
            <a:xfrm>
              <a:off x="2429200" y="1820275"/>
              <a:ext cx="2493650" cy="3513550"/>
            </a:xfrm>
            <a:custGeom>
              <a:avLst/>
              <a:gdLst/>
              <a:ahLst/>
              <a:cxnLst/>
              <a:rect l="l" t="t" r="r" b="b"/>
              <a:pathLst>
                <a:path w="99746" h="140542" extrusionOk="0">
                  <a:moveTo>
                    <a:pt x="86262" y="95423"/>
                  </a:moveTo>
                  <a:lnTo>
                    <a:pt x="86262" y="53416"/>
                  </a:lnTo>
                  <a:cubicBezTo>
                    <a:pt x="86780" y="53243"/>
                    <a:pt x="87126" y="53071"/>
                    <a:pt x="87645" y="52898"/>
                  </a:cubicBezTo>
                  <a:cubicBezTo>
                    <a:pt x="99745" y="47366"/>
                    <a:pt x="95251" y="29215"/>
                    <a:pt x="82113" y="29734"/>
                  </a:cubicBezTo>
                  <a:cubicBezTo>
                    <a:pt x="68802" y="30252"/>
                    <a:pt x="65863" y="48749"/>
                    <a:pt x="78310" y="53243"/>
                  </a:cubicBezTo>
                  <a:lnTo>
                    <a:pt x="78828" y="53416"/>
                  </a:lnTo>
                  <a:lnTo>
                    <a:pt x="78828" y="91447"/>
                  </a:lnTo>
                  <a:lnTo>
                    <a:pt x="49960" y="111154"/>
                  </a:lnTo>
                  <a:lnTo>
                    <a:pt x="49960" y="23856"/>
                  </a:lnTo>
                  <a:cubicBezTo>
                    <a:pt x="62925" y="19534"/>
                    <a:pt x="60159" y="519"/>
                    <a:pt x="46502" y="173"/>
                  </a:cubicBezTo>
                  <a:cubicBezTo>
                    <a:pt x="33019" y="0"/>
                    <a:pt x="29388" y="18843"/>
                    <a:pt x="42008" y="23510"/>
                  </a:cubicBezTo>
                  <a:lnTo>
                    <a:pt x="42526" y="23683"/>
                  </a:lnTo>
                  <a:lnTo>
                    <a:pt x="42526" y="82285"/>
                  </a:lnTo>
                  <a:lnTo>
                    <a:pt x="20399" y="71567"/>
                  </a:lnTo>
                  <a:lnTo>
                    <a:pt x="20399" y="43909"/>
                  </a:lnTo>
                  <a:cubicBezTo>
                    <a:pt x="20918" y="43736"/>
                    <a:pt x="21264" y="43736"/>
                    <a:pt x="21782" y="43563"/>
                  </a:cubicBezTo>
                  <a:cubicBezTo>
                    <a:pt x="33883" y="37858"/>
                    <a:pt x="29388" y="19880"/>
                    <a:pt x="16250" y="20399"/>
                  </a:cubicBezTo>
                  <a:cubicBezTo>
                    <a:pt x="2940" y="20917"/>
                    <a:pt x="1" y="39241"/>
                    <a:pt x="12447" y="43909"/>
                  </a:cubicBezTo>
                  <a:lnTo>
                    <a:pt x="12966" y="44082"/>
                  </a:lnTo>
                  <a:lnTo>
                    <a:pt x="12966" y="76235"/>
                  </a:lnTo>
                  <a:lnTo>
                    <a:pt x="42526" y="90756"/>
                  </a:lnTo>
                  <a:lnTo>
                    <a:pt x="42526" y="140541"/>
                  </a:lnTo>
                  <a:lnTo>
                    <a:pt x="49960" y="140541"/>
                  </a:lnTo>
                  <a:lnTo>
                    <a:pt x="49960" y="120143"/>
                  </a:lnTo>
                  <a:close/>
                  <a:moveTo>
                    <a:pt x="78310" y="40278"/>
                  </a:moveTo>
                  <a:cubicBezTo>
                    <a:pt x="78828" y="38550"/>
                    <a:pt x="80557" y="37340"/>
                    <a:pt x="82632" y="37340"/>
                  </a:cubicBezTo>
                  <a:cubicBezTo>
                    <a:pt x="83150" y="37340"/>
                    <a:pt x="83669" y="37340"/>
                    <a:pt x="84187" y="37513"/>
                  </a:cubicBezTo>
                  <a:cubicBezTo>
                    <a:pt x="88163" y="38895"/>
                    <a:pt x="88336" y="44600"/>
                    <a:pt x="84533" y="46156"/>
                  </a:cubicBezTo>
                  <a:cubicBezTo>
                    <a:pt x="80730" y="47885"/>
                    <a:pt x="76754" y="44254"/>
                    <a:pt x="78137" y="40451"/>
                  </a:cubicBezTo>
                  <a:close/>
                  <a:moveTo>
                    <a:pt x="12447" y="34401"/>
                  </a:moveTo>
                  <a:cubicBezTo>
                    <a:pt x="11064" y="31289"/>
                    <a:pt x="13484" y="28005"/>
                    <a:pt x="16769" y="28005"/>
                  </a:cubicBezTo>
                  <a:cubicBezTo>
                    <a:pt x="17288" y="28005"/>
                    <a:pt x="17806" y="28005"/>
                    <a:pt x="18325" y="28178"/>
                  </a:cubicBezTo>
                  <a:cubicBezTo>
                    <a:pt x="22301" y="29388"/>
                    <a:pt x="22474" y="35092"/>
                    <a:pt x="18671" y="36821"/>
                  </a:cubicBezTo>
                  <a:cubicBezTo>
                    <a:pt x="16250" y="37858"/>
                    <a:pt x="13484" y="36821"/>
                    <a:pt x="12447" y="34574"/>
                  </a:cubicBezTo>
                  <a:close/>
                  <a:moveTo>
                    <a:pt x="42008" y="14176"/>
                  </a:moveTo>
                  <a:cubicBezTo>
                    <a:pt x="41489" y="12965"/>
                    <a:pt x="41489" y="11755"/>
                    <a:pt x="42008" y="10545"/>
                  </a:cubicBezTo>
                  <a:cubicBezTo>
                    <a:pt x="42699" y="8817"/>
                    <a:pt x="44428" y="7607"/>
                    <a:pt x="46329" y="7607"/>
                  </a:cubicBezTo>
                  <a:cubicBezTo>
                    <a:pt x="48058" y="7607"/>
                    <a:pt x="49787" y="8644"/>
                    <a:pt x="50478" y="10200"/>
                  </a:cubicBezTo>
                  <a:cubicBezTo>
                    <a:pt x="50997" y="11410"/>
                    <a:pt x="50997" y="12620"/>
                    <a:pt x="50651" y="13830"/>
                  </a:cubicBezTo>
                  <a:cubicBezTo>
                    <a:pt x="49787" y="16250"/>
                    <a:pt x="47194" y="17460"/>
                    <a:pt x="44774" y="16596"/>
                  </a:cubicBezTo>
                  <a:cubicBezTo>
                    <a:pt x="43563" y="16077"/>
                    <a:pt x="42526" y="15213"/>
                    <a:pt x="42008" y="141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4"/>
            <p:cNvSpPr/>
            <p:nvPr/>
          </p:nvSpPr>
          <p:spPr>
            <a:xfrm>
              <a:off x="160325" y="221250"/>
              <a:ext cx="7199950" cy="5116900"/>
            </a:xfrm>
            <a:custGeom>
              <a:avLst/>
              <a:gdLst/>
              <a:ahLst/>
              <a:cxnLst/>
              <a:rect l="l" t="t" r="r" b="b"/>
              <a:pathLst>
                <a:path w="287998" h="204676" extrusionOk="0">
                  <a:moveTo>
                    <a:pt x="219196" y="79865"/>
                  </a:moveTo>
                  <a:cubicBezTo>
                    <a:pt x="217468" y="40106"/>
                    <a:pt x="186697" y="7607"/>
                    <a:pt x="146938" y="3804"/>
                  </a:cubicBezTo>
                  <a:cubicBezTo>
                    <a:pt x="107178" y="1"/>
                    <a:pt x="70876" y="26104"/>
                    <a:pt x="61714" y="64999"/>
                  </a:cubicBezTo>
                  <a:cubicBezTo>
                    <a:pt x="25585" y="70876"/>
                    <a:pt x="0" y="103548"/>
                    <a:pt x="2939" y="140023"/>
                  </a:cubicBezTo>
                  <a:cubicBezTo>
                    <a:pt x="5878" y="176498"/>
                    <a:pt x="36648" y="204675"/>
                    <a:pt x="73296" y="204502"/>
                  </a:cubicBezTo>
                  <a:lnTo>
                    <a:pt x="86088" y="204502"/>
                  </a:lnTo>
                  <a:lnTo>
                    <a:pt x="86088" y="148321"/>
                  </a:lnTo>
                  <a:cubicBezTo>
                    <a:pt x="87471" y="147802"/>
                    <a:pt x="88854" y="147110"/>
                    <a:pt x="89891" y="146073"/>
                  </a:cubicBezTo>
                  <a:cubicBezTo>
                    <a:pt x="92485" y="144172"/>
                    <a:pt x="94040" y="141233"/>
                    <a:pt x="94386" y="137948"/>
                  </a:cubicBezTo>
                  <a:cubicBezTo>
                    <a:pt x="95596" y="127749"/>
                    <a:pt x="84360" y="120835"/>
                    <a:pt x="75716" y="126366"/>
                  </a:cubicBezTo>
                  <a:cubicBezTo>
                    <a:pt x="67246" y="131898"/>
                    <a:pt x="68802" y="145036"/>
                    <a:pt x="78655" y="148148"/>
                  </a:cubicBezTo>
                  <a:lnTo>
                    <a:pt x="78655" y="196896"/>
                  </a:lnTo>
                  <a:lnTo>
                    <a:pt x="73296" y="196896"/>
                  </a:lnTo>
                  <a:cubicBezTo>
                    <a:pt x="40279" y="196723"/>
                    <a:pt x="12965" y="171139"/>
                    <a:pt x="10891" y="138121"/>
                  </a:cubicBezTo>
                  <a:cubicBezTo>
                    <a:pt x="8817" y="105277"/>
                    <a:pt x="32672" y="76235"/>
                    <a:pt x="65344" y="72086"/>
                  </a:cubicBezTo>
                  <a:lnTo>
                    <a:pt x="67937" y="71740"/>
                  </a:lnTo>
                  <a:lnTo>
                    <a:pt x="68456" y="69147"/>
                  </a:lnTo>
                  <a:cubicBezTo>
                    <a:pt x="75716" y="32673"/>
                    <a:pt x="109598" y="7780"/>
                    <a:pt x="146592" y="11410"/>
                  </a:cubicBezTo>
                  <a:cubicBezTo>
                    <a:pt x="183413" y="15040"/>
                    <a:pt x="211590" y="46156"/>
                    <a:pt x="211763" y="83323"/>
                  </a:cubicBezTo>
                  <a:lnTo>
                    <a:pt x="211763" y="86780"/>
                  </a:lnTo>
                  <a:lnTo>
                    <a:pt x="215220" y="86953"/>
                  </a:lnTo>
                  <a:cubicBezTo>
                    <a:pt x="226630" y="88163"/>
                    <a:pt x="237693" y="91102"/>
                    <a:pt x="248238" y="95942"/>
                  </a:cubicBezTo>
                  <a:cubicBezTo>
                    <a:pt x="269501" y="106141"/>
                    <a:pt x="280392" y="122045"/>
                    <a:pt x="280392" y="143653"/>
                  </a:cubicBezTo>
                  <a:cubicBezTo>
                    <a:pt x="280392" y="171485"/>
                    <a:pt x="257400" y="196896"/>
                    <a:pt x="232161" y="196896"/>
                  </a:cubicBezTo>
                  <a:lnTo>
                    <a:pt x="205886" y="196896"/>
                  </a:lnTo>
                  <a:lnTo>
                    <a:pt x="205886" y="156791"/>
                  </a:lnTo>
                  <a:cubicBezTo>
                    <a:pt x="219196" y="153334"/>
                    <a:pt x="217468" y="133800"/>
                    <a:pt x="203638" y="132935"/>
                  </a:cubicBezTo>
                  <a:cubicBezTo>
                    <a:pt x="189982" y="131898"/>
                    <a:pt x="185487" y="151086"/>
                    <a:pt x="198279" y="156272"/>
                  </a:cubicBezTo>
                  <a:lnTo>
                    <a:pt x="198279" y="204502"/>
                  </a:lnTo>
                  <a:lnTo>
                    <a:pt x="232334" y="204502"/>
                  </a:lnTo>
                  <a:cubicBezTo>
                    <a:pt x="261895" y="204502"/>
                    <a:pt x="287998" y="176152"/>
                    <a:pt x="287998" y="143826"/>
                  </a:cubicBezTo>
                  <a:cubicBezTo>
                    <a:pt x="287998" y="92657"/>
                    <a:pt x="233544" y="81940"/>
                    <a:pt x="219196" y="79865"/>
                  </a:cubicBezTo>
                  <a:close/>
                  <a:moveTo>
                    <a:pt x="77791" y="136047"/>
                  </a:moveTo>
                  <a:cubicBezTo>
                    <a:pt x="77964" y="133800"/>
                    <a:pt x="80038" y="132071"/>
                    <a:pt x="82285" y="132071"/>
                  </a:cubicBezTo>
                  <a:lnTo>
                    <a:pt x="82804" y="132071"/>
                  </a:lnTo>
                  <a:cubicBezTo>
                    <a:pt x="85397" y="132244"/>
                    <a:pt x="87298" y="134664"/>
                    <a:pt x="86953" y="137257"/>
                  </a:cubicBezTo>
                  <a:cubicBezTo>
                    <a:pt x="86780" y="138467"/>
                    <a:pt x="86261" y="139504"/>
                    <a:pt x="85224" y="140369"/>
                  </a:cubicBezTo>
                  <a:cubicBezTo>
                    <a:pt x="81940" y="142962"/>
                    <a:pt x="77272" y="140196"/>
                    <a:pt x="77791" y="136220"/>
                  </a:cubicBezTo>
                  <a:close/>
                  <a:moveTo>
                    <a:pt x="198279" y="144517"/>
                  </a:moveTo>
                  <a:cubicBezTo>
                    <a:pt x="198452" y="142097"/>
                    <a:pt x="200527" y="140369"/>
                    <a:pt x="202774" y="140369"/>
                  </a:cubicBezTo>
                  <a:lnTo>
                    <a:pt x="203293" y="140369"/>
                  </a:lnTo>
                  <a:cubicBezTo>
                    <a:pt x="204503" y="140541"/>
                    <a:pt x="205713" y="141060"/>
                    <a:pt x="206404" y="142097"/>
                  </a:cubicBezTo>
                  <a:cubicBezTo>
                    <a:pt x="208997" y="145209"/>
                    <a:pt x="206404" y="150049"/>
                    <a:pt x="202255" y="149531"/>
                  </a:cubicBezTo>
                  <a:cubicBezTo>
                    <a:pt x="199835" y="149185"/>
                    <a:pt x="197934" y="146938"/>
                    <a:pt x="198279" y="1445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4"/>
            <p:cNvSpPr/>
            <p:nvPr/>
          </p:nvSpPr>
          <p:spPr>
            <a:xfrm>
              <a:off x="2472425" y="4158300"/>
              <a:ext cx="726075" cy="1175525"/>
            </a:xfrm>
            <a:custGeom>
              <a:avLst/>
              <a:gdLst/>
              <a:ahLst/>
              <a:cxnLst/>
              <a:rect l="l" t="t" r="r" b="b"/>
              <a:pathLst>
                <a:path w="29043" h="47021" extrusionOk="0">
                  <a:moveTo>
                    <a:pt x="19189" y="1038"/>
                  </a:moveTo>
                  <a:cubicBezTo>
                    <a:pt x="16077" y="0"/>
                    <a:pt x="12793" y="173"/>
                    <a:pt x="9854" y="1556"/>
                  </a:cubicBezTo>
                  <a:cubicBezTo>
                    <a:pt x="1" y="6051"/>
                    <a:pt x="519" y="20053"/>
                    <a:pt x="10718" y="23856"/>
                  </a:cubicBezTo>
                  <a:lnTo>
                    <a:pt x="11237" y="24029"/>
                  </a:lnTo>
                  <a:lnTo>
                    <a:pt x="11237" y="47020"/>
                  </a:lnTo>
                  <a:lnTo>
                    <a:pt x="18670" y="47020"/>
                  </a:lnTo>
                  <a:lnTo>
                    <a:pt x="18670" y="24029"/>
                  </a:lnTo>
                  <a:cubicBezTo>
                    <a:pt x="25585" y="21782"/>
                    <a:pt x="29042" y="14003"/>
                    <a:pt x="25931" y="7434"/>
                  </a:cubicBezTo>
                  <a:cubicBezTo>
                    <a:pt x="24548" y="4495"/>
                    <a:pt x="22128" y="2248"/>
                    <a:pt x="19189" y="1038"/>
                  </a:cubicBezTo>
                  <a:close/>
                  <a:moveTo>
                    <a:pt x="19189" y="14003"/>
                  </a:moveTo>
                  <a:cubicBezTo>
                    <a:pt x="17979" y="17633"/>
                    <a:pt x="13311" y="18151"/>
                    <a:pt x="11064" y="15040"/>
                  </a:cubicBezTo>
                  <a:cubicBezTo>
                    <a:pt x="8990" y="12101"/>
                    <a:pt x="11237" y="7779"/>
                    <a:pt x="14867" y="7779"/>
                  </a:cubicBezTo>
                  <a:cubicBezTo>
                    <a:pt x="15386" y="7779"/>
                    <a:pt x="16077" y="7952"/>
                    <a:pt x="16596" y="8125"/>
                  </a:cubicBezTo>
                  <a:cubicBezTo>
                    <a:pt x="19016" y="8990"/>
                    <a:pt x="20226" y="11583"/>
                    <a:pt x="19189" y="140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4"/>
            <p:cNvSpPr/>
            <p:nvPr/>
          </p:nvSpPr>
          <p:spPr>
            <a:xfrm>
              <a:off x="4054175" y="4408950"/>
              <a:ext cx="816800" cy="916225"/>
            </a:xfrm>
            <a:custGeom>
              <a:avLst/>
              <a:gdLst/>
              <a:ahLst/>
              <a:cxnLst/>
              <a:rect l="l" t="t" r="r" b="b"/>
              <a:pathLst>
                <a:path w="32672" h="36649" extrusionOk="0">
                  <a:moveTo>
                    <a:pt x="23164" y="5360"/>
                  </a:moveTo>
                  <a:cubicBezTo>
                    <a:pt x="8125" y="1"/>
                    <a:pt x="0" y="22301"/>
                    <a:pt x="14867" y="28005"/>
                  </a:cubicBezTo>
                  <a:lnTo>
                    <a:pt x="15212" y="28005"/>
                  </a:lnTo>
                  <a:lnTo>
                    <a:pt x="15212" y="36649"/>
                  </a:lnTo>
                  <a:lnTo>
                    <a:pt x="22819" y="36649"/>
                  </a:lnTo>
                  <a:lnTo>
                    <a:pt x="22819" y="28005"/>
                  </a:lnTo>
                  <a:cubicBezTo>
                    <a:pt x="23164" y="28005"/>
                    <a:pt x="23683" y="27832"/>
                    <a:pt x="24029" y="27659"/>
                  </a:cubicBezTo>
                  <a:cubicBezTo>
                    <a:pt x="26967" y="26277"/>
                    <a:pt x="29215" y="23856"/>
                    <a:pt x="30425" y="20745"/>
                  </a:cubicBezTo>
                  <a:cubicBezTo>
                    <a:pt x="32672" y="14522"/>
                    <a:pt x="29387" y="7607"/>
                    <a:pt x="23164" y="5360"/>
                  </a:cubicBezTo>
                  <a:close/>
                  <a:moveTo>
                    <a:pt x="23337" y="18325"/>
                  </a:moveTo>
                  <a:cubicBezTo>
                    <a:pt x="22991" y="19362"/>
                    <a:pt x="22127" y="20399"/>
                    <a:pt x="20917" y="20918"/>
                  </a:cubicBezTo>
                  <a:cubicBezTo>
                    <a:pt x="19880" y="21436"/>
                    <a:pt x="18497" y="21436"/>
                    <a:pt x="17460" y="21091"/>
                  </a:cubicBezTo>
                  <a:cubicBezTo>
                    <a:pt x="15039" y="20226"/>
                    <a:pt x="13829" y="17460"/>
                    <a:pt x="14694" y="15040"/>
                  </a:cubicBezTo>
                  <a:cubicBezTo>
                    <a:pt x="15385" y="13311"/>
                    <a:pt x="17114" y="12101"/>
                    <a:pt x="19015" y="12101"/>
                  </a:cubicBezTo>
                  <a:cubicBezTo>
                    <a:pt x="19534" y="12101"/>
                    <a:pt x="20053" y="12101"/>
                    <a:pt x="20571" y="12274"/>
                  </a:cubicBezTo>
                  <a:cubicBezTo>
                    <a:pt x="22991" y="13311"/>
                    <a:pt x="24201" y="15905"/>
                    <a:pt x="23337" y="183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 name="Google Shape;270;p24"/>
          <p:cNvSpPr txBox="1">
            <a:spLocks noGrp="1"/>
          </p:cNvSpPr>
          <p:nvPr>
            <p:ph type="ctrTitle"/>
          </p:nvPr>
        </p:nvSpPr>
        <p:spPr>
          <a:xfrm>
            <a:off x="1047575" y="3192350"/>
            <a:ext cx="24675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solidFill>
                  <a:schemeClr val="accent1"/>
                </a:solidFill>
                <a:latin typeface="Impact"/>
                <a:ea typeface="Impact"/>
                <a:cs typeface="Impact"/>
                <a:sym typeface="Impact"/>
              </a:rPr>
              <a:t>GOSTUDIO</a:t>
            </a:r>
            <a:endParaRPr dirty="0">
              <a:solidFill>
                <a:schemeClr val="accent1"/>
              </a:solidFill>
              <a:latin typeface="Impact"/>
              <a:ea typeface="Impact"/>
              <a:cs typeface="Impact"/>
              <a:sym typeface="Impac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5"/>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WHAT WE ARE WORKING ON</a:t>
            </a:r>
            <a:endParaRPr/>
          </a:p>
        </p:txBody>
      </p:sp>
      <p:sp>
        <p:nvSpPr>
          <p:cNvPr id="276" name="Google Shape;276;p25"/>
          <p:cNvSpPr txBox="1">
            <a:spLocks noGrp="1"/>
          </p:cNvSpPr>
          <p:nvPr>
            <p:ph type="subTitle" idx="1"/>
          </p:nvPr>
        </p:nvSpPr>
        <p:spPr>
          <a:xfrm>
            <a:off x="819931" y="3340125"/>
            <a:ext cx="1889400" cy="50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a:t>Mercury is the closest planet to the Sun</a:t>
            </a:r>
            <a:endParaRPr/>
          </a:p>
        </p:txBody>
      </p:sp>
      <p:sp>
        <p:nvSpPr>
          <p:cNvPr id="277" name="Google Shape;277;p25"/>
          <p:cNvSpPr txBox="1">
            <a:spLocks noGrp="1"/>
          </p:cNvSpPr>
          <p:nvPr>
            <p:ph type="subTitle" idx="2"/>
          </p:nvPr>
        </p:nvSpPr>
        <p:spPr>
          <a:xfrm>
            <a:off x="6434656" y="3340125"/>
            <a:ext cx="1889400" cy="50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a:t>Neptune is the farthest planet from the Sun</a:t>
            </a:r>
            <a:endParaRPr/>
          </a:p>
        </p:txBody>
      </p:sp>
      <p:sp>
        <p:nvSpPr>
          <p:cNvPr id="278" name="Google Shape;278;p25"/>
          <p:cNvSpPr txBox="1">
            <a:spLocks noGrp="1"/>
          </p:cNvSpPr>
          <p:nvPr>
            <p:ph type="subTitle" idx="3"/>
          </p:nvPr>
        </p:nvSpPr>
        <p:spPr>
          <a:xfrm>
            <a:off x="3633931" y="3340125"/>
            <a:ext cx="1889400" cy="50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a:t>Despite being red, Mars is a cold place, not hot</a:t>
            </a:r>
            <a:endParaRPr/>
          </a:p>
        </p:txBody>
      </p:sp>
      <p:sp>
        <p:nvSpPr>
          <p:cNvPr id="279" name="Google Shape;279;p25"/>
          <p:cNvSpPr txBox="1">
            <a:spLocks noGrp="1"/>
          </p:cNvSpPr>
          <p:nvPr>
            <p:ph type="ctrTitle"/>
          </p:nvPr>
        </p:nvSpPr>
        <p:spPr>
          <a:xfrm>
            <a:off x="726631" y="3274550"/>
            <a:ext cx="2076000" cy="19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SECURE</a:t>
            </a:r>
            <a:endParaRPr/>
          </a:p>
        </p:txBody>
      </p:sp>
      <p:sp>
        <p:nvSpPr>
          <p:cNvPr id="280" name="Google Shape;280;p25"/>
          <p:cNvSpPr txBox="1">
            <a:spLocks noGrp="1"/>
          </p:cNvSpPr>
          <p:nvPr>
            <p:ph type="ctrTitle" idx="4"/>
          </p:nvPr>
        </p:nvSpPr>
        <p:spPr>
          <a:xfrm>
            <a:off x="6341356" y="3274550"/>
            <a:ext cx="2076000" cy="19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FAST AND RELIABLE</a:t>
            </a:r>
            <a:endParaRPr/>
          </a:p>
        </p:txBody>
      </p:sp>
      <p:sp>
        <p:nvSpPr>
          <p:cNvPr id="281" name="Google Shape;281;p25"/>
          <p:cNvSpPr txBox="1">
            <a:spLocks noGrp="1"/>
          </p:cNvSpPr>
          <p:nvPr>
            <p:ph type="ctrTitle" idx="5"/>
          </p:nvPr>
        </p:nvSpPr>
        <p:spPr>
          <a:xfrm>
            <a:off x="3540631" y="3274550"/>
            <a:ext cx="2076000" cy="19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ACCESSIBLE</a:t>
            </a:r>
            <a:endParaRPr/>
          </a:p>
        </p:txBody>
      </p:sp>
      <p:sp>
        <p:nvSpPr>
          <p:cNvPr id="282" name="Google Shape;282;p25"/>
          <p:cNvSpPr/>
          <p:nvPr/>
        </p:nvSpPr>
        <p:spPr>
          <a:xfrm>
            <a:off x="1267145" y="2083606"/>
            <a:ext cx="994973" cy="830447"/>
          </a:xfrm>
          <a:custGeom>
            <a:avLst/>
            <a:gdLst/>
            <a:ahLst/>
            <a:cxnLst/>
            <a:rect l="l" t="t" r="r" b="b"/>
            <a:pathLst>
              <a:path w="209468" h="174831" extrusionOk="0">
                <a:moveTo>
                  <a:pt x="198077" y="11364"/>
                </a:moveTo>
                <a:lnTo>
                  <a:pt x="198105" y="12377"/>
                </a:lnTo>
                <a:lnTo>
                  <a:pt x="198105" y="134115"/>
                </a:lnTo>
                <a:cubicBezTo>
                  <a:pt x="198105" y="134854"/>
                  <a:pt x="197803" y="135155"/>
                  <a:pt x="197064" y="135155"/>
                </a:cubicBezTo>
                <a:lnTo>
                  <a:pt x="12294" y="135155"/>
                </a:lnTo>
                <a:cubicBezTo>
                  <a:pt x="11555" y="135155"/>
                  <a:pt x="11254" y="134854"/>
                  <a:pt x="11254" y="134115"/>
                </a:cubicBezTo>
                <a:lnTo>
                  <a:pt x="11254" y="12377"/>
                </a:lnTo>
                <a:lnTo>
                  <a:pt x="11254" y="11364"/>
                </a:lnTo>
                <a:close/>
                <a:moveTo>
                  <a:pt x="11254" y="0"/>
                </a:moveTo>
                <a:lnTo>
                  <a:pt x="11254" y="302"/>
                </a:lnTo>
                <a:cubicBezTo>
                  <a:pt x="5230" y="712"/>
                  <a:pt x="712" y="5531"/>
                  <a:pt x="0" y="11364"/>
                </a:cubicBezTo>
                <a:lnTo>
                  <a:pt x="0" y="12377"/>
                </a:lnTo>
                <a:lnTo>
                  <a:pt x="0" y="134115"/>
                </a:lnTo>
                <a:cubicBezTo>
                  <a:pt x="0" y="136497"/>
                  <a:pt x="630" y="138468"/>
                  <a:pt x="1643" y="140248"/>
                </a:cubicBezTo>
                <a:cubicBezTo>
                  <a:pt x="3998" y="144383"/>
                  <a:pt x="7503" y="146518"/>
                  <a:pt x="12294" y="146518"/>
                </a:cubicBezTo>
                <a:lnTo>
                  <a:pt x="79707" y="146518"/>
                </a:lnTo>
                <a:lnTo>
                  <a:pt x="79707" y="163522"/>
                </a:lnTo>
                <a:lnTo>
                  <a:pt x="66920" y="163522"/>
                </a:lnTo>
                <a:cubicBezTo>
                  <a:pt x="63744" y="163522"/>
                  <a:pt x="61280" y="165987"/>
                  <a:pt x="61280" y="169163"/>
                </a:cubicBezTo>
                <a:cubicBezTo>
                  <a:pt x="61280" y="172339"/>
                  <a:pt x="63744" y="174831"/>
                  <a:pt x="66920" y="174831"/>
                </a:cubicBezTo>
                <a:lnTo>
                  <a:pt x="142466" y="174831"/>
                </a:lnTo>
                <a:cubicBezTo>
                  <a:pt x="145642" y="174831"/>
                  <a:pt x="148216" y="172339"/>
                  <a:pt x="148216" y="169163"/>
                </a:cubicBezTo>
                <a:cubicBezTo>
                  <a:pt x="148216" y="165987"/>
                  <a:pt x="145642" y="163522"/>
                  <a:pt x="142466" y="163522"/>
                </a:cubicBezTo>
                <a:lnTo>
                  <a:pt x="129651" y="163522"/>
                </a:lnTo>
                <a:lnTo>
                  <a:pt x="129651" y="146518"/>
                </a:lnTo>
                <a:lnTo>
                  <a:pt x="197064" y="146518"/>
                </a:lnTo>
                <a:cubicBezTo>
                  <a:pt x="201911" y="146518"/>
                  <a:pt x="205388" y="144437"/>
                  <a:pt x="207715" y="140248"/>
                </a:cubicBezTo>
                <a:cubicBezTo>
                  <a:pt x="208783" y="138359"/>
                  <a:pt x="209468" y="136360"/>
                  <a:pt x="209468" y="134115"/>
                </a:cubicBezTo>
                <a:lnTo>
                  <a:pt x="209468" y="12377"/>
                </a:lnTo>
                <a:lnTo>
                  <a:pt x="209468" y="11364"/>
                </a:lnTo>
                <a:cubicBezTo>
                  <a:pt x="208756" y="5531"/>
                  <a:pt x="203909" y="712"/>
                  <a:pt x="198105" y="302"/>
                </a:cubicBezTo>
                <a:lnTo>
                  <a:pt x="198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5"/>
          <p:cNvGrpSpPr/>
          <p:nvPr/>
        </p:nvGrpSpPr>
        <p:grpSpPr>
          <a:xfrm>
            <a:off x="4081142" y="2083606"/>
            <a:ext cx="994978" cy="830447"/>
            <a:chOff x="6666900" y="628300"/>
            <a:chExt cx="5236725" cy="4370775"/>
          </a:xfrm>
        </p:grpSpPr>
        <p:sp>
          <p:nvSpPr>
            <p:cNvPr id="284" name="Google Shape;284;p25"/>
            <p:cNvSpPr/>
            <p:nvPr/>
          </p:nvSpPr>
          <p:spPr>
            <a:xfrm>
              <a:off x="6666900" y="628300"/>
              <a:ext cx="5236725" cy="4370775"/>
            </a:xfrm>
            <a:custGeom>
              <a:avLst/>
              <a:gdLst/>
              <a:ahLst/>
              <a:cxnLst/>
              <a:rect l="l" t="t" r="r" b="b"/>
              <a:pathLst>
                <a:path w="209469" h="174831" extrusionOk="0">
                  <a:moveTo>
                    <a:pt x="198078" y="11364"/>
                  </a:moveTo>
                  <a:lnTo>
                    <a:pt x="198105" y="12404"/>
                  </a:lnTo>
                  <a:lnTo>
                    <a:pt x="198105" y="134142"/>
                  </a:lnTo>
                  <a:cubicBezTo>
                    <a:pt x="198105" y="134854"/>
                    <a:pt x="197804" y="135155"/>
                    <a:pt x="197092" y="135155"/>
                  </a:cubicBezTo>
                  <a:lnTo>
                    <a:pt x="12295" y="135155"/>
                  </a:lnTo>
                  <a:cubicBezTo>
                    <a:pt x="11583" y="135155"/>
                    <a:pt x="11254" y="134854"/>
                    <a:pt x="11254" y="134142"/>
                  </a:cubicBezTo>
                  <a:lnTo>
                    <a:pt x="11254" y="12404"/>
                  </a:lnTo>
                  <a:lnTo>
                    <a:pt x="11254" y="11364"/>
                  </a:lnTo>
                  <a:close/>
                  <a:moveTo>
                    <a:pt x="11254" y="0"/>
                  </a:moveTo>
                  <a:lnTo>
                    <a:pt x="11254" y="302"/>
                  </a:lnTo>
                  <a:cubicBezTo>
                    <a:pt x="5203" y="712"/>
                    <a:pt x="712" y="5559"/>
                    <a:pt x="0" y="11364"/>
                  </a:cubicBezTo>
                  <a:lnTo>
                    <a:pt x="0" y="12404"/>
                  </a:lnTo>
                  <a:lnTo>
                    <a:pt x="0" y="134142"/>
                  </a:lnTo>
                  <a:cubicBezTo>
                    <a:pt x="0" y="136497"/>
                    <a:pt x="603" y="138496"/>
                    <a:pt x="1643" y="140275"/>
                  </a:cubicBezTo>
                  <a:cubicBezTo>
                    <a:pt x="3998" y="144410"/>
                    <a:pt x="7503" y="146518"/>
                    <a:pt x="12295" y="146518"/>
                  </a:cubicBezTo>
                  <a:lnTo>
                    <a:pt x="79708" y="146518"/>
                  </a:lnTo>
                  <a:lnTo>
                    <a:pt x="79708" y="163550"/>
                  </a:lnTo>
                  <a:lnTo>
                    <a:pt x="66921" y="163550"/>
                  </a:lnTo>
                  <a:cubicBezTo>
                    <a:pt x="63744" y="163550"/>
                    <a:pt x="61280" y="166014"/>
                    <a:pt x="61280" y="169190"/>
                  </a:cubicBezTo>
                  <a:cubicBezTo>
                    <a:pt x="61280" y="172366"/>
                    <a:pt x="63744" y="174831"/>
                    <a:pt x="66921" y="174831"/>
                  </a:cubicBezTo>
                  <a:lnTo>
                    <a:pt x="142466" y="174831"/>
                  </a:lnTo>
                  <a:cubicBezTo>
                    <a:pt x="145642" y="174831"/>
                    <a:pt x="148216" y="172366"/>
                    <a:pt x="148216" y="169190"/>
                  </a:cubicBezTo>
                  <a:cubicBezTo>
                    <a:pt x="148216" y="166014"/>
                    <a:pt x="145642" y="163550"/>
                    <a:pt x="142466" y="163550"/>
                  </a:cubicBezTo>
                  <a:lnTo>
                    <a:pt x="129651" y="163550"/>
                  </a:lnTo>
                  <a:lnTo>
                    <a:pt x="129651" y="146518"/>
                  </a:lnTo>
                  <a:lnTo>
                    <a:pt x="197092" y="146518"/>
                  </a:lnTo>
                  <a:cubicBezTo>
                    <a:pt x="201911" y="146518"/>
                    <a:pt x="205388" y="144437"/>
                    <a:pt x="207716" y="140275"/>
                  </a:cubicBezTo>
                  <a:cubicBezTo>
                    <a:pt x="208784" y="138386"/>
                    <a:pt x="209468" y="136360"/>
                    <a:pt x="209468" y="134142"/>
                  </a:cubicBezTo>
                  <a:lnTo>
                    <a:pt x="209468" y="12404"/>
                  </a:lnTo>
                  <a:lnTo>
                    <a:pt x="209468" y="11364"/>
                  </a:lnTo>
                  <a:cubicBezTo>
                    <a:pt x="208756" y="5559"/>
                    <a:pt x="203937" y="712"/>
                    <a:pt x="198105" y="302"/>
                  </a:cubicBezTo>
                  <a:lnTo>
                    <a:pt x="198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5"/>
            <p:cNvSpPr/>
            <p:nvPr/>
          </p:nvSpPr>
          <p:spPr>
            <a:xfrm>
              <a:off x="8826600" y="2050775"/>
              <a:ext cx="917300" cy="917300"/>
            </a:xfrm>
            <a:custGeom>
              <a:avLst/>
              <a:gdLst/>
              <a:ahLst/>
              <a:cxnLst/>
              <a:rect l="l" t="t" r="r" b="b"/>
              <a:pathLst>
                <a:path w="36692" h="36692" extrusionOk="0">
                  <a:moveTo>
                    <a:pt x="27262" y="10022"/>
                  </a:moveTo>
                  <a:cubicBezTo>
                    <a:pt x="27985" y="10022"/>
                    <a:pt x="28710" y="10295"/>
                    <a:pt x="29271" y="10843"/>
                  </a:cubicBezTo>
                  <a:cubicBezTo>
                    <a:pt x="30367" y="11966"/>
                    <a:pt x="30367" y="13773"/>
                    <a:pt x="29244" y="14868"/>
                  </a:cubicBezTo>
                  <a:lnTo>
                    <a:pt x="16101" y="28011"/>
                  </a:lnTo>
                  <a:cubicBezTo>
                    <a:pt x="15553" y="28559"/>
                    <a:pt x="14814" y="28833"/>
                    <a:pt x="14102" y="28833"/>
                  </a:cubicBezTo>
                  <a:cubicBezTo>
                    <a:pt x="13390" y="28833"/>
                    <a:pt x="12678" y="28559"/>
                    <a:pt x="12131" y="28011"/>
                  </a:cubicBezTo>
                  <a:lnTo>
                    <a:pt x="7093" y="23000"/>
                  </a:lnTo>
                  <a:cubicBezTo>
                    <a:pt x="5997" y="21905"/>
                    <a:pt x="5997" y="20125"/>
                    <a:pt x="7093" y="18975"/>
                  </a:cubicBezTo>
                  <a:cubicBezTo>
                    <a:pt x="7640" y="18428"/>
                    <a:pt x="8359" y="18154"/>
                    <a:pt x="9081" y="18154"/>
                  </a:cubicBezTo>
                  <a:cubicBezTo>
                    <a:pt x="9803" y="18154"/>
                    <a:pt x="10529" y="18428"/>
                    <a:pt x="11090" y="18975"/>
                  </a:cubicBezTo>
                  <a:lnTo>
                    <a:pt x="14102" y="21987"/>
                  </a:lnTo>
                  <a:lnTo>
                    <a:pt x="25274" y="10843"/>
                  </a:lnTo>
                  <a:cubicBezTo>
                    <a:pt x="25821" y="10295"/>
                    <a:pt x="26540" y="10022"/>
                    <a:pt x="27262" y="10022"/>
                  </a:cubicBezTo>
                  <a:close/>
                  <a:moveTo>
                    <a:pt x="18346" y="0"/>
                  </a:moveTo>
                  <a:cubicBezTo>
                    <a:pt x="8215" y="0"/>
                    <a:pt x="1" y="8214"/>
                    <a:pt x="1" y="18346"/>
                  </a:cubicBezTo>
                  <a:cubicBezTo>
                    <a:pt x="1" y="28477"/>
                    <a:pt x="8215" y="36691"/>
                    <a:pt x="18346" y="36691"/>
                  </a:cubicBezTo>
                  <a:cubicBezTo>
                    <a:pt x="28477" y="36691"/>
                    <a:pt x="36692" y="28477"/>
                    <a:pt x="36692" y="18346"/>
                  </a:cubicBezTo>
                  <a:cubicBezTo>
                    <a:pt x="36692" y="8214"/>
                    <a:pt x="28477" y="0"/>
                    <a:pt x="18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5"/>
            <p:cNvSpPr/>
            <p:nvPr/>
          </p:nvSpPr>
          <p:spPr>
            <a:xfrm>
              <a:off x="8248175" y="1305300"/>
              <a:ext cx="2071425" cy="2406175"/>
            </a:xfrm>
            <a:custGeom>
              <a:avLst/>
              <a:gdLst/>
              <a:ahLst/>
              <a:cxnLst/>
              <a:rect l="l" t="t" r="r" b="b"/>
              <a:pathLst>
                <a:path w="82857" h="96247" extrusionOk="0">
                  <a:moveTo>
                    <a:pt x="41483" y="24151"/>
                  </a:moveTo>
                  <a:cubicBezTo>
                    <a:pt x="54736" y="24151"/>
                    <a:pt x="65469" y="34939"/>
                    <a:pt x="65469" y="48137"/>
                  </a:cubicBezTo>
                  <a:cubicBezTo>
                    <a:pt x="65469" y="61362"/>
                    <a:pt x="54736" y="72151"/>
                    <a:pt x="41483" y="72151"/>
                  </a:cubicBezTo>
                  <a:cubicBezTo>
                    <a:pt x="28231" y="72151"/>
                    <a:pt x="17497" y="61362"/>
                    <a:pt x="17497" y="48137"/>
                  </a:cubicBezTo>
                  <a:cubicBezTo>
                    <a:pt x="17497" y="34939"/>
                    <a:pt x="28285" y="24151"/>
                    <a:pt x="41483" y="24151"/>
                  </a:cubicBezTo>
                  <a:close/>
                  <a:moveTo>
                    <a:pt x="41439" y="1"/>
                  </a:moveTo>
                  <a:cubicBezTo>
                    <a:pt x="39943" y="1"/>
                    <a:pt x="38444" y="548"/>
                    <a:pt x="37239" y="1644"/>
                  </a:cubicBezTo>
                  <a:lnTo>
                    <a:pt x="37184" y="1698"/>
                  </a:lnTo>
                  <a:cubicBezTo>
                    <a:pt x="29846" y="8817"/>
                    <a:pt x="21303" y="12459"/>
                    <a:pt x="10214" y="13062"/>
                  </a:cubicBezTo>
                  <a:cubicBezTo>
                    <a:pt x="4902" y="13390"/>
                    <a:pt x="685" y="17771"/>
                    <a:pt x="575" y="23056"/>
                  </a:cubicBezTo>
                  <a:cubicBezTo>
                    <a:pt x="575" y="24151"/>
                    <a:pt x="548" y="25109"/>
                    <a:pt x="493" y="26040"/>
                  </a:cubicBezTo>
                  <a:lnTo>
                    <a:pt x="493" y="26205"/>
                  </a:lnTo>
                  <a:cubicBezTo>
                    <a:pt x="274" y="37513"/>
                    <a:pt x="0" y="51532"/>
                    <a:pt x="4683" y="64320"/>
                  </a:cubicBezTo>
                  <a:cubicBezTo>
                    <a:pt x="7284" y="71329"/>
                    <a:pt x="11199" y="77408"/>
                    <a:pt x="16320" y="82419"/>
                  </a:cubicBezTo>
                  <a:cubicBezTo>
                    <a:pt x="22179" y="88141"/>
                    <a:pt x="29846" y="92659"/>
                    <a:pt x="39101" y="95863"/>
                  </a:cubicBezTo>
                  <a:cubicBezTo>
                    <a:pt x="39402" y="95973"/>
                    <a:pt x="39704" y="96082"/>
                    <a:pt x="40005" y="96109"/>
                  </a:cubicBezTo>
                  <a:cubicBezTo>
                    <a:pt x="40470" y="96219"/>
                    <a:pt x="40908" y="96246"/>
                    <a:pt x="41374" y="96246"/>
                  </a:cubicBezTo>
                  <a:cubicBezTo>
                    <a:pt x="41839" y="96246"/>
                    <a:pt x="42277" y="96192"/>
                    <a:pt x="42743" y="96109"/>
                  </a:cubicBezTo>
                  <a:cubicBezTo>
                    <a:pt x="43071" y="96027"/>
                    <a:pt x="43400" y="95973"/>
                    <a:pt x="43674" y="95863"/>
                  </a:cubicBezTo>
                  <a:cubicBezTo>
                    <a:pt x="52929" y="92659"/>
                    <a:pt x="60596" y="88087"/>
                    <a:pt x="66400" y="82391"/>
                  </a:cubicBezTo>
                  <a:cubicBezTo>
                    <a:pt x="71548" y="77381"/>
                    <a:pt x="75436" y="71247"/>
                    <a:pt x="78037" y="64237"/>
                  </a:cubicBezTo>
                  <a:cubicBezTo>
                    <a:pt x="82857" y="51505"/>
                    <a:pt x="82583" y="37431"/>
                    <a:pt x="82391" y="26123"/>
                  </a:cubicBezTo>
                  <a:lnTo>
                    <a:pt x="82391" y="26040"/>
                  </a:lnTo>
                  <a:cubicBezTo>
                    <a:pt x="82364" y="25109"/>
                    <a:pt x="82309" y="24124"/>
                    <a:pt x="82282" y="23056"/>
                  </a:cubicBezTo>
                  <a:cubicBezTo>
                    <a:pt x="82227" y="17771"/>
                    <a:pt x="77983" y="13390"/>
                    <a:pt x="72671" y="13062"/>
                  </a:cubicBezTo>
                  <a:cubicBezTo>
                    <a:pt x="61609" y="12459"/>
                    <a:pt x="53011" y="8817"/>
                    <a:pt x="45700" y="1698"/>
                  </a:cubicBezTo>
                  <a:lnTo>
                    <a:pt x="45618" y="1644"/>
                  </a:lnTo>
                  <a:cubicBezTo>
                    <a:pt x="44427" y="548"/>
                    <a:pt x="42935" y="1"/>
                    <a:pt x="414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25"/>
          <p:cNvGrpSpPr/>
          <p:nvPr/>
        </p:nvGrpSpPr>
        <p:grpSpPr>
          <a:xfrm>
            <a:off x="6877940" y="2077049"/>
            <a:ext cx="1002833" cy="837003"/>
            <a:chOff x="12618250" y="628300"/>
            <a:chExt cx="5236725" cy="4370775"/>
          </a:xfrm>
        </p:grpSpPr>
        <p:sp>
          <p:nvSpPr>
            <p:cNvPr id="288" name="Google Shape;288;p25"/>
            <p:cNvSpPr/>
            <p:nvPr/>
          </p:nvSpPr>
          <p:spPr>
            <a:xfrm>
              <a:off x="12618250" y="628300"/>
              <a:ext cx="5236725" cy="4370775"/>
            </a:xfrm>
            <a:custGeom>
              <a:avLst/>
              <a:gdLst/>
              <a:ahLst/>
              <a:cxnLst/>
              <a:rect l="l" t="t" r="r" b="b"/>
              <a:pathLst>
                <a:path w="209469" h="174831" extrusionOk="0">
                  <a:moveTo>
                    <a:pt x="198078" y="11364"/>
                  </a:moveTo>
                  <a:lnTo>
                    <a:pt x="198078" y="12404"/>
                  </a:lnTo>
                  <a:lnTo>
                    <a:pt x="198078" y="134142"/>
                  </a:lnTo>
                  <a:cubicBezTo>
                    <a:pt x="198078" y="134854"/>
                    <a:pt x="197749" y="135155"/>
                    <a:pt x="197037" y="135155"/>
                  </a:cubicBezTo>
                  <a:lnTo>
                    <a:pt x="12295" y="135155"/>
                  </a:lnTo>
                  <a:cubicBezTo>
                    <a:pt x="11555" y="135155"/>
                    <a:pt x="11254" y="134854"/>
                    <a:pt x="11254" y="134142"/>
                  </a:cubicBezTo>
                  <a:lnTo>
                    <a:pt x="11254" y="12404"/>
                  </a:lnTo>
                  <a:lnTo>
                    <a:pt x="11254" y="11364"/>
                  </a:lnTo>
                  <a:close/>
                  <a:moveTo>
                    <a:pt x="11254" y="0"/>
                  </a:moveTo>
                  <a:lnTo>
                    <a:pt x="11254" y="302"/>
                  </a:lnTo>
                  <a:cubicBezTo>
                    <a:pt x="5203" y="712"/>
                    <a:pt x="712" y="5559"/>
                    <a:pt x="0" y="11364"/>
                  </a:cubicBezTo>
                  <a:lnTo>
                    <a:pt x="0" y="12404"/>
                  </a:lnTo>
                  <a:lnTo>
                    <a:pt x="0" y="134142"/>
                  </a:lnTo>
                  <a:cubicBezTo>
                    <a:pt x="0" y="136497"/>
                    <a:pt x="603" y="138496"/>
                    <a:pt x="1643" y="140275"/>
                  </a:cubicBezTo>
                  <a:cubicBezTo>
                    <a:pt x="3998" y="144410"/>
                    <a:pt x="7503" y="146518"/>
                    <a:pt x="12295" y="146518"/>
                  </a:cubicBezTo>
                  <a:lnTo>
                    <a:pt x="79708" y="146518"/>
                  </a:lnTo>
                  <a:lnTo>
                    <a:pt x="79708" y="163550"/>
                  </a:lnTo>
                  <a:lnTo>
                    <a:pt x="66921" y="163550"/>
                  </a:lnTo>
                  <a:cubicBezTo>
                    <a:pt x="63717" y="163550"/>
                    <a:pt x="61253" y="166014"/>
                    <a:pt x="61253" y="169190"/>
                  </a:cubicBezTo>
                  <a:cubicBezTo>
                    <a:pt x="61253" y="172366"/>
                    <a:pt x="63717" y="174831"/>
                    <a:pt x="66921" y="174831"/>
                  </a:cubicBezTo>
                  <a:lnTo>
                    <a:pt x="142439" y="174831"/>
                  </a:lnTo>
                  <a:cubicBezTo>
                    <a:pt x="145642" y="174831"/>
                    <a:pt x="148189" y="172366"/>
                    <a:pt x="148189" y="169190"/>
                  </a:cubicBezTo>
                  <a:cubicBezTo>
                    <a:pt x="148189" y="166014"/>
                    <a:pt x="145642" y="163550"/>
                    <a:pt x="142439" y="163550"/>
                  </a:cubicBezTo>
                  <a:lnTo>
                    <a:pt x="129651" y="163550"/>
                  </a:lnTo>
                  <a:lnTo>
                    <a:pt x="129651" y="146518"/>
                  </a:lnTo>
                  <a:lnTo>
                    <a:pt x="197065" y="146518"/>
                  </a:lnTo>
                  <a:cubicBezTo>
                    <a:pt x="201911" y="146518"/>
                    <a:pt x="205388" y="144437"/>
                    <a:pt x="207716" y="140275"/>
                  </a:cubicBezTo>
                  <a:cubicBezTo>
                    <a:pt x="208784" y="138386"/>
                    <a:pt x="209468" y="136360"/>
                    <a:pt x="209468" y="134142"/>
                  </a:cubicBezTo>
                  <a:lnTo>
                    <a:pt x="209468" y="12404"/>
                  </a:lnTo>
                  <a:lnTo>
                    <a:pt x="209468" y="11364"/>
                  </a:lnTo>
                  <a:cubicBezTo>
                    <a:pt x="208756" y="5559"/>
                    <a:pt x="203910" y="712"/>
                    <a:pt x="198078" y="302"/>
                  </a:cubicBezTo>
                  <a:lnTo>
                    <a:pt x="1980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5"/>
            <p:cNvSpPr/>
            <p:nvPr/>
          </p:nvSpPr>
          <p:spPr>
            <a:xfrm>
              <a:off x="14145450" y="1440150"/>
              <a:ext cx="2050900" cy="2127575"/>
            </a:xfrm>
            <a:custGeom>
              <a:avLst/>
              <a:gdLst/>
              <a:ahLst/>
              <a:cxnLst/>
              <a:rect l="l" t="t" r="r" b="b"/>
              <a:pathLst>
                <a:path w="82036" h="85103" extrusionOk="0">
                  <a:moveTo>
                    <a:pt x="56844" y="4108"/>
                  </a:moveTo>
                  <a:cubicBezTo>
                    <a:pt x="57228" y="4108"/>
                    <a:pt x="57529" y="4437"/>
                    <a:pt x="57529" y="4793"/>
                  </a:cubicBezTo>
                  <a:cubicBezTo>
                    <a:pt x="57529" y="5176"/>
                    <a:pt x="57228" y="5477"/>
                    <a:pt x="56844" y="5477"/>
                  </a:cubicBezTo>
                  <a:lnTo>
                    <a:pt x="44742" y="5477"/>
                  </a:lnTo>
                  <a:cubicBezTo>
                    <a:pt x="44358" y="5477"/>
                    <a:pt x="44057" y="5176"/>
                    <a:pt x="44057" y="4793"/>
                  </a:cubicBezTo>
                  <a:cubicBezTo>
                    <a:pt x="44057" y="4437"/>
                    <a:pt x="44358" y="4108"/>
                    <a:pt x="44742" y="4108"/>
                  </a:cubicBezTo>
                  <a:close/>
                  <a:moveTo>
                    <a:pt x="67879" y="39074"/>
                  </a:moveTo>
                  <a:cubicBezTo>
                    <a:pt x="65387" y="39074"/>
                    <a:pt x="63334" y="41073"/>
                    <a:pt x="63334" y="43619"/>
                  </a:cubicBezTo>
                  <a:lnTo>
                    <a:pt x="63334" y="44085"/>
                  </a:lnTo>
                  <a:cubicBezTo>
                    <a:pt x="63334" y="46631"/>
                    <a:pt x="65332" y="48630"/>
                    <a:pt x="67879" y="48630"/>
                  </a:cubicBezTo>
                  <a:lnTo>
                    <a:pt x="77490" y="48630"/>
                  </a:lnTo>
                  <a:cubicBezTo>
                    <a:pt x="79982" y="48630"/>
                    <a:pt x="82035" y="46577"/>
                    <a:pt x="82035" y="44085"/>
                  </a:cubicBezTo>
                  <a:lnTo>
                    <a:pt x="82035" y="43565"/>
                  </a:lnTo>
                  <a:cubicBezTo>
                    <a:pt x="82035" y="41073"/>
                    <a:pt x="79982" y="39074"/>
                    <a:pt x="77490" y="39074"/>
                  </a:cubicBezTo>
                  <a:close/>
                  <a:moveTo>
                    <a:pt x="37896" y="37513"/>
                  </a:moveTo>
                  <a:lnTo>
                    <a:pt x="37896" y="40525"/>
                  </a:lnTo>
                  <a:cubicBezTo>
                    <a:pt x="47781" y="40525"/>
                    <a:pt x="55858" y="48575"/>
                    <a:pt x="55858" y="58487"/>
                  </a:cubicBezTo>
                  <a:lnTo>
                    <a:pt x="58898" y="58487"/>
                  </a:lnTo>
                  <a:cubicBezTo>
                    <a:pt x="58898" y="46933"/>
                    <a:pt x="49451" y="37513"/>
                    <a:pt x="37896" y="37513"/>
                  </a:cubicBezTo>
                  <a:close/>
                  <a:moveTo>
                    <a:pt x="37896" y="48165"/>
                  </a:moveTo>
                  <a:lnTo>
                    <a:pt x="37896" y="51204"/>
                  </a:lnTo>
                  <a:cubicBezTo>
                    <a:pt x="41921" y="51204"/>
                    <a:pt x="45207" y="54490"/>
                    <a:pt x="45207" y="58542"/>
                  </a:cubicBezTo>
                  <a:lnTo>
                    <a:pt x="48274" y="58542"/>
                  </a:lnTo>
                  <a:cubicBezTo>
                    <a:pt x="48274" y="52820"/>
                    <a:pt x="43619" y="48165"/>
                    <a:pt x="37896" y="48165"/>
                  </a:cubicBezTo>
                  <a:close/>
                  <a:moveTo>
                    <a:pt x="37896" y="42743"/>
                  </a:moveTo>
                  <a:lnTo>
                    <a:pt x="37896" y="45810"/>
                  </a:lnTo>
                  <a:cubicBezTo>
                    <a:pt x="44906" y="45810"/>
                    <a:pt x="50629" y="51505"/>
                    <a:pt x="50629" y="58542"/>
                  </a:cubicBezTo>
                  <a:lnTo>
                    <a:pt x="53668" y="58542"/>
                  </a:lnTo>
                  <a:lnTo>
                    <a:pt x="53668" y="58487"/>
                  </a:lnTo>
                  <a:cubicBezTo>
                    <a:pt x="53668" y="49808"/>
                    <a:pt x="46576" y="42743"/>
                    <a:pt x="37896" y="42743"/>
                  </a:cubicBezTo>
                  <a:close/>
                  <a:moveTo>
                    <a:pt x="67879" y="50383"/>
                  </a:moveTo>
                  <a:cubicBezTo>
                    <a:pt x="65387" y="50383"/>
                    <a:pt x="63334" y="52436"/>
                    <a:pt x="63334" y="54955"/>
                  </a:cubicBezTo>
                  <a:lnTo>
                    <a:pt x="63334" y="55448"/>
                  </a:lnTo>
                  <a:cubicBezTo>
                    <a:pt x="63334" y="57967"/>
                    <a:pt x="65332" y="60021"/>
                    <a:pt x="67879" y="60021"/>
                  </a:cubicBezTo>
                  <a:lnTo>
                    <a:pt x="77490" y="60021"/>
                  </a:lnTo>
                  <a:cubicBezTo>
                    <a:pt x="79982" y="60021"/>
                    <a:pt x="82035" y="57995"/>
                    <a:pt x="82035" y="55448"/>
                  </a:cubicBezTo>
                  <a:lnTo>
                    <a:pt x="82035" y="54955"/>
                  </a:lnTo>
                  <a:cubicBezTo>
                    <a:pt x="82035" y="52436"/>
                    <a:pt x="80036" y="50383"/>
                    <a:pt x="77490" y="50383"/>
                  </a:cubicBezTo>
                  <a:close/>
                  <a:moveTo>
                    <a:pt x="50793" y="76450"/>
                  </a:moveTo>
                  <a:cubicBezTo>
                    <a:pt x="52381" y="76450"/>
                    <a:pt x="53668" y="77737"/>
                    <a:pt x="53668" y="79325"/>
                  </a:cubicBezTo>
                  <a:cubicBezTo>
                    <a:pt x="53668" y="80885"/>
                    <a:pt x="52408" y="82200"/>
                    <a:pt x="50793" y="82200"/>
                  </a:cubicBezTo>
                  <a:cubicBezTo>
                    <a:pt x="49232" y="82200"/>
                    <a:pt x="47918" y="80913"/>
                    <a:pt x="47918" y="79325"/>
                  </a:cubicBezTo>
                  <a:cubicBezTo>
                    <a:pt x="47918" y="77709"/>
                    <a:pt x="49177" y="76450"/>
                    <a:pt x="50793" y="76450"/>
                  </a:cubicBezTo>
                  <a:close/>
                  <a:moveTo>
                    <a:pt x="31872" y="1"/>
                  </a:moveTo>
                  <a:cubicBezTo>
                    <a:pt x="28723" y="1"/>
                    <a:pt x="26122" y="2602"/>
                    <a:pt x="26122" y="5751"/>
                  </a:cubicBezTo>
                  <a:lnTo>
                    <a:pt x="26122" y="21550"/>
                  </a:lnTo>
                  <a:cubicBezTo>
                    <a:pt x="18455" y="25876"/>
                    <a:pt x="10542" y="30394"/>
                    <a:pt x="10542" y="30394"/>
                  </a:cubicBezTo>
                  <a:cubicBezTo>
                    <a:pt x="6271" y="32147"/>
                    <a:pt x="0" y="37869"/>
                    <a:pt x="0" y="51286"/>
                  </a:cubicBezTo>
                  <a:cubicBezTo>
                    <a:pt x="0" y="52491"/>
                    <a:pt x="55" y="53614"/>
                    <a:pt x="165" y="54681"/>
                  </a:cubicBezTo>
                  <a:lnTo>
                    <a:pt x="274" y="55585"/>
                  </a:lnTo>
                  <a:cubicBezTo>
                    <a:pt x="384" y="56379"/>
                    <a:pt x="521" y="57118"/>
                    <a:pt x="685" y="57858"/>
                  </a:cubicBezTo>
                  <a:cubicBezTo>
                    <a:pt x="740" y="58104"/>
                    <a:pt x="794" y="58378"/>
                    <a:pt x="849" y="58597"/>
                  </a:cubicBezTo>
                  <a:cubicBezTo>
                    <a:pt x="1068" y="59418"/>
                    <a:pt x="1287" y="60213"/>
                    <a:pt x="1616" y="60924"/>
                  </a:cubicBezTo>
                  <a:cubicBezTo>
                    <a:pt x="1780" y="61280"/>
                    <a:pt x="1917" y="61609"/>
                    <a:pt x="2081" y="61965"/>
                  </a:cubicBezTo>
                  <a:cubicBezTo>
                    <a:pt x="2273" y="62348"/>
                    <a:pt x="2437" y="62677"/>
                    <a:pt x="2602" y="63033"/>
                  </a:cubicBezTo>
                  <a:cubicBezTo>
                    <a:pt x="2821" y="63444"/>
                    <a:pt x="3012" y="63799"/>
                    <a:pt x="3259" y="64183"/>
                  </a:cubicBezTo>
                  <a:cubicBezTo>
                    <a:pt x="3314" y="64265"/>
                    <a:pt x="3368" y="64320"/>
                    <a:pt x="3423" y="64429"/>
                  </a:cubicBezTo>
                  <a:cubicBezTo>
                    <a:pt x="8981" y="72781"/>
                    <a:pt x="19167" y="72808"/>
                    <a:pt x="19167" y="72808"/>
                  </a:cubicBezTo>
                  <a:lnTo>
                    <a:pt x="26095" y="72808"/>
                  </a:lnTo>
                  <a:lnTo>
                    <a:pt x="26095" y="79352"/>
                  </a:lnTo>
                  <a:cubicBezTo>
                    <a:pt x="26095" y="82501"/>
                    <a:pt x="28696" y="85102"/>
                    <a:pt x="31845" y="85102"/>
                  </a:cubicBezTo>
                  <a:lnTo>
                    <a:pt x="69713" y="85102"/>
                  </a:lnTo>
                  <a:cubicBezTo>
                    <a:pt x="72917" y="85102"/>
                    <a:pt x="75464" y="82501"/>
                    <a:pt x="75464" y="79352"/>
                  </a:cubicBezTo>
                  <a:lnTo>
                    <a:pt x="75464" y="71384"/>
                  </a:lnTo>
                  <a:lnTo>
                    <a:pt x="77490" y="71384"/>
                  </a:lnTo>
                  <a:cubicBezTo>
                    <a:pt x="80036" y="71384"/>
                    <a:pt x="82035" y="69331"/>
                    <a:pt x="82035" y="66811"/>
                  </a:cubicBezTo>
                  <a:lnTo>
                    <a:pt x="82035" y="66319"/>
                  </a:lnTo>
                  <a:cubicBezTo>
                    <a:pt x="82035" y="63772"/>
                    <a:pt x="79982" y="61746"/>
                    <a:pt x="77490" y="61746"/>
                  </a:cubicBezTo>
                  <a:lnTo>
                    <a:pt x="67879" y="61746"/>
                  </a:lnTo>
                  <a:cubicBezTo>
                    <a:pt x="65332" y="61746"/>
                    <a:pt x="63334" y="63799"/>
                    <a:pt x="63334" y="66319"/>
                  </a:cubicBezTo>
                  <a:lnTo>
                    <a:pt x="63334" y="66811"/>
                  </a:lnTo>
                  <a:cubicBezTo>
                    <a:pt x="63334" y="69331"/>
                    <a:pt x="65387" y="71384"/>
                    <a:pt x="67879" y="71384"/>
                  </a:cubicBezTo>
                  <a:lnTo>
                    <a:pt x="71466" y="71384"/>
                  </a:lnTo>
                  <a:lnTo>
                    <a:pt x="71466" y="74451"/>
                  </a:lnTo>
                  <a:lnTo>
                    <a:pt x="30065" y="74451"/>
                  </a:lnTo>
                  <a:lnTo>
                    <a:pt x="30065" y="33160"/>
                  </a:lnTo>
                  <a:cubicBezTo>
                    <a:pt x="32146" y="31845"/>
                    <a:pt x="34063" y="30586"/>
                    <a:pt x="35158" y="29710"/>
                  </a:cubicBezTo>
                  <a:cubicBezTo>
                    <a:pt x="40744" y="25411"/>
                    <a:pt x="46001" y="21988"/>
                    <a:pt x="46713" y="18867"/>
                  </a:cubicBezTo>
                  <a:cubicBezTo>
                    <a:pt x="47408" y="15861"/>
                    <a:pt x="45874" y="13206"/>
                    <a:pt x="42806" y="13206"/>
                  </a:cubicBezTo>
                  <a:cubicBezTo>
                    <a:pt x="41766" y="13206"/>
                    <a:pt x="40549" y="13511"/>
                    <a:pt x="39183" y="14212"/>
                  </a:cubicBezTo>
                  <a:cubicBezTo>
                    <a:pt x="37486" y="15115"/>
                    <a:pt x="34035" y="17032"/>
                    <a:pt x="30065" y="19250"/>
                  </a:cubicBezTo>
                  <a:lnTo>
                    <a:pt x="30065" y="9091"/>
                  </a:lnTo>
                  <a:lnTo>
                    <a:pt x="71466" y="9091"/>
                  </a:lnTo>
                  <a:lnTo>
                    <a:pt x="71466" y="27738"/>
                  </a:lnTo>
                  <a:lnTo>
                    <a:pt x="67879" y="27738"/>
                  </a:lnTo>
                  <a:cubicBezTo>
                    <a:pt x="65387" y="27738"/>
                    <a:pt x="63334" y="29792"/>
                    <a:pt x="63334" y="32283"/>
                  </a:cubicBezTo>
                  <a:lnTo>
                    <a:pt x="63334" y="32776"/>
                  </a:lnTo>
                  <a:cubicBezTo>
                    <a:pt x="63334" y="35295"/>
                    <a:pt x="65387" y="37322"/>
                    <a:pt x="67879" y="37322"/>
                  </a:cubicBezTo>
                  <a:lnTo>
                    <a:pt x="77490" y="37322"/>
                  </a:lnTo>
                  <a:cubicBezTo>
                    <a:pt x="80036" y="37322"/>
                    <a:pt x="82035" y="35268"/>
                    <a:pt x="82035" y="32776"/>
                  </a:cubicBezTo>
                  <a:lnTo>
                    <a:pt x="82035" y="32256"/>
                  </a:lnTo>
                  <a:cubicBezTo>
                    <a:pt x="82035" y="29797"/>
                    <a:pt x="80088" y="27764"/>
                    <a:pt x="77642" y="27764"/>
                  </a:cubicBezTo>
                  <a:cubicBezTo>
                    <a:pt x="77610" y="27764"/>
                    <a:pt x="77577" y="27765"/>
                    <a:pt x="77545" y="27766"/>
                  </a:cubicBezTo>
                  <a:lnTo>
                    <a:pt x="75546" y="27766"/>
                  </a:lnTo>
                  <a:lnTo>
                    <a:pt x="75546" y="5751"/>
                  </a:lnTo>
                  <a:cubicBezTo>
                    <a:pt x="75546" y="2602"/>
                    <a:pt x="72944" y="1"/>
                    <a:pt x="697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25"/>
          <p:cNvSpPr/>
          <p:nvPr/>
        </p:nvSpPr>
        <p:spPr>
          <a:xfrm>
            <a:off x="1609000" y="2221850"/>
            <a:ext cx="311260" cy="414990"/>
          </a:xfrm>
          <a:custGeom>
            <a:avLst/>
            <a:gdLst/>
            <a:ahLst/>
            <a:cxnLst/>
            <a:rect l="l" t="t" r="r" b="b"/>
            <a:pathLst>
              <a:path w="156609" h="208800" extrusionOk="0">
                <a:moveTo>
                  <a:pt x="78289" y="26096"/>
                </a:moveTo>
                <a:cubicBezTo>
                  <a:pt x="97469" y="26096"/>
                  <a:pt x="113061" y="41721"/>
                  <a:pt x="113061" y="60869"/>
                </a:cubicBezTo>
                <a:lnTo>
                  <a:pt x="113061" y="78288"/>
                </a:lnTo>
                <a:lnTo>
                  <a:pt x="43516" y="78288"/>
                </a:lnTo>
                <a:lnTo>
                  <a:pt x="43516" y="60869"/>
                </a:lnTo>
                <a:cubicBezTo>
                  <a:pt x="43516" y="41688"/>
                  <a:pt x="59141" y="26096"/>
                  <a:pt x="78289" y="26096"/>
                </a:cubicBezTo>
                <a:close/>
                <a:moveTo>
                  <a:pt x="78256" y="113060"/>
                </a:moveTo>
                <a:cubicBezTo>
                  <a:pt x="87879" y="113060"/>
                  <a:pt x="95675" y="120857"/>
                  <a:pt x="95675" y="130479"/>
                </a:cubicBezTo>
                <a:cubicBezTo>
                  <a:pt x="95675" y="136123"/>
                  <a:pt x="93000" y="141244"/>
                  <a:pt x="88531" y="144473"/>
                </a:cubicBezTo>
                <a:lnTo>
                  <a:pt x="91304" y="169134"/>
                </a:lnTo>
                <a:cubicBezTo>
                  <a:pt x="91434" y="170374"/>
                  <a:pt x="91043" y="171580"/>
                  <a:pt x="90195" y="172526"/>
                </a:cubicBezTo>
                <a:cubicBezTo>
                  <a:pt x="89379" y="173472"/>
                  <a:pt x="88205" y="173994"/>
                  <a:pt x="86965" y="173994"/>
                </a:cubicBezTo>
                <a:lnTo>
                  <a:pt x="69579" y="173994"/>
                </a:lnTo>
                <a:cubicBezTo>
                  <a:pt x="68340" y="173994"/>
                  <a:pt x="67165" y="173472"/>
                  <a:pt x="66350" y="172526"/>
                </a:cubicBezTo>
                <a:cubicBezTo>
                  <a:pt x="65534" y="171580"/>
                  <a:pt x="65110" y="170374"/>
                  <a:pt x="65241" y="169134"/>
                </a:cubicBezTo>
                <a:lnTo>
                  <a:pt x="67981" y="144473"/>
                </a:lnTo>
                <a:cubicBezTo>
                  <a:pt x="63544" y="141244"/>
                  <a:pt x="60837" y="136123"/>
                  <a:pt x="60837" y="130479"/>
                </a:cubicBezTo>
                <a:cubicBezTo>
                  <a:pt x="60837" y="120889"/>
                  <a:pt x="68633" y="113060"/>
                  <a:pt x="78256" y="113060"/>
                </a:cubicBezTo>
                <a:close/>
                <a:moveTo>
                  <a:pt x="78289" y="0"/>
                </a:moveTo>
                <a:cubicBezTo>
                  <a:pt x="44723" y="0"/>
                  <a:pt x="17420" y="27335"/>
                  <a:pt x="17420" y="60869"/>
                </a:cubicBezTo>
                <a:lnTo>
                  <a:pt x="17420" y="78288"/>
                </a:lnTo>
                <a:lnTo>
                  <a:pt x="4372" y="78288"/>
                </a:lnTo>
                <a:cubicBezTo>
                  <a:pt x="1958" y="78288"/>
                  <a:pt x="1" y="80245"/>
                  <a:pt x="1" y="82659"/>
                </a:cubicBezTo>
                <a:lnTo>
                  <a:pt x="1" y="191413"/>
                </a:lnTo>
                <a:cubicBezTo>
                  <a:pt x="1" y="200971"/>
                  <a:pt x="7797" y="208800"/>
                  <a:pt x="17420" y="208800"/>
                </a:cubicBezTo>
                <a:lnTo>
                  <a:pt x="139222" y="208800"/>
                </a:lnTo>
                <a:cubicBezTo>
                  <a:pt x="148780" y="208800"/>
                  <a:pt x="156609" y="201036"/>
                  <a:pt x="156609" y="191413"/>
                </a:cubicBezTo>
                <a:lnTo>
                  <a:pt x="156609" y="82659"/>
                </a:lnTo>
                <a:cubicBezTo>
                  <a:pt x="156576" y="80245"/>
                  <a:pt x="154619" y="78288"/>
                  <a:pt x="152205" y="78288"/>
                </a:cubicBezTo>
                <a:lnTo>
                  <a:pt x="139157" y="78288"/>
                </a:lnTo>
                <a:lnTo>
                  <a:pt x="139157" y="60869"/>
                </a:lnTo>
                <a:cubicBezTo>
                  <a:pt x="139157" y="27335"/>
                  <a:pt x="111854" y="0"/>
                  <a:pt x="78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1" name="Google Shape;291;p25"/>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6"/>
          <p:cNvSpPr txBox="1">
            <a:spLocks noGrp="1"/>
          </p:cNvSpPr>
          <p:nvPr>
            <p:ph type="ctrTitle"/>
          </p:nvPr>
        </p:nvSpPr>
        <p:spPr>
          <a:xfrm>
            <a:off x="4893700" y="1737500"/>
            <a:ext cx="35304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ABOUT THE PROJECT</a:t>
            </a:r>
            <a:endParaRPr/>
          </a:p>
        </p:txBody>
      </p:sp>
      <p:sp>
        <p:nvSpPr>
          <p:cNvPr id="297" name="Google Shape;297;p26"/>
          <p:cNvSpPr txBox="1">
            <a:spLocks noGrp="1"/>
          </p:cNvSpPr>
          <p:nvPr>
            <p:ph type="subTitle" idx="1"/>
          </p:nvPr>
        </p:nvSpPr>
        <p:spPr>
          <a:xfrm>
            <a:off x="4893700" y="2746375"/>
            <a:ext cx="3457500" cy="142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Mercury is the closest planet to the Sun and the smallest one in the Solar System—it’s only a bit larger than our Moon. The planet’s name has nothing to do with the liquid metal since it was named after the Roman messenger god, Mercury</a:t>
            </a:r>
            <a:endParaRPr/>
          </a:p>
        </p:txBody>
      </p:sp>
      <p:cxnSp>
        <p:nvCxnSpPr>
          <p:cNvPr id="298" name="Google Shape;298;p26"/>
          <p:cNvCxnSpPr/>
          <p:nvPr/>
        </p:nvCxnSpPr>
        <p:spPr>
          <a:xfrm>
            <a:off x="4979350" y="2275300"/>
            <a:ext cx="4448400" cy="0"/>
          </a:xfrm>
          <a:prstGeom prst="straightConnector1">
            <a:avLst/>
          </a:prstGeom>
          <a:noFill/>
          <a:ln w="9525" cap="flat" cmpd="sng">
            <a:solidFill>
              <a:schemeClr val="accent1"/>
            </a:solidFill>
            <a:prstDash val="solid"/>
            <a:round/>
            <a:headEnd type="none" w="med" len="med"/>
            <a:tailEnd type="none" w="med" len="med"/>
          </a:ln>
        </p:spPr>
      </p:cxnSp>
      <p:sp>
        <p:nvSpPr>
          <p:cNvPr id="299" name="Google Shape;299;p26"/>
          <p:cNvSpPr/>
          <p:nvPr/>
        </p:nvSpPr>
        <p:spPr>
          <a:xfrm>
            <a:off x="1953596" y="1830067"/>
            <a:ext cx="1094271" cy="2041506"/>
          </a:xfrm>
          <a:custGeom>
            <a:avLst/>
            <a:gdLst/>
            <a:ahLst/>
            <a:cxnLst/>
            <a:rect l="l" t="t" r="r" b="b"/>
            <a:pathLst>
              <a:path w="78009" h="145536" fill="none" extrusionOk="0">
                <a:moveTo>
                  <a:pt x="9069" y="1"/>
                </a:moveTo>
                <a:lnTo>
                  <a:pt x="68940" y="1"/>
                </a:lnTo>
                <a:cubicBezTo>
                  <a:pt x="73962" y="1"/>
                  <a:pt x="78008" y="4096"/>
                  <a:pt x="78008" y="9118"/>
                </a:cubicBezTo>
                <a:lnTo>
                  <a:pt x="78008" y="136418"/>
                </a:lnTo>
                <a:cubicBezTo>
                  <a:pt x="78008" y="141440"/>
                  <a:pt x="73962" y="145535"/>
                  <a:pt x="68940" y="145535"/>
                </a:cubicBezTo>
                <a:lnTo>
                  <a:pt x="9069" y="145535"/>
                </a:lnTo>
                <a:cubicBezTo>
                  <a:pt x="4047" y="145535"/>
                  <a:pt x="0" y="141440"/>
                  <a:pt x="0" y="136418"/>
                </a:cubicBezTo>
                <a:lnTo>
                  <a:pt x="0" y="9118"/>
                </a:lnTo>
                <a:cubicBezTo>
                  <a:pt x="0" y="4096"/>
                  <a:pt x="4047" y="1"/>
                  <a:pt x="9069" y="1"/>
                </a:cubicBezTo>
                <a:close/>
              </a:path>
            </a:pathLst>
          </a:custGeom>
          <a:no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2056879" y="1992173"/>
            <a:ext cx="887043" cy="1628410"/>
          </a:xfrm>
          <a:custGeom>
            <a:avLst/>
            <a:gdLst/>
            <a:ahLst/>
            <a:cxnLst/>
            <a:rect l="l" t="t" r="r" b="b"/>
            <a:pathLst>
              <a:path w="63236" h="116087" extrusionOk="0">
                <a:moveTo>
                  <a:pt x="2682" y="1"/>
                </a:moveTo>
                <a:cubicBezTo>
                  <a:pt x="1219" y="1"/>
                  <a:pt x="0" y="1171"/>
                  <a:pt x="0" y="2682"/>
                </a:cubicBezTo>
                <a:lnTo>
                  <a:pt x="0" y="113405"/>
                </a:lnTo>
                <a:cubicBezTo>
                  <a:pt x="0" y="114917"/>
                  <a:pt x="1219" y="116087"/>
                  <a:pt x="2682" y="116087"/>
                </a:cubicBezTo>
                <a:lnTo>
                  <a:pt x="60554" y="116087"/>
                </a:lnTo>
                <a:cubicBezTo>
                  <a:pt x="62066" y="116087"/>
                  <a:pt x="63236" y="114917"/>
                  <a:pt x="63236" y="113405"/>
                </a:cubicBezTo>
                <a:lnTo>
                  <a:pt x="63236" y="2682"/>
                </a:lnTo>
                <a:cubicBezTo>
                  <a:pt x="63236" y="1171"/>
                  <a:pt x="62066" y="1"/>
                  <a:pt x="60554" y="1"/>
                </a:cubicBezTo>
                <a:close/>
              </a:path>
            </a:pathLst>
          </a:custGeom>
          <a:gradFill>
            <a:gsLst>
              <a:gs pos="0">
                <a:srgbClr val="052643">
                  <a:alpha val="53460"/>
                </a:srgbClr>
              </a:gs>
              <a:gs pos="100000">
                <a:srgbClr val="041523">
                  <a:alpha val="53460"/>
                </a:srgbClr>
              </a:gs>
            </a:gsLst>
            <a:path path="circle">
              <a:fillToRect l="50000" t="50000" r="50000" b="50000"/>
            </a:path>
            <a:tileRect/>
          </a:gra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2396132" y="3661112"/>
            <a:ext cx="182624" cy="156421"/>
          </a:xfrm>
          <a:custGeom>
            <a:avLst/>
            <a:gdLst/>
            <a:ahLst/>
            <a:cxnLst/>
            <a:rect l="l" t="t" r="r" b="b"/>
            <a:pathLst>
              <a:path w="13019" h="11151" extrusionOk="0">
                <a:moveTo>
                  <a:pt x="7460" y="1"/>
                </a:moveTo>
                <a:cubicBezTo>
                  <a:pt x="2487" y="1"/>
                  <a:pt x="1" y="5997"/>
                  <a:pt x="3511" y="9508"/>
                </a:cubicBezTo>
                <a:cubicBezTo>
                  <a:pt x="4646" y="10643"/>
                  <a:pt x="6041" y="11151"/>
                  <a:pt x="7409" y="11151"/>
                </a:cubicBezTo>
                <a:cubicBezTo>
                  <a:pt x="10272" y="11151"/>
                  <a:pt x="13018" y="8924"/>
                  <a:pt x="13018" y="5559"/>
                </a:cubicBezTo>
                <a:cubicBezTo>
                  <a:pt x="13018" y="2487"/>
                  <a:pt x="10532" y="1"/>
                  <a:pt x="7460" y="1"/>
                </a:cubicBezTo>
                <a:close/>
              </a:path>
            </a:pathLst>
          </a:custGeom>
          <a:gradFill>
            <a:gsLst>
              <a:gs pos="0">
                <a:srgbClr val="052643"/>
              </a:gs>
              <a:gs pos="100000">
                <a:srgbClr val="041523"/>
              </a:gs>
            </a:gsLst>
            <a:path path="circle">
              <a:fillToRect l="50000" t="50000" r="50000" b="50000"/>
            </a:path>
            <a:tileRect/>
          </a:gra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2392035" y="1893688"/>
            <a:ext cx="217496" cy="35574"/>
          </a:xfrm>
          <a:custGeom>
            <a:avLst/>
            <a:gdLst/>
            <a:ahLst/>
            <a:cxnLst/>
            <a:rect l="l" t="t" r="r" b="b"/>
            <a:pathLst>
              <a:path w="15505" h="2536" extrusionOk="0">
                <a:moveTo>
                  <a:pt x="1317" y="0"/>
                </a:moveTo>
                <a:cubicBezTo>
                  <a:pt x="585" y="0"/>
                  <a:pt x="0" y="536"/>
                  <a:pt x="0" y="1268"/>
                </a:cubicBezTo>
                <a:cubicBezTo>
                  <a:pt x="0" y="1950"/>
                  <a:pt x="585" y="2535"/>
                  <a:pt x="1317" y="2535"/>
                </a:cubicBezTo>
                <a:lnTo>
                  <a:pt x="14188" y="2535"/>
                </a:lnTo>
                <a:cubicBezTo>
                  <a:pt x="14919" y="2535"/>
                  <a:pt x="15456" y="1950"/>
                  <a:pt x="15504" y="1268"/>
                </a:cubicBezTo>
                <a:cubicBezTo>
                  <a:pt x="15456" y="536"/>
                  <a:pt x="14919" y="0"/>
                  <a:pt x="14188" y="0"/>
                </a:cubicBezTo>
                <a:close/>
              </a:path>
            </a:pathLst>
          </a:custGeom>
          <a:solidFill>
            <a:srgbClr val="161234"/>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2251814" y="3281499"/>
            <a:ext cx="119697" cy="102639"/>
          </a:xfrm>
          <a:custGeom>
            <a:avLst/>
            <a:gdLst/>
            <a:ahLst/>
            <a:cxnLst/>
            <a:rect l="l" t="t" r="r" b="b"/>
            <a:pathLst>
              <a:path w="8533" h="7317" extrusionOk="0">
                <a:moveTo>
                  <a:pt x="4876" y="0"/>
                </a:moveTo>
                <a:cubicBezTo>
                  <a:pt x="1658" y="0"/>
                  <a:pt x="1" y="3950"/>
                  <a:pt x="2292" y="6241"/>
                </a:cubicBezTo>
                <a:cubicBezTo>
                  <a:pt x="3050" y="6983"/>
                  <a:pt x="3972" y="7316"/>
                  <a:pt x="4872" y="7316"/>
                </a:cubicBezTo>
                <a:cubicBezTo>
                  <a:pt x="6750" y="7316"/>
                  <a:pt x="8533" y="5866"/>
                  <a:pt x="8533" y="3657"/>
                </a:cubicBezTo>
                <a:cubicBezTo>
                  <a:pt x="8533" y="1609"/>
                  <a:pt x="6924" y="0"/>
                  <a:pt x="4876" y="0"/>
                </a:cubicBezTo>
                <a:close/>
              </a:path>
            </a:pathLst>
          </a:custGeom>
          <a:solidFill>
            <a:schemeClr val="lt1"/>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2326365" y="3384094"/>
            <a:ext cx="14" cy="30103"/>
          </a:xfrm>
          <a:custGeom>
            <a:avLst/>
            <a:gdLst/>
            <a:ahLst/>
            <a:cxnLst/>
            <a:rect l="l" t="t" r="r" b="b"/>
            <a:pathLst>
              <a:path w="1" h="2146" fill="none" extrusionOk="0">
                <a:moveTo>
                  <a:pt x="1" y="1"/>
                </a:moveTo>
                <a:lnTo>
                  <a:pt x="1" y="2146"/>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2327052" y="3444293"/>
            <a:ext cx="29430" cy="30103"/>
          </a:xfrm>
          <a:custGeom>
            <a:avLst/>
            <a:gdLst/>
            <a:ahLst/>
            <a:cxnLst/>
            <a:rect l="l" t="t" r="r" b="b"/>
            <a:pathLst>
              <a:path w="2098" h="2146" fill="none" extrusionOk="0">
                <a:moveTo>
                  <a:pt x="1" y="0"/>
                </a:moveTo>
                <a:lnTo>
                  <a:pt x="1" y="2145"/>
                </a:lnTo>
                <a:lnTo>
                  <a:pt x="2097" y="2145"/>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2411185" y="3474385"/>
            <a:ext cx="409673" cy="14"/>
          </a:xfrm>
          <a:custGeom>
            <a:avLst/>
            <a:gdLst/>
            <a:ahLst/>
            <a:cxnLst/>
            <a:rect l="l" t="t" r="r" b="b"/>
            <a:pathLst>
              <a:path w="29205" h="1" fill="none" extrusionOk="0">
                <a:moveTo>
                  <a:pt x="0" y="0"/>
                </a:moveTo>
                <a:lnTo>
                  <a:pt x="29205" y="0"/>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2848263" y="3444293"/>
            <a:ext cx="30103" cy="30103"/>
          </a:xfrm>
          <a:custGeom>
            <a:avLst/>
            <a:gdLst/>
            <a:ahLst/>
            <a:cxnLst/>
            <a:rect l="l" t="t" r="r" b="b"/>
            <a:pathLst>
              <a:path w="2146" h="2146" fill="none" extrusionOk="0">
                <a:moveTo>
                  <a:pt x="0" y="2145"/>
                </a:moveTo>
                <a:lnTo>
                  <a:pt x="2145" y="2145"/>
                </a:lnTo>
                <a:lnTo>
                  <a:pt x="2145" y="0"/>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2878356" y="3081768"/>
            <a:ext cx="14" cy="307090"/>
          </a:xfrm>
          <a:custGeom>
            <a:avLst/>
            <a:gdLst/>
            <a:ahLst/>
            <a:cxnLst/>
            <a:rect l="l" t="t" r="r" b="b"/>
            <a:pathLst>
              <a:path w="1" h="21892" fill="none" extrusionOk="0">
                <a:moveTo>
                  <a:pt x="0" y="21892"/>
                </a:moveTo>
                <a:lnTo>
                  <a:pt x="0" y="1"/>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2878356" y="3024319"/>
            <a:ext cx="30103" cy="29416"/>
          </a:xfrm>
          <a:custGeom>
            <a:avLst/>
            <a:gdLst/>
            <a:ahLst/>
            <a:cxnLst/>
            <a:rect l="l" t="t" r="r" b="b"/>
            <a:pathLst>
              <a:path w="2146" h="2097" fill="none" extrusionOk="0">
                <a:moveTo>
                  <a:pt x="0" y="2097"/>
                </a:moveTo>
                <a:lnTo>
                  <a:pt x="0" y="0"/>
                </a:lnTo>
                <a:lnTo>
                  <a:pt x="2145" y="0"/>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2970695" y="3024319"/>
            <a:ext cx="341962" cy="14"/>
          </a:xfrm>
          <a:custGeom>
            <a:avLst/>
            <a:gdLst/>
            <a:ahLst/>
            <a:cxnLst/>
            <a:rect l="l" t="t" r="r" b="b"/>
            <a:pathLst>
              <a:path w="24378" h="1" fill="none" extrusionOk="0">
                <a:moveTo>
                  <a:pt x="0" y="0"/>
                </a:moveTo>
                <a:lnTo>
                  <a:pt x="24378" y="0"/>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3344151" y="3024319"/>
            <a:ext cx="29416" cy="29416"/>
          </a:xfrm>
          <a:custGeom>
            <a:avLst/>
            <a:gdLst/>
            <a:ahLst/>
            <a:cxnLst/>
            <a:rect l="l" t="t" r="r" b="b"/>
            <a:pathLst>
              <a:path w="2097" h="2097" fill="none" extrusionOk="0">
                <a:moveTo>
                  <a:pt x="0" y="0"/>
                </a:moveTo>
                <a:lnTo>
                  <a:pt x="2097" y="0"/>
                </a:lnTo>
                <a:lnTo>
                  <a:pt x="2097" y="2097"/>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3373557" y="3107076"/>
            <a:ext cx="14" cy="292053"/>
          </a:xfrm>
          <a:custGeom>
            <a:avLst/>
            <a:gdLst/>
            <a:ahLst/>
            <a:cxnLst/>
            <a:rect l="l" t="t" r="r" b="b"/>
            <a:pathLst>
              <a:path w="1" h="20820" fill="none" extrusionOk="0">
                <a:moveTo>
                  <a:pt x="1" y="1"/>
                </a:moveTo>
                <a:lnTo>
                  <a:pt x="1" y="20819"/>
                </a:lnTo>
              </a:path>
            </a:pathLst>
          </a:custGeom>
          <a:solidFill>
            <a:schemeClr val="accent1"/>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3373557" y="3425816"/>
            <a:ext cx="14" cy="30103"/>
          </a:xfrm>
          <a:custGeom>
            <a:avLst/>
            <a:gdLst/>
            <a:ahLst/>
            <a:cxnLst/>
            <a:rect l="l" t="t" r="r" b="b"/>
            <a:pathLst>
              <a:path w="1" h="2146" fill="none" extrusionOk="0">
                <a:moveTo>
                  <a:pt x="1" y="1"/>
                </a:move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1673154" y="2077680"/>
            <a:ext cx="29430" cy="14"/>
          </a:xfrm>
          <a:custGeom>
            <a:avLst/>
            <a:gdLst/>
            <a:ahLst/>
            <a:cxnLst/>
            <a:rect l="l" t="t" r="r" b="b"/>
            <a:pathLst>
              <a:path w="2098" h="1" fill="none" extrusionOk="0">
                <a:moveTo>
                  <a:pt x="1" y="0"/>
                </a:moveTo>
                <a:lnTo>
                  <a:pt x="2097"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1736762" y="2077680"/>
            <a:ext cx="50625" cy="14"/>
          </a:xfrm>
          <a:custGeom>
            <a:avLst/>
            <a:gdLst/>
            <a:ahLst/>
            <a:cxnLst/>
            <a:rect l="l" t="t" r="r" b="b"/>
            <a:pathLst>
              <a:path w="3609" h="1" fill="none" extrusionOk="0">
                <a:moveTo>
                  <a:pt x="1" y="0"/>
                </a:moveTo>
                <a:lnTo>
                  <a:pt x="3609"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1804480" y="2077680"/>
            <a:ext cx="30103" cy="29416"/>
          </a:xfrm>
          <a:custGeom>
            <a:avLst/>
            <a:gdLst/>
            <a:ahLst/>
            <a:cxnLst/>
            <a:rect l="l" t="t" r="r" b="b"/>
            <a:pathLst>
              <a:path w="2146" h="2097" fill="none" extrusionOk="0">
                <a:moveTo>
                  <a:pt x="1" y="0"/>
                </a:moveTo>
                <a:lnTo>
                  <a:pt x="2146" y="0"/>
                </a:lnTo>
                <a:lnTo>
                  <a:pt x="2146" y="2097"/>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1833900" y="2169332"/>
            <a:ext cx="14" cy="464394"/>
          </a:xfrm>
          <a:custGeom>
            <a:avLst/>
            <a:gdLst/>
            <a:ahLst/>
            <a:cxnLst/>
            <a:rect l="l" t="t" r="r" b="b"/>
            <a:pathLst>
              <a:path w="1" h="33106" fill="none" extrusionOk="0">
                <a:moveTo>
                  <a:pt x="0" y="0"/>
                </a:moveTo>
                <a:lnTo>
                  <a:pt x="0" y="33105"/>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1834573" y="2665217"/>
            <a:ext cx="29430" cy="30117"/>
          </a:xfrm>
          <a:custGeom>
            <a:avLst/>
            <a:gdLst/>
            <a:ahLst/>
            <a:cxnLst/>
            <a:rect l="l" t="t" r="r" b="b"/>
            <a:pathLst>
              <a:path w="2098" h="2147" fill="none" extrusionOk="0">
                <a:moveTo>
                  <a:pt x="1" y="1"/>
                </a:moveTo>
                <a:lnTo>
                  <a:pt x="1" y="2146"/>
                </a:lnTo>
                <a:lnTo>
                  <a:pt x="2097"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1923504" y="2695323"/>
            <a:ext cx="681189" cy="14"/>
          </a:xfrm>
          <a:custGeom>
            <a:avLst/>
            <a:gdLst/>
            <a:ahLst/>
            <a:cxnLst/>
            <a:rect l="l" t="t" r="r" b="b"/>
            <a:pathLst>
              <a:path w="48561" h="1" fill="none" extrusionOk="0">
                <a:moveTo>
                  <a:pt x="0" y="0"/>
                </a:moveTo>
                <a:lnTo>
                  <a:pt x="4856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2634164" y="2695323"/>
            <a:ext cx="30103" cy="14"/>
          </a:xfrm>
          <a:custGeom>
            <a:avLst/>
            <a:gdLst/>
            <a:ahLst/>
            <a:cxnLst/>
            <a:rect l="l" t="t" r="r" b="b"/>
            <a:pathLst>
              <a:path w="2146" h="1" fill="none" extrusionOk="0">
                <a:moveTo>
                  <a:pt x="1" y="0"/>
                </a:moveTo>
                <a:lnTo>
                  <a:pt x="2146"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2608856" y="2648129"/>
            <a:ext cx="119697" cy="102934"/>
          </a:xfrm>
          <a:custGeom>
            <a:avLst/>
            <a:gdLst/>
            <a:ahLst/>
            <a:cxnLst/>
            <a:rect l="l" t="t" r="r" b="b"/>
            <a:pathLst>
              <a:path w="8533" h="7338" extrusionOk="0">
                <a:moveTo>
                  <a:pt x="4876" y="0"/>
                </a:moveTo>
                <a:cubicBezTo>
                  <a:pt x="1610" y="0"/>
                  <a:pt x="1" y="3949"/>
                  <a:pt x="2292" y="6241"/>
                </a:cubicBezTo>
                <a:cubicBezTo>
                  <a:pt x="3035" y="6999"/>
                  <a:pt x="3951" y="7338"/>
                  <a:pt x="4851" y="7338"/>
                </a:cubicBezTo>
                <a:cubicBezTo>
                  <a:pt x="6729" y="7338"/>
                  <a:pt x="8533" y="5865"/>
                  <a:pt x="8533" y="3657"/>
                </a:cubicBezTo>
                <a:cubicBezTo>
                  <a:pt x="8533" y="1658"/>
                  <a:pt x="6875" y="0"/>
                  <a:pt x="4876" y="0"/>
                </a:cubicBezTo>
                <a:close/>
              </a:path>
            </a:pathLst>
          </a:custGeom>
          <a:solidFill>
            <a:schemeClr val="lt1"/>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1611594" y="3639226"/>
            <a:ext cx="30103" cy="14"/>
          </a:xfrm>
          <a:custGeom>
            <a:avLst/>
            <a:gdLst/>
            <a:ahLst/>
            <a:cxnLst/>
            <a:rect l="l" t="t" r="r" b="b"/>
            <a:pathLst>
              <a:path w="2146" h="1" fill="none" extrusionOk="0">
                <a:moveTo>
                  <a:pt x="1" y="0"/>
                </a:moveTo>
                <a:lnTo>
                  <a:pt x="2146"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1724458" y="3609808"/>
            <a:ext cx="30103" cy="30117"/>
          </a:xfrm>
          <a:custGeom>
            <a:avLst/>
            <a:gdLst/>
            <a:ahLst/>
            <a:cxnLst/>
            <a:rect l="l" t="t" r="r" b="b"/>
            <a:pathLst>
              <a:path w="2146" h="2147" fill="none" extrusionOk="0">
                <a:moveTo>
                  <a:pt x="0" y="2146"/>
                </a:moveTo>
                <a:lnTo>
                  <a:pt x="2146" y="2146"/>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1754551" y="3238402"/>
            <a:ext cx="14" cy="313935"/>
          </a:xfrm>
          <a:custGeom>
            <a:avLst/>
            <a:gdLst/>
            <a:ahLst/>
            <a:cxnLst/>
            <a:rect l="l" t="t" r="r" b="b"/>
            <a:pathLst>
              <a:path w="1" h="22380" fill="none" extrusionOk="0">
                <a:moveTo>
                  <a:pt x="1" y="22379"/>
                </a:moveTo>
                <a:lnTo>
                  <a:pt x="1"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1754551" y="3179578"/>
            <a:ext cx="30103" cy="30117"/>
          </a:xfrm>
          <a:custGeom>
            <a:avLst/>
            <a:gdLst/>
            <a:ahLst/>
            <a:cxnLst/>
            <a:rect l="l" t="t" r="r" b="b"/>
            <a:pathLst>
              <a:path w="2146" h="2147" fill="none" extrusionOk="0">
                <a:moveTo>
                  <a:pt x="1" y="2146"/>
                </a:moveTo>
                <a:lnTo>
                  <a:pt x="1" y="1"/>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1840732" y="3179578"/>
            <a:ext cx="871318" cy="14"/>
          </a:xfrm>
          <a:custGeom>
            <a:avLst/>
            <a:gdLst/>
            <a:ahLst/>
            <a:cxnLst/>
            <a:rect l="l" t="t" r="r" b="b"/>
            <a:pathLst>
              <a:path w="62115" h="1" fill="none" extrusionOk="0">
                <a:moveTo>
                  <a:pt x="1" y="1"/>
                </a:moveTo>
                <a:lnTo>
                  <a:pt x="62115"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2740183" y="3179578"/>
            <a:ext cx="30103" cy="30117"/>
          </a:xfrm>
          <a:custGeom>
            <a:avLst/>
            <a:gdLst/>
            <a:ahLst/>
            <a:cxnLst/>
            <a:rect l="l" t="t" r="r" b="b"/>
            <a:pathLst>
              <a:path w="2146" h="2147" fill="none" extrusionOk="0">
                <a:moveTo>
                  <a:pt x="1" y="1"/>
                </a:moveTo>
                <a:lnTo>
                  <a:pt x="2146" y="1"/>
                </a:lnTo>
                <a:lnTo>
                  <a:pt x="2146"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2770275" y="3289706"/>
            <a:ext cx="14" cy="30103"/>
          </a:xfrm>
          <a:custGeom>
            <a:avLst/>
            <a:gdLst/>
            <a:ahLst/>
            <a:cxnLst/>
            <a:rect l="l" t="t" r="r" b="b"/>
            <a:pathLst>
              <a:path w="1" h="2146" fill="none" extrusionOk="0">
                <a:moveTo>
                  <a:pt x="1" y="0"/>
                </a:move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2699147" y="3284235"/>
            <a:ext cx="119697" cy="102639"/>
          </a:xfrm>
          <a:custGeom>
            <a:avLst/>
            <a:gdLst/>
            <a:ahLst/>
            <a:cxnLst/>
            <a:rect l="l" t="t" r="r" b="b"/>
            <a:pathLst>
              <a:path w="8533" h="7317" extrusionOk="0">
                <a:moveTo>
                  <a:pt x="4876" y="0"/>
                </a:moveTo>
                <a:cubicBezTo>
                  <a:pt x="1658" y="0"/>
                  <a:pt x="0" y="3950"/>
                  <a:pt x="2292" y="6241"/>
                </a:cubicBezTo>
                <a:cubicBezTo>
                  <a:pt x="3050" y="6983"/>
                  <a:pt x="3972" y="7316"/>
                  <a:pt x="4872" y="7316"/>
                </a:cubicBezTo>
                <a:cubicBezTo>
                  <a:pt x="6750" y="7316"/>
                  <a:pt x="8533" y="5866"/>
                  <a:pt x="8533" y="3657"/>
                </a:cubicBezTo>
                <a:cubicBezTo>
                  <a:pt x="8533" y="1609"/>
                  <a:pt x="6924" y="0"/>
                  <a:pt x="4876" y="0"/>
                </a:cubicBezTo>
                <a:close/>
              </a:path>
            </a:pathLst>
          </a:custGeom>
          <a:solidFill>
            <a:schemeClr val="lt1"/>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2526098" y="3007905"/>
            <a:ext cx="14" cy="29416"/>
          </a:xfrm>
          <a:custGeom>
            <a:avLst/>
            <a:gdLst/>
            <a:ahLst/>
            <a:cxnLst/>
            <a:rect l="l" t="t" r="r" b="b"/>
            <a:pathLst>
              <a:path w="1" h="2097" fill="none" extrusionOk="0">
                <a:moveTo>
                  <a:pt x="0" y="2097"/>
                </a:moveTo>
                <a:lnTo>
                  <a:pt x="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2526098" y="2548944"/>
            <a:ext cx="14" cy="404890"/>
          </a:xfrm>
          <a:custGeom>
            <a:avLst/>
            <a:gdLst/>
            <a:ahLst/>
            <a:cxnLst/>
            <a:rect l="l" t="t" r="r" b="b"/>
            <a:pathLst>
              <a:path w="1" h="28864" fill="none" extrusionOk="0">
                <a:moveTo>
                  <a:pt x="0" y="28864"/>
                </a:moveTo>
                <a:lnTo>
                  <a:pt x="0"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6"/>
          <p:cNvSpPr/>
          <p:nvPr/>
        </p:nvSpPr>
        <p:spPr>
          <a:xfrm>
            <a:off x="2526785" y="2492168"/>
            <a:ext cx="29416" cy="30117"/>
          </a:xfrm>
          <a:custGeom>
            <a:avLst/>
            <a:gdLst/>
            <a:ahLst/>
            <a:cxnLst/>
            <a:rect l="l" t="t" r="r" b="b"/>
            <a:pathLst>
              <a:path w="2097" h="2147" fill="none" extrusionOk="0">
                <a:moveTo>
                  <a:pt x="0" y="2146"/>
                </a:moveTo>
                <a:lnTo>
                  <a:pt x="0" y="1"/>
                </a:lnTo>
                <a:lnTo>
                  <a:pt x="2097"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p:nvPr/>
        </p:nvSpPr>
        <p:spPr>
          <a:xfrm>
            <a:off x="2615014" y="2492168"/>
            <a:ext cx="904830" cy="14"/>
          </a:xfrm>
          <a:custGeom>
            <a:avLst/>
            <a:gdLst/>
            <a:ahLst/>
            <a:cxnLst/>
            <a:rect l="l" t="t" r="r" b="b"/>
            <a:pathLst>
              <a:path w="64504" h="1" fill="none" extrusionOk="0">
                <a:moveTo>
                  <a:pt x="1" y="1"/>
                </a:moveTo>
                <a:lnTo>
                  <a:pt x="64504"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6"/>
          <p:cNvSpPr/>
          <p:nvPr/>
        </p:nvSpPr>
        <p:spPr>
          <a:xfrm>
            <a:off x="3549342" y="2462076"/>
            <a:ext cx="30117" cy="30103"/>
          </a:xfrm>
          <a:custGeom>
            <a:avLst/>
            <a:gdLst/>
            <a:ahLst/>
            <a:cxnLst/>
            <a:rect l="l" t="t" r="r" b="b"/>
            <a:pathLst>
              <a:path w="2147" h="2146" fill="none" extrusionOk="0">
                <a:moveTo>
                  <a:pt x="1" y="2146"/>
                </a:moveTo>
                <a:lnTo>
                  <a:pt x="2146" y="2146"/>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6"/>
          <p:cNvSpPr/>
          <p:nvPr/>
        </p:nvSpPr>
        <p:spPr>
          <a:xfrm>
            <a:off x="3579448" y="2350587"/>
            <a:ext cx="14" cy="67037"/>
          </a:xfrm>
          <a:custGeom>
            <a:avLst/>
            <a:gdLst/>
            <a:ahLst/>
            <a:cxnLst/>
            <a:rect l="l" t="t" r="r" b="b"/>
            <a:pathLst>
              <a:path w="1" h="4779" fill="none" extrusionOk="0">
                <a:moveTo>
                  <a:pt x="0" y="4779"/>
                </a:moveTo>
                <a:lnTo>
                  <a:pt x="0"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6"/>
          <p:cNvSpPr/>
          <p:nvPr/>
        </p:nvSpPr>
        <p:spPr>
          <a:xfrm>
            <a:off x="3579448" y="2297922"/>
            <a:ext cx="14" cy="30103"/>
          </a:xfrm>
          <a:custGeom>
            <a:avLst/>
            <a:gdLst/>
            <a:ahLst/>
            <a:cxnLst/>
            <a:rect l="l" t="t" r="r" b="b"/>
            <a:pathLst>
              <a:path w="1" h="2146" fill="none" extrusionOk="0">
                <a:moveTo>
                  <a:pt x="0" y="2146"/>
                </a:moveTo>
                <a:lnTo>
                  <a:pt x="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6"/>
          <p:cNvSpPr/>
          <p:nvPr/>
        </p:nvSpPr>
        <p:spPr>
          <a:xfrm>
            <a:off x="2473432" y="3007217"/>
            <a:ext cx="103284" cy="103284"/>
          </a:xfrm>
          <a:custGeom>
            <a:avLst/>
            <a:gdLst/>
            <a:ahLst/>
            <a:cxnLst/>
            <a:rect l="l" t="t" r="r" b="b"/>
            <a:pathLst>
              <a:path w="7363" h="7363" extrusionOk="0">
                <a:moveTo>
                  <a:pt x="3657" y="1"/>
                </a:moveTo>
                <a:cubicBezTo>
                  <a:pt x="1658" y="1"/>
                  <a:pt x="0" y="1658"/>
                  <a:pt x="0" y="3706"/>
                </a:cubicBezTo>
                <a:cubicBezTo>
                  <a:pt x="0" y="5754"/>
                  <a:pt x="1658" y="7363"/>
                  <a:pt x="3657" y="7363"/>
                </a:cubicBezTo>
                <a:cubicBezTo>
                  <a:pt x="5705" y="7363"/>
                  <a:pt x="7362" y="5754"/>
                  <a:pt x="7362" y="3706"/>
                </a:cubicBezTo>
                <a:cubicBezTo>
                  <a:pt x="7362" y="1658"/>
                  <a:pt x="5705" y="1"/>
                  <a:pt x="3657" y="1"/>
                </a:cubicBezTo>
                <a:close/>
              </a:path>
            </a:pathLst>
          </a:custGeom>
          <a:solidFill>
            <a:schemeClr val="lt1"/>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2811324" y="1640604"/>
            <a:ext cx="14" cy="30103"/>
          </a:xfrm>
          <a:custGeom>
            <a:avLst/>
            <a:gdLst/>
            <a:ahLst/>
            <a:cxnLst/>
            <a:rect l="l" t="t" r="r" b="b"/>
            <a:pathLst>
              <a:path w="1" h="2146" fill="none" extrusionOk="0">
                <a:moveTo>
                  <a:pt x="0" y="1"/>
                </a:moveTo>
                <a:lnTo>
                  <a:pt x="0"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6"/>
          <p:cNvSpPr/>
          <p:nvPr/>
        </p:nvSpPr>
        <p:spPr>
          <a:xfrm>
            <a:off x="2811324" y="1728160"/>
            <a:ext cx="14" cy="547143"/>
          </a:xfrm>
          <a:custGeom>
            <a:avLst/>
            <a:gdLst/>
            <a:ahLst/>
            <a:cxnLst/>
            <a:rect l="l" t="t" r="r" b="b"/>
            <a:pathLst>
              <a:path w="1" h="39005" fill="none" extrusionOk="0">
                <a:moveTo>
                  <a:pt x="0" y="0"/>
                </a:moveTo>
                <a:lnTo>
                  <a:pt x="0" y="39004"/>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6"/>
          <p:cNvSpPr/>
          <p:nvPr/>
        </p:nvSpPr>
        <p:spPr>
          <a:xfrm>
            <a:off x="2781905" y="2304754"/>
            <a:ext cx="30103" cy="29430"/>
          </a:xfrm>
          <a:custGeom>
            <a:avLst/>
            <a:gdLst/>
            <a:ahLst/>
            <a:cxnLst/>
            <a:rect l="l" t="t" r="r" b="b"/>
            <a:pathLst>
              <a:path w="2146" h="2098" fill="none" extrusionOk="0">
                <a:moveTo>
                  <a:pt x="2146" y="1"/>
                </a:moveTo>
                <a:lnTo>
                  <a:pt x="2146" y="2097"/>
                </a:lnTo>
                <a:lnTo>
                  <a:pt x="1" y="2097"/>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6"/>
          <p:cNvSpPr/>
          <p:nvPr/>
        </p:nvSpPr>
        <p:spPr>
          <a:xfrm>
            <a:off x="2296272" y="2334173"/>
            <a:ext cx="428147" cy="14"/>
          </a:xfrm>
          <a:custGeom>
            <a:avLst/>
            <a:gdLst/>
            <a:ahLst/>
            <a:cxnLst/>
            <a:rect l="l" t="t" r="r" b="b"/>
            <a:pathLst>
              <a:path w="30522" h="1" fill="none" extrusionOk="0">
                <a:moveTo>
                  <a:pt x="30521" y="0"/>
                </a:moveTo>
                <a:lnTo>
                  <a:pt x="1"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6"/>
          <p:cNvSpPr/>
          <p:nvPr/>
        </p:nvSpPr>
        <p:spPr>
          <a:xfrm>
            <a:off x="2237448" y="2334173"/>
            <a:ext cx="30103" cy="30103"/>
          </a:xfrm>
          <a:custGeom>
            <a:avLst/>
            <a:gdLst/>
            <a:ahLst/>
            <a:cxnLst/>
            <a:rect l="l" t="t" r="r" b="b"/>
            <a:pathLst>
              <a:path w="2146" h="2146" fill="none" extrusionOk="0">
                <a:moveTo>
                  <a:pt x="2146" y="0"/>
                </a:moveTo>
                <a:lnTo>
                  <a:pt x="1" y="0"/>
                </a:ln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6"/>
          <p:cNvSpPr/>
          <p:nvPr/>
        </p:nvSpPr>
        <p:spPr>
          <a:xfrm>
            <a:off x="2237448" y="2418993"/>
            <a:ext cx="14" cy="411034"/>
          </a:xfrm>
          <a:custGeom>
            <a:avLst/>
            <a:gdLst/>
            <a:ahLst/>
            <a:cxnLst/>
            <a:rect l="l" t="t" r="r" b="b"/>
            <a:pathLst>
              <a:path w="1" h="29302" fill="none" extrusionOk="0">
                <a:moveTo>
                  <a:pt x="1" y="0"/>
                </a:moveTo>
                <a:lnTo>
                  <a:pt x="1" y="29302"/>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2237448" y="2857429"/>
            <a:ext cx="14" cy="30103"/>
          </a:xfrm>
          <a:custGeom>
            <a:avLst/>
            <a:gdLst/>
            <a:ahLst/>
            <a:cxnLst/>
            <a:rect l="l" t="t" r="r" b="b"/>
            <a:pathLst>
              <a:path w="1" h="2146" fill="none" extrusionOk="0">
                <a:moveTo>
                  <a:pt x="1" y="0"/>
                </a:moveTo>
                <a:lnTo>
                  <a:pt x="1" y="2145"/>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p:nvPr/>
        </p:nvSpPr>
        <p:spPr>
          <a:xfrm>
            <a:off x="2166320" y="2837592"/>
            <a:ext cx="119697" cy="102639"/>
          </a:xfrm>
          <a:custGeom>
            <a:avLst/>
            <a:gdLst/>
            <a:ahLst/>
            <a:cxnLst/>
            <a:rect l="l" t="t" r="r" b="b"/>
            <a:pathLst>
              <a:path w="8533" h="7317" extrusionOk="0">
                <a:moveTo>
                  <a:pt x="4876" y="0"/>
                </a:moveTo>
                <a:cubicBezTo>
                  <a:pt x="1658" y="0"/>
                  <a:pt x="0" y="3949"/>
                  <a:pt x="2292" y="6241"/>
                </a:cubicBezTo>
                <a:cubicBezTo>
                  <a:pt x="3050" y="6983"/>
                  <a:pt x="3971" y="7316"/>
                  <a:pt x="4871" y="7316"/>
                </a:cubicBezTo>
                <a:cubicBezTo>
                  <a:pt x="6749" y="7316"/>
                  <a:pt x="8532" y="5865"/>
                  <a:pt x="8532" y="3657"/>
                </a:cubicBezTo>
                <a:cubicBezTo>
                  <a:pt x="8532" y="1658"/>
                  <a:pt x="6923" y="0"/>
                  <a:pt x="4876" y="0"/>
                </a:cubicBezTo>
                <a:close/>
              </a:path>
            </a:pathLst>
          </a:custGeom>
          <a:solidFill>
            <a:schemeClr val="lt1"/>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6" name="Google Shape;346;p26"/>
          <p:cNvGrpSpPr/>
          <p:nvPr/>
        </p:nvGrpSpPr>
        <p:grpSpPr>
          <a:xfrm>
            <a:off x="2624430" y="1068391"/>
            <a:ext cx="373819" cy="412843"/>
            <a:chOff x="3040350" y="1113200"/>
            <a:chExt cx="1704600" cy="1882550"/>
          </a:xfrm>
        </p:grpSpPr>
        <p:sp>
          <p:nvSpPr>
            <p:cNvPr id="347" name="Google Shape;347;p26"/>
            <p:cNvSpPr/>
            <p:nvPr/>
          </p:nvSpPr>
          <p:spPr>
            <a:xfrm>
              <a:off x="3040350" y="2164475"/>
              <a:ext cx="1607250" cy="831275"/>
            </a:xfrm>
            <a:custGeom>
              <a:avLst/>
              <a:gdLst/>
              <a:ahLst/>
              <a:cxnLst/>
              <a:rect l="l" t="t" r="r" b="b"/>
              <a:pathLst>
                <a:path w="64290" h="33251" extrusionOk="0">
                  <a:moveTo>
                    <a:pt x="20497" y="1"/>
                  </a:moveTo>
                  <a:cubicBezTo>
                    <a:pt x="16743" y="1"/>
                    <a:pt x="13284" y="2001"/>
                    <a:pt x="11425" y="5248"/>
                  </a:cubicBezTo>
                  <a:lnTo>
                    <a:pt x="9931" y="7860"/>
                  </a:lnTo>
                  <a:cubicBezTo>
                    <a:pt x="8896" y="9649"/>
                    <a:pt x="7613" y="11296"/>
                    <a:pt x="6119" y="12731"/>
                  </a:cubicBezTo>
                  <a:lnTo>
                    <a:pt x="1" y="18614"/>
                  </a:lnTo>
                  <a:lnTo>
                    <a:pt x="8813" y="33251"/>
                  </a:lnTo>
                  <a:lnTo>
                    <a:pt x="14720" y="27733"/>
                  </a:lnTo>
                  <a:cubicBezTo>
                    <a:pt x="16214" y="26333"/>
                    <a:pt x="18191" y="25556"/>
                    <a:pt x="20238" y="25556"/>
                  </a:cubicBezTo>
                  <a:lnTo>
                    <a:pt x="35816" y="25556"/>
                  </a:lnTo>
                  <a:cubicBezTo>
                    <a:pt x="39487" y="25556"/>
                    <a:pt x="43028" y="24250"/>
                    <a:pt x="45817" y="21873"/>
                  </a:cubicBezTo>
                  <a:lnTo>
                    <a:pt x="62489" y="7684"/>
                  </a:lnTo>
                  <a:cubicBezTo>
                    <a:pt x="64030" y="6413"/>
                    <a:pt x="64289" y="4060"/>
                    <a:pt x="62983" y="2554"/>
                  </a:cubicBezTo>
                  <a:cubicBezTo>
                    <a:pt x="62278" y="1738"/>
                    <a:pt x="61283" y="1316"/>
                    <a:pt x="60281" y="1316"/>
                  </a:cubicBezTo>
                  <a:cubicBezTo>
                    <a:pt x="59478" y="1316"/>
                    <a:pt x="58671" y="1587"/>
                    <a:pt x="58006" y="2142"/>
                  </a:cubicBezTo>
                  <a:lnTo>
                    <a:pt x="47641" y="10778"/>
                  </a:lnTo>
                  <a:cubicBezTo>
                    <a:pt x="45640" y="12437"/>
                    <a:pt x="43122" y="13343"/>
                    <a:pt x="40522" y="13343"/>
                  </a:cubicBezTo>
                  <a:lnTo>
                    <a:pt x="28262" y="13343"/>
                  </a:lnTo>
                  <a:cubicBezTo>
                    <a:pt x="28255" y="13343"/>
                    <a:pt x="28248" y="13343"/>
                    <a:pt x="28241" y="13343"/>
                  </a:cubicBezTo>
                  <a:cubicBezTo>
                    <a:pt x="26403" y="13343"/>
                    <a:pt x="24921" y="11853"/>
                    <a:pt x="24921" y="10013"/>
                  </a:cubicBezTo>
                  <a:cubicBezTo>
                    <a:pt x="24921" y="8166"/>
                    <a:pt x="26415" y="6672"/>
                    <a:pt x="28262" y="6672"/>
                  </a:cubicBezTo>
                  <a:lnTo>
                    <a:pt x="40028" y="6672"/>
                  </a:lnTo>
                  <a:cubicBezTo>
                    <a:pt x="41864" y="6672"/>
                    <a:pt x="43358" y="5178"/>
                    <a:pt x="43358" y="3342"/>
                  </a:cubicBezTo>
                  <a:cubicBezTo>
                    <a:pt x="43358" y="1495"/>
                    <a:pt x="41864" y="1"/>
                    <a:pt x="40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highlight>
                  <a:srgbClr val="1EFFC1"/>
                </a:highlight>
              </a:endParaRPr>
            </a:p>
          </p:txBody>
        </p:sp>
        <p:sp>
          <p:nvSpPr>
            <p:cNvPr id="348" name="Google Shape;348;p26"/>
            <p:cNvSpPr/>
            <p:nvPr/>
          </p:nvSpPr>
          <p:spPr>
            <a:xfrm>
              <a:off x="3073300" y="1113200"/>
              <a:ext cx="1671650" cy="924525"/>
            </a:xfrm>
            <a:custGeom>
              <a:avLst/>
              <a:gdLst/>
              <a:ahLst/>
              <a:cxnLst/>
              <a:rect l="l" t="t" r="r" b="b"/>
              <a:pathLst>
                <a:path w="66866" h="36981" extrusionOk="0">
                  <a:moveTo>
                    <a:pt x="33427" y="0"/>
                  </a:moveTo>
                  <a:cubicBezTo>
                    <a:pt x="29803" y="0"/>
                    <a:pt x="27109" y="3342"/>
                    <a:pt x="27886" y="6883"/>
                  </a:cubicBezTo>
                  <a:cubicBezTo>
                    <a:pt x="15826" y="9307"/>
                    <a:pt x="6519" y="19473"/>
                    <a:pt x="5413" y="31957"/>
                  </a:cubicBezTo>
                  <a:lnTo>
                    <a:pt x="0" y="31957"/>
                  </a:lnTo>
                  <a:lnTo>
                    <a:pt x="0" y="36981"/>
                  </a:lnTo>
                  <a:lnTo>
                    <a:pt x="66866" y="36981"/>
                  </a:lnTo>
                  <a:lnTo>
                    <a:pt x="66866" y="31957"/>
                  </a:lnTo>
                  <a:lnTo>
                    <a:pt x="61453" y="31957"/>
                  </a:lnTo>
                  <a:cubicBezTo>
                    <a:pt x="60347" y="19473"/>
                    <a:pt x="51041" y="9307"/>
                    <a:pt x="38981" y="6883"/>
                  </a:cubicBezTo>
                  <a:cubicBezTo>
                    <a:pt x="39745" y="3342"/>
                    <a:pt x="37051" y="0"/>
                    <a:pt x="334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highlight>
                  <a:srgbClr val="1EFFC1"/>
                </a:highlight>
              </a:endParaRPr>
            </a:p>
          </p:txBody>
        </p:sp>
      </p:grpSp>
      <p:grpSp>
        <p:nvGrpSpPr>
          <p:cNvPr id="349" name="Google Shape;349;p26"/>
          <p:cNvGrpSpPr/>
          <p:nvPr/>
        </p:nvGrpSpPr>
        <p:grpSpPr>
          <a:xfrm>
            <a:off x="3390291" y="1782576"/>
            <a:ext cx="406573" cy="402537"/>
            <a:chOff x="462200" y="569000"/>
            <a:chExt cx="1901650" cy="1882775"/>
          </a:xfrm>
        </p:grpSpPr>
        <p:sp>
          <p:nvSpPr>
            <p:cNvPr id="350" name="Google Shape;350;p26"/>
            <p:cNvSpPr/>
            <p:nvPr/>
          </p:nvSpPr>
          <p:spPr>
            <a:xfrm>
              <a:off x="462200" y="890525"/>
              <a:ext cx="1573675" cy="1561250"/>
            </a:xfrm>
            <a:custGeom>
              <a:avLst/>
              <a:gdLst/>
              <a:ahLst/>
              <a:cxnLst/>
              <a:rect l="l" t="t" r="r" b="b"/>
              <a:pathLst>
                <a:path w="62947" h="62450" extrusionOk="0">
                  <a:moveTo>
                    <a:pt x="36971" y="12877"/>
                  </a:moveTo>
                  <a:cubicBezTo>
                    <a:pt x="38885" y="12877"/>
                    <a:pt x="40770" y="13628"/>
                    <a:pt x="42180" y="15037"/>
                  </a:cubicBezTo>
                  <a:cubicBezTo>
                    <a:pt x="45062" y="17897"/>
                    <a:pt x="45062" y="22568"/>
                    <a:pt x="42180" y="25427"/>
                  </a:cubicBezTo>
                  <a:cubicBezTo>
                    <a:pt x="40770" y="26837"/>
                    <a:pt x="38885" y="27587"/>
                    <a:pt x="36971" y="27587"/>
                  </a:cubicBezTo>
                  <a:cubicBezTo>
                    <a:pt x="36026" y="27587"/>
                    <a:pt x="35073" y="27404"/>
                    <a:pt x="34167" y="27027"/>
                  </a:cubicBezTo>
                  <a:cubicBezTo>
                    <a:pt x="31414" y="25886"/>
                    <a:pt x="29625" y="23203"/>
                    <a:pt x="29625" y="20226"/>
                  </a:cubicBezTo>
                  <a:cubicBezTo>
                    <a:pt x="29625" y="17261"/>
                    <a:pt x="31414" y="14579"/>
                    <a:pt x="34167" y="13437"/>
                  </a:cubicBezTo>
                  <a:cubicBezTo>
                    <a:pt x="35073" y="13060"/>
                    <a:pt x="36026" y="12877"/>
                    <a:pt x="36971" y="12877"/>
                  </a:cubicBezTo>
                  <a:close/>
                  <a:moveTo>
                    <a:pt x="50965" y="26846"/>
                  </a:moveTo>
                  <a:cubicBezTo>
                    <a:pt x="51507" y="26846"/>
                    <a:pt x="52060" y="27048"/>
                    <a:pt x="52510" y="27498"/>
                  </a:cubicBezTo>
                  <a:cubicBezTo>
                    <a:pt x="53369" y="28356"/>
                    <a:pt x="53369" y="29757"/>
                    <a:pt x="52510" y="30615"/>
                  </a:cubicBezTo>
                  <a:cubicBezTo>
                    <a:pt x="52060" y="31065"/>
                    <a:pt x="51506" y="31267"/>
                    <a:pt x="50963" y="31267"/>
                  </a:cubicBezTo>
                  <a:cubicBezTo>
                    <a:pt x="49831" y="31267"/>
                    <a:pt x="48745" y="30390"/>
                    <a:pt x="48745" y="29062"/>
                  </a:cubicBezTo>
                  <a:cubicBezTo>
                    <a:pt x="48745" y="27726"/>
                    <a:pt x="49832" y="26846"/>
                    <a:pt x="50965" y="26846"/>
                  </a:cubicBezTo>
                  <a:close/>
                  <a:moveTo>
                    <a:pt x="27672" y="1"/>
                  </a:moveTo>
                  <a:lnTo>
                    <a:pt x="18342" y="20509"/>
                  </a:lnTo>
                  <a:cubicBezTo>
                    <a:pt x="26649" y="22238"/>
                    <a:pt x="31214" y="31216"/>
                    <a:pt x="27696" y="38946"/>
                  </a:cubicBezTo>
                  <a:cubicBezTo>
                    <a:pt x="25441" y="43910"/>
                    <a:pt x="20597" y="46703"/>
                    <a:pt x="15627" y="46703"/>
                  </a:cubicBezTo>
                  <a:cubicBezTo>
                    <a:pt x="12869" y="46703"/>
                    <a:pt x="10073" y="45843"/>
                    <a:pt x="7659" y="44017"/>
                  </a:cubicBezTo>
                  <a:lnTo>
                    <a:pt x="705" y="59324"/>
                  </a:lnTo>
                  <a:cubicBezTo>
                    <a:pt x="0" y="60870"/>
                    <a:pt x="1201" y="62449"/>
                    <a:pt x="2694" y="62449"/>
                  </a:cubicBezTo>
                  <a:cubicBezTo>
                    <a:pt x="2996" y="62449"/>
                    <a:pt x="3310" y="62385"/>
                    <a:pt x="3623" y="62242"/>
                  </a:cubicBezTo>
                  <a:lnTo>
                    <a:pt x="62946" y="35287"/>
                  </a:lnTo>
                  <a:lnTo>
                    <a:pt x="62864" y="35310"/>
                  </a:lnTo>
                  <a:lnTo>
                    <a:pt x="62111" y="33239"/>
                  </a:lnTo>
                  <a:cubicBezTo>
                    <a:pt x="59393" y="25803"/>
                    <a:pt x="55099" y="19038"/>
                    <a:pt x="49510" y="13437"/>
                  </a:cubicBezTo>
                  <a:cubicBezTo>
                    <a:pt x="43909" y="7849"/>
                    <a:pt x="37144" y="3554"/>
                    <a:pt x="29708" y="836"/>
                  </a:cubicBezTo>
                  <a:lnTo>
                    <a:pt x="27637" y="83"/>
                  </a:lnTo>
                  <a:lnTo>
                    <a:pt x="276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6"/>
            <p:cNvSpPr/>
            <p:nvPr/>
          </p:nvSpPr>
          <p:spPr>
            <a:xfrm>
              <a:off x="1198700" y="569000"/>
              <a:ext cx="1165150" cy="1158700"/>
            </a:xfrm>
            <a:custGeom>
              <a:avLst/>
              <a:gdLst/>
              <a:ahLst/>
              <a:cxnLst/>
              <a:rect l="l" t="t" r="r" b="b"/>
              <a:pathLst>
                <a:path w="46606" h="46348" extrusionOk="0">
                  <a:moveTo>
                    <a:pt x="5478" y="1"/>
                  </a:moveTo>
                  <a:cubicBezTo>
                    <a:pt x="4634" y="1"/>
                    <a:pt x="3833" y="487"/>
                    <a:pt x="3460" y="1296"/>
                  </a:cubicBezTo>
                  <a:lnTo>
                    <a:pt x="1" y="8920"/>
                  </a:lnTo>
                  <a:lnTo>
                    <a:pt x="1754" y="9555"/>
                  </a:lnTo>
                  <a:cubicBezTo>
                    <a:pt x="9802" y="12485"/>
                    <a:pt x="17108" y="17133"/>
                    <a:pt x="23168" y="23180"/>
                  </a:cubicBezTo>
                  <a:cubicBezTo>
                    <a:pt x="29215" y="29240"/>
                    <a:pt x="33863" y="36546"/>
                    <a:pt x="36793" y="44594"/>
                  </a:cubicBezTo>
                  <a:lnTo>
                    <a:pt x="37428" y="46347"/>
                  </a:lnTo>
                  <a:lnTo>
                    <a:pt x="45052" y="42888"/>
                  </a:lnTo>
                  <a:cubicBezTo>
                    <a:pt x="46099" y="42406"/>
                    <a:pt x="46605" y="41206"/>
                    <a:pt x="46217" y="40123"/>
                  </a:cubicBezTo>
                  <a:cubicBezTo>
                    <a:pt x="42864" y="30946"/>
                    <a:pt x="37557" y="22604"/>
                    <a:pt x="30663" y="15685"/>
                  </a:cubicBezTo>
                  <a:cubicBezTo>
                    <a:pt x="23744" y="8791"/>
                    <a:pt x="15402" y="3484"/>
                    <a:pt x="6225" y="131"/>
                  </a:cubicBezTo>
                  <a:cubicBezTo>
                    <a:pt x="5979" y="43"/>
                    <a:pt x="5727" y="1"/>
                    <a:pt x="5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6"/>
            <p:cNvSpPr/>
            <p:nvPr/>
          </p:nvSpPr>
          <p:spPr>
            <a:xfrm>
              <a:off x="1307825" y="1322925"/>
              <a:ext cx="159450" cy="146850"/>
            </a:xfrm>
            <a:custGeom>
              <a:avLst/>
              <a:gdLst/>
              <a:ahLst/>
              <a:cxnLst/>
              <a:rect l="l" t="t" r="r" b="b"/>
              <a:pathLst>
                <a:path w="6378" h="5874" extrusionOk="0">
                  <a:moveTo>
                    <a:pt x="3196" y="0"/>
                  </a:moveTo>
                  <a:cubicBezTo>
                    <a:pt x="3182" y="0"/>
                    <a:pt x="3168" y="0"/>
                    <a:pt x="3154" y="1"/>
                  </a:cubicBezTo>
                  <a:cubicBezTo>
                    <a:pt x="1754" y="1"/>
                    <a:pt x="542" y="989"/>
                    <a:pt x="271" y="2365"/>
                  </a:cubicBezTo>
                  <a:cubicBezTo>
                    <a:pt x="1" y="3742"/>
                    <a:pt x="742" y="5119"/>
                    <a:pt x="2036" y="5648"/>
                  </a:cubicBezTo>
                  <a:cubicBezTo>
                    <a:pt x="2402" y="5801"/>
                    <a:pt x="2783" y="5874"/>
                    <a:pt x="3160" y="5874"/>
                  </a:cubicBezTo>
                  <a:cubicBezTo>
                    <a:pt x="4117" y="5874"/>
                    <a:pt x="5044" y="5402"/>
                    <a:pt x="5601" y="4566"/>
                  </a:cubicBezTo>
                  <a:cubicBezTo>
                    <a:pt x="6378" y="3401"/>
                    <a:pt x="6225" y="1848"/>
                    <a:pt x="5237" y="848"/>
                  </a:cubicBezTo>
                  <a:cubicBezTo>
                    <a:pt x="4694" y="316"/>
                    <a:pt x="3958" y="0"/>
                    <a:pt x="31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a:off x="701000" y="1507650"/>
              <a:ext cx="373300" cy="440175"/>
            </a:xfrm>
            <a:custGeom>
              <a:avLst/>
              <a:gdLst/>
              <a:ahLst/>
              <a:cxnLst/>
              <a:rect l="l" t="t" r="r" b="b"/>
              <a:pathLst>
                <a:path w="14932" h="17607" extrusionOk="0">
                  <a:moveTo>
                    <a:pt x="6896" y="0"/>
                  </a:moveTo>
                  <a:lnTo>
                    <a:pt x="1" y="15155"/>
                  </a:lnTo>
                  <a:cubicBezTo>
                    <a:pt x="1676" y="16760"/>
                    <a:pt x="3872" y="17606"/>
                    <a:pt x="6102" y="17606"/>
                  </a:cubicBezTo>
                  <a:cubicBezTo>
                    <a:pt x="7271" y="17606"/>
                    <a:pt x="8450" y="17374"/>
                    <a:pt x="9567" y="16896"/>
                  </a:cubicBezTo>
                  <a:cubicBezTo>
                    <a:pt x="12814" y="15508"/>
                    <a:pt x="14920" y="12319"/>
                    <a:pt x="14932" y="8790"/>
                  </a:cubicBezTo>
                  <a:cubicBezTo>
                    <a:pt x="14920" y="4224"/>
                    <a:pt x="11449" y="412"/>
                    <a:pt x="68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26"/>
          <p:cNvGrpSpPr/>
          <p:nvPr/>
        </p:nvGrpSpPr>
        <p:grpSpPr>
          <a:xfrm>
            <a:off x="3208667" y="3620568"/>
            <a:ext cx="372185" cy="370679"/>
            <a:chOff x="4991125" y="2436850"/>
            <a:chExt cx="1890225" cy="1882575"/>
          </a:xfrm>
        </p:grpSpPr>
        <p:sp>
          <p:nvSpPr>
            <p:cNvPr id="355" name="Google Shape;355;p26"/>
            <p:cNvSpPr/>
            <p:nvPr/>
          </p:nvSpPr>
          <p:spPr>
            <a:xfrm>
              <a:off x="4991125" y="3057800"/>
              <a:ext cx="1890225" cy="1261625"/>
            </a:xfrm>
            <a:custGeom>
              <a:avLst/>
              <a:gdLst/>
              <a:ahLst/>
              <a:cxnLst/>
              <a:rect l="l" t="t" r="r" b="b"/>
              <a:pathLst>
                <a:path w="75609" h="50465" extrusionOk="0">
                  <a:moveTo>
                    <a:pt x="61195" y="10084"/>
                  </a:moveTo>
                  <a:cubicBezTo>
                    <a:pt x="63254" y="10131"/>
                    <a:pt x="64901" y="11802"/>
                    <a:pt x="64901" y="13861"/>
                  </a:cubicBezTo>
                  <a:cubicBezTo>
                    <a:pt x="64901" y="15920"/>
                    <a:pt x="63254" y="17591"/>
                    <a:pt x="61195" y="17638"/>
                  </a:cubicBezTo>
                  <a:lnTo>
                    <a:pt x="56606" y="17638"/>
                  </a:lnTo>
                  <a:lnTo>
                    <a:pt x="56606" y="10084"/>
                  </a:lnTo>
                  <a:close/>
                  <a:moveTo>
                    <a:pt x="7907" y="1"/>
                  </a:moveTo>
                  <a:lnTo>
                    <a:pt x="7907" y="15520"/>
                  </a:lnTo>
                  <a:cubicBezTo>
                    <a:pt x="7907" y="24250"/>
                    <a:pt x="12296" y="32392"/>
                    <a:pt x="19579" y="37204"/>
                  </a:cubicBezTo>
                  <a:lnTo>
                    <a:pt x="1" y="37204"/>
                  </a:lnTo>
                  <a:lnTo>
                    <a:pt x="1" y="39416"/>
                  </a:lnTo>
                  <a:cubicBezTo>
                    <a:pt x="1" y="45511"/>
                    <a:pt x="4931" y="50453"/>
                    <a:pt x="11025" y="50464"/>
                  </a:cubicBezTo>
                  <a:lnTo>
                    <a:pt x="64266" y="50464"/>
                  </a:lnTo>
                  <a:cubicBezTo>
                    <a:pt x="70360" y="50453"/>
                    <a:pt x="75290" y="45511"/>
                    <a:pt x="75302" y="39416"/>
                  </a:cubicBezTo>
                  <a:lnTo>
                    <a:pt x="75302" y="37216"/>
                  </a:lnTo>
                  <a:lnTo>
                    <a:pt x="48170" y="37216"/>
                  </a:lnTo>
                  <a:cubicBezTo>
                    <a:pt x="51759" y="34839"/>
                    <a:pt x="54700" y="31615"/>
                    <a:pt x="56736" y="27827"/>
                  </a:cubicBezTo>
                  <a:lnTo>
                    <a:pt x="61360" y="27827"/>
                  </a:lnTo>
                  <a:cubicBezTo>
                    <a:pt x="68702" y="27756"/>
                    <a:pt x="74737" y="22014"/>
                    <a:pt x="75173" y="14684"/>
                  </a:cubicBezTo>
                  <a:cubicBezTo>
                    <a:pt x="75608" y="7354"/>
                    <a:pt x="70302" y="930"/>
                    <a:pt x="63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5188800" y="2813650"/>
              <a:ext cx="1298100" cy="133575"/>
            </a:xfrm>
            <a:custGeom>
              <a:avLst/>
              <a:gdLst/>
              <a:ahLst/>
              <a:cxnLst/>
              <a:rect l="l" t="t" r="r" b="b"/>
              <a:pathLst>
                <a:path w="51924" h="5343" extrusionOk="0">
                  <a:moveTo>
                    <a:pt x="0" y="1"/>
                  </a:moveTo>
                  <a:lnTo>
                    <a:pt x="0" y="5343"/>
                  </a:lnTo>
                  <a:lnTo>
                    <a:pt x="51923" y="5343"/>
                  </a:lnTo>
                  <a:lnTo>
                    <a:pt x="519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5615600" y="2436850"/>
              <a:ext cx="176800" cy="253575"/>
            </a:xfrm>
            <a:custGeom>
              <a:avLst/>
              <a:gdLst/>
              <a:ahLst/>
              <a:cxnLst/>
              <a:rect l="l" t="t" r="r" b="b"/>
              <a:pathLst>
                <a:path w="7072" h="10143" extrusionOk="0">
                  <a:moveTo>
                    <a:pt x="2660" y="1"/>
                  </a:moveTo>
                  <a:cubicBezTo>
                    <a:pt x="2660" y="271"/>
                    <a:pt x="2636" y="342"/>
                    <a:pt x="2013" y="942"/>
                  </a:cubicBezTo>
                  <a:cubicBezTo>
                    <a:pt x="1260" y="1660"/>
                    <a:pt x="1" y="2848"/>
                    <a:pt x="1" y="5072"/>
                  </a:cubicBezTo>
                  <a:cubicBezTo>
                    <a:pt x="1" y="7296"/>
                    <a:pt x="1260" y="8484"/>
                    <a:pt x="2013" y="9202"/>
                  </a:cubicBezTo>
                  <a:cubicBezTo>
                    <a:pt x="2636" y="9790"/>
                    <a:pt x="2660" y="9872"/>
                    <a:pt x="2660" y="10143"/>
                  </a:cubicBezTo>
                  <a:lnTo>
                    <a:pt x="7072" y="10143"/>
                  </a:lnTo>
                  <a:cubicBezTo>
                    <a:pt x="7072" y="7919"/>
                    <a:pt x="5813" y="6719"/>
                    <a:pt x="5048" y="6001"/>
                  </a:cubicBezTo>
                  <a:cubicBezTo>
                    <a:pt x="4425" y="5413"/>
                    <a:pt x="4413" y="5343"/>
                    <a:pt x="4413" y="5072"/>
                  </a:cubicBezTo>
                  <a:cubicBezTo>
                    <a:pt x="4413" y="4801"/>
                    <a:pt x="4425" y="4731"/>
                    <a:pt x="5048" y="4142"/>
                  </a:cubicBezTo>
                  <a:cubicBezTo>
                    <a:pt x="5813" y="3425"/>
                    <a:pt x="7072" y="2225"/>
                    <a:pt x="7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5851800" y="2436850"/>
              <a:ext cx="176800" cy="253575"/>
            </a:xfrm>
            <a:custGeom>
              <a:avLst/>
              <a:gdLst/>
              <a:ahLst/>
              <a:cxnLst/>
              <a:rect l="l" t="t" r="r" b="b"/>
              <a:pathLst>
                <a:path w="7072" h="10143" extrusionOk="0">
                  <a:moveTo>
                    <a:pt x="2660" y="1"/>
                  </a:moveTo>
                  <a:cubicBezTo>
                    <a:pt x="2660" y="271"/>
                    <a:pt x="2648" y="342"/>
                    <a:pt x="2024" y="942"/>
                  </a:cubicBezTo>
                  <a:cubicBezTo>
                    <a:pt x="1271" y="1660"/>
                    <a:pt x="1" y="2848"/>
                    <a:pt x="1" y="5072"/>
                  </a:cubicBezTo>
                  <a:cubicBezTo>
                    <a:pt x="1" y="7296"/>
                    <a:pt x="1260" y="8484"/>
                    <a:pt x="2024" y="9202"/>
                  </a:cubicBezTo>
                  <a:cubicBezTo>
                    <a:pt x="2648" y="9790"/>
                    <a:pt x="2660" y="9872"/>
                    <a:pt x="2660" y="10143"/>
                  </a:cubicBezTo>
                  <a:lnTo>
                    <a:pt x="7072" y="10143"/>
                  </a:lnTo>
                  <a:cubicBezTo>
                    <a:pt x="7072" y="7919"/>
                    <a:pt x="5813" y="6719"/>
                    <a:pt x="5060" y="6001"/>
                  </a:cubicBezTo>
                  <a:cubicBezTo>
                    <a:pt x="4436" y="5413"/>
                    <a:pt x="4413" y="5343"/>
                    <a:pt x="4413" y="5072"/>
                  </a:cubicBezTo>
                  <a:cubicBezTo>
                    <a:pt x="4413" y="4801"/>
                    <a:pt x="4436" y="4731"/>
                    <a:pt x="5060" y="4142"/>
                  </a:cubicBezTo>
                  <a:cubicBezTo>
                    <a:pt x="5813" y="3425"/>
                    <a:pt x="7072" y="2225"/>
                    <a:pt x="70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26"/>
          <p:cNvGrpSpPr/>
          <p:nvPr/>
        </p:nvGrpSpPr>
        <p:grpSpPr>
          <a:xfrm>
            <a:off x="1112845" y="3454559"/>
            <a:ext cx="372245" cy="369356"/>
            <a:chOff x="5249675" y="238125"/>
            <a:chExt cx="1897275" cy="1882550"/>
          </a:xfrm>
        </p:grpSpPr>
        <p:sp>
          <p:nvSpPr>
            <p:cNvPr id="360" name="Google Shape;360;p26"/>
            <p:cNvSpPr/>
            <p:nvPr/>
          </p:nvSpPr>
          <p:spPr>
            <a:xfrm>
              <a:off x="5367350" y="1455300"/>
              <a:ext cx="290050" cy="110325"/>
            </a:xfrm>
            <a:custGeom>
              <a:avLst/>
              <a:gdLst/>
              <a:ahLst/>
              <a:cxnLst/>
              <a:rect l="l" t="t" r="r" b="b"/>
              <a:pathLst>
                <a:path w="11602" h="4413" extrusionOk="0">
                  <a:moveTo>
                    <a:pt x="0" y="0"/>
                  </a:moveTo>
                  <a:lnTo>
                    <a:pt x="0" y="4412"/>
                  </a:lnTo>
                  <a:lnTo>
                    <a:pt x="11601" y="4412"/>
                  </a:lnTo>
                  <a:cubicBezTo>
                    <a:pt x="9272" y="1612"/>
                    <a:pt x="5836" y="0"/>
                    <a:pt x="22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6"/>
            <p:cNvSpPr/>
            <p:nvPr/>
          </p:nvSpPr>
          <p:spPr>
            <a:xfrm>
              <a:off x="5367350" y="1234675"/>
              <a:ext cx="1661950" cy="276525"/>
            </a:xfrm>
            <a:custGeom>
              <a:avLst/>
              <a:gdLst/>
              <a:ahLst/>
              <a:cxnLst/>
              <a:rect l="l" t="t" r="r" b="b"/>
              <a:pathLst>
                <a:path w="66478" h="11061" extrusionOk="0">
                  <a:moveTo>
                    <a:pt x="0" y="1"/>
                  </a:moveTo>
                  <a:lnTo>
                    <a:pt x="0" y="4413"/>
                  </a:lnTo>
                  <a:lnTo>
                    <a:pt x="2212" y="4413"/>
                  </a:lnTo>
                  <a:cubicBezTo>
                    <a:pt x="7519" y="4413"/>
                    <a:pt x="12519" y="6896"/>
                    <a:pt x="15590" y="11061"/>
                  </a:cubicBezTo>
                  <a:cubicBezTo>
                    <a:pt x="18670" y="6880"/>
                    <a:pt x="23556" y="4413"/>
                    <a:pt x="28753" y="4413"/>
                  </a:cubicBezTo>
                  <a:cubicBezTo>
                    <a:pt x="28777" y="4413"/>
                    <a:pt x="28802" y="4413"/>
                    <a:pt x="28827" y="4413"/>
                  </a:cubicBezTo>
                  <a:lnTo>
                    <a:pt x="66477" y="4413"/>
                  </a:lnTo>
                  <a:lnTo>
                    <a:pt x="664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6"/>
            <p:cNvSpPr/>
            <p:nvPr/>
          </p:nvSpPr>
          <p:spPr>
            <a:xfrm>
              <a:off x="5249675" y="1675900"/>
              <a:ext cx="1897275" cy="444775"/>
            </a:xfrm>
            <a:custGeom>
              <a:avLst/>
              <a:gdLst/>
              <a:ahLst/>
              <a:cxnLst/>
              <a:rect l="l" t="t" r="r" b="b"/>
              <a:pathLst>
                <a:path w="75891" h="17791" extrusionOk="0">
                  <a:moveTo>
                    <a:pt x="2519" y="1"/>
                  </a:moveTo>
                  <a:cubicBezTo>
                    <a:pt x="1060" y="1"/>
                    <a:pt x="1" y="1389"/>
                    <a:pt x="366" y="2801"/>
                  </a:cubicBezTo>
                  <a:cubicBezTo>
                    <a:pt x="2589" y="11319"/>
                    <a:pt x="11084" y="17791"/>
                    <a:pt x="20297" y="17791"/>
                  </a:cubicBezTo>
                  <a:lnTo>
                    <a:pt x="55595" y="17791"/>
                  </a:lnTo>
                  <a:cubicBezTo>
                    <a:pt x="64807" y="17791"/>
                    <a:pt x="73302" y="11319"/>
                    <a:pt x="75526" y="2801"/>
                  </a:cubicBezTo>
                  <a:cubicBezTo>
                    <a:pt x="75891" y="1389"/>
                    <a:pt x="74832" y="1"/>
                    <a:pt x="73373" y="1"/>
                  </a:cubicBezTo>
                  <a:lnTo>
                    <a:pt x="68984" y="1"/>
                  </a:lnTo>
                  <a:cubicBezTo>
                    <a:pt x="64407" y="1"/>
                    <a:pt x="60077" y="2577"/>
                    <a:pt x="58030" y="6672"/>
                  </a:cubicBezTo>
                  <a:lnTo>
                    <a:pt x="57571" y="7601"/>
                  </a:lnTo>
                  <a:cubicBezTo>
                    <a:pt x="57165" y="8413"/>
                    <a:pt x="56380" y="8819"/>
                    <a:pt x="55595" y="8819"/>
                  </a:cubicBezTo>
                  <a:cubicBezTo>
                    <a:pt x="54809" y="8819"/>
                    <a:pt x="54024" y="8413"/>
                    <a:pt x="53618" y="7601"/>
                  </a:cubicBezTo>
                  <a:lnTo>
                    <a:pt x="53159" y="6672"/>
                  </a:lnTo>
                  <a:cubicBezTo>
                    <a:pt x="51112" y="2577"/>
                    <a:pt x="46935" y="1"/>
                    <a:pt x="423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5856800" y="1455300"/>
              <a:ext cx="1172500" cy="276525"/>
            </a:xfrm>
            <a:custGeom>
              <a:avLst/>
              <a:gdLst/>
              <a:ahLst/>
              <a:cxnLst/>
              <a:rect l="l" t="t" r="r" b="b"/>
              <a:pathLst>
                <a:path w="46900" h="11061" extrusionOk="0">
                  <a:moveTo>
                    <a:pt x="9249" y="0"/>
                  </a:moveTo>
                  <a:cubicBezTo>
                    <a:pt x="5660" y="0"/>
                    <a:pt x="2271" y="1624"/>
                    <a:pt x="1" y="4412"/>
                  </a:cubicBezTo>
                  <a:lnTo>
                    <a:pt x="18073" y="4412"/>
                  </a:lnTo>
                  <a:cubicBezTo>
                    <a:pt x="18098" y="4412"/>
                    <a:pt x="18122" y="4412"/>
                    <a:pt x="18147" y="4412"/>
                  </a:cubicBezTo>
                  <a:cubicBezTo>
                    <a:pt x="23343" y="4412"/>
                    <a:pt x="28230" y="6879"/>
                    <a:pt x="31310" y="11060"/>
                  </a:cubicBezTo>
                  <a:cubicBezTo>
                    <a:pt x="36581" y="3918"/>
                    <a:pt x="44252" y="4530"/>
                    <a:pt x="44699" y="4412"/>
                  </a:cubicBezTo>
                  <a:lnTo>
                    <a:pt x="46899" y="4412"/>
                  </a:lnTo>
                  <a:lnTo>
                    <a:pt x="468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p:nvPr/>
          </p:nvSpPr>
          <p:spPr>
            <a:xfrm>
              <a:off x="5253500" y="238125"/>
              <a:ext cx="1889625" cy="886275"/>
            </a:xfrm>
            <a:custGeom>
              <a:avLst/>
              <a:gdLst/>
              <a:ahLst/>
              <a:cxnLst/>
              <a:rect l="l" t="t" r="r" b="b"/>
              <a:pathLst>
                <a:path w="75585" h="35451" extrusionOk="0">
                  <a:moveTo>
                    <a:pt x="24550" y="13381"/>
                  </a:moveTo>
                  <a:cubicBezTo>
                    <a:pt x="25115" y="13381"/>
                    <a:pt x="25680" y="13595"/>
                    <a:pt x="26109" y="14025"/>
                  </a:cubicBezTo>
                  <a:cubicBezTo>
                    <a:pt x="26968" y="14896"/>
                    <a:pt x="26968" y="16284"/>
                    <a:pt x="26109" y="17155"/>
                  </a:cubicBezTo>
                  <a:lnTo>
                    <a:pt x="21697" y="21567"/>
                  </a:lnTo>
                  <a:cubicBezTo>
                    <a:pt x="21268" y="21996"/>
                    <a:pt x="20703" y="22211"/>
                    <a:pt x="20138" y="22211"/>
                  </a:cubicBezTo>
                  <a:cubicBezTo>
                    <a:pt x="19573" y="22211"/>
                    <a:pt x="19009" y="21996"/>
                    <a:pt x="18579" y="21567"/>
                  </a:cubicBezTo>
                  <a:cubicBezTo>
                    <a:pt x="17720" y="20696"/>
                    <a:pt x="17720" y="19308"/>
                    <a:pt x="18579" y="18437"/>
                  </a:cubicBezTo>
                  <a:lnTo>
                    <a:pt x="22991" y="14025"/>
                  </a:lnTo>
                  <a:cubicBezTo>
                    <a:pt x="23421" y="13595"/>
                    <a:pt x="23986" y="13381"/>
                    <a:pt x="24550" y="13381"/>
                  </a:cubicBezTo>
                  <a:close/>
                  <a:moveTo>
                    <a:pt x="51023" y="13381"/>
                  </a:moveTo>
                  <a:cubicBezTo>
                    <a:pt x="51588" y="13381"/>
                    <a:pt x="52153" y="13595"/>
                    <a:pt x="52582" y="14025"/>
                  </a:cubicBezTo>
                  <a:lnTo>
                    <a:pt x="56995" y="18437"/>
                  </a:lnTo>
                  <a:cubicBezTo>
                    <a:pt x="57854" y="19308"/>
                    <a:pt x="57854" y="20696"/>
                    <a:pt x="56995" y="21567"/>
                  </a:cubicBezTo>
                  <a:cubicBezTo>
                    <a:pt x="56565" y="21996"/>
                    <a:pt x="56000" y="22211"/>
                    <a:pt x="55436" y="22211"/>
                  </a:cubicBezTo>
                  <a:cubicBezTo>
                    <a:pt x="54871" y="22211"/>
                    <a:pt x="54306" y="21996"/>
                    <a:pt x="53877" y="21567"/>
                  </a:cubicBezTo>
                  <a:lnTo>
                    <a:pt x="49464" y="17155"/>
                  </a:lnTo>
                  <a:cubicBezTo>
                    <a:pt x="48606" y="16284"/>
                    <a:pt x="48606" y="14896"/>
                    <a:pt x="49464" y="14025"/>
                  </a:cubicBezTo>
                  <a:cubicBezTo>
                    <a:pt x="49894" y="13595"/>
                    <a:pt x="50459" y="13381"/>
                    <a:pt x="51023" y="13381"/>
                  </a:cubicBezTo>
                  <a:close/>
                  <a:moveTo>
                    <a:pt x="37793" y="17802"/>
                  </a:moveTo>
                  <a:cubicBezTo>
                    <a:pt x="39016" y="17802"/>
                    <a:pt x="40005" y="18778"/>
                    <a:pt x="40005" y="20002"/>
                  </a:cubicBezTo>
                  <a:lnTo>
                    <a:pt x="40005" y="24414"/>
                  </a:lnTo>
                  <a:cubicBezTo>
                    <a:pt x="40005" y="25638"/>
                    <a:pt x="39016" y="26614"/>
                    <a:pt x="37793" y="26614"/>
                  </a:cubicBezTo>
                  <a:cubicBezTo>
                    <a:pt x="36569" y="26614"/>
                    <a:pt x="35593" y="25638"/>
                    <a:pt x="35593" y="24414"/>
                  </a:cubicBezTo>
                  <a:lnTo>
                    <a:pt x="35593" y="20002"/>
                  </a:lnTo>
                  <a:cubicBezTo>
                    <a:pt x="35593" y="18778"/>
                    <a:pt x="36569" y="17802"/>
                    <a:pt x="37793" y="17802"/>
                  </a:cubicBezTo>
                  <a:close/>
                  <a:moveTo>
                    <a:pt x="37793" y="0"/>
                  </a:moveTo>
                  <a:cubicBezTo>
                    <a:pt x="18685" y="0"/>
                    <a:pt x="2460" y="14519"/>
                    <a:pt x="154" y="33003"/>
                  </a:cubicBezTo>
                  <a:cubicBezTo>
                    <a:pt x="1" y="34309"/>
                    <a:pt x="1083" y="35451"/>
                    <a:pt x="2378" y="35451"/>
                  </a:cubicBezTo>
                  <a:lnTo>
                    <a:pt x="73208" y="35451"/>
                  </a:lnTo>
                  <a:cubicBezTo>
                    <a:pt x="74514" y="35451"/>
                    <a:pt x="75585" y="34309"/>
                    <a:pt x="75432" y="33003"/>
                  </a:cubicBezTo>
                  <a:cubicBezTo>
                    <a:pt x="73137" y="14519"/>
                    <a:pt x="56900" y="0"/>
                    <a:pt x="377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 name="Google Shape;365;p26"/>
          <p:cNvGrpSpPr/>
          <p:nvPr/>
        </p:nvGrpSpPr>
        <p:grpSpPr>
          <a:xfrm>
            <a:off x="1126337" y="1869842"/>
            <a:ext cx="357689" cy="347177"/>
            <a:chOff x="2652075" y="3639925"/>
            <a:chExt cx="1882575" cy="1827250"/>
          </a:xfrm>
        </p:grpSpPr>
        <p:sp>
          <p:nvSpPr>
            <p:cNvPr id="366" name="Google Shape;366;p26"/>
            <p:cNvSpPr/>
            <p:nvPr/>
          </p:nvSpPr>
          <p:spPr>
            <a:xfrm>
              <a:off x="2716200" y="3639925"/>
              <a:ext cx="628925" cy="694500"/>
            </a:xfrm>
            <a:custGeom>
              <a:avLst/>
              <a:gdLst/>
              <a:ahLst/>
              <a:cxnLst/>
              <a:rect l="l" t="t" r="r" b="b"/>
              <a:pathLst>
                <a:path w="25157" h="27780" extrusionOk="0">
                  <a:moveTo>
                    <a:pt x="5354" y="0"/>
                  </a:moveTo>
                  <a:lnTo>
                    <a:pt x="4519" y="1412"/>
                  </a:lnTo>
                  <a:cubicBezTo>
                    <a:pt x="4342" y="1718"/>
                    <a:pt x="118" y="8919"/>
                    <a:pt x="36" y="16696"/>
                  </a:cubicBezTo>
                  <a:cubicBezTo>
                    <a:pt x="1" y="19367"/>
                    <a:pt x="460" y="21826"/>
                    <a:pt x="1413" y="24003"/>
                  </a:cubicBezTo>
                  <a:cubicBezTo>
                    <a:pt x="2001" y="25356"/>
                    <a:pt x="2766" y="26626"/>
                    <a:pt x="3707" y="27779"/>
                  </a:cubicBezTo>
                  <a:lnTo>
                    <a:pt x="14932" y="27779"/>
                  </a:lnTo>
                  <a:lnTo>
                    <a:pt x="9049" y="14225"/>
                  </a:lnTo>
                  <a:lnTo>
                    <a:pt x="13202" y="12425"/>
                  </a:lnTo>
                  <a:lnTo>
                    <a:pt x="19861" y="27779"/>
                  </a:lnTo>
                  <a:lnTo>
                    <a:pt x="22450" y="27779"/>
                  </a:lnTo>
                  <a:cubicBezTo>
                    <a:pt x="22415" y="27368"/>
                    <a:pt x="22403" y="26956"/>
                    <a:pt x="22426" y="26556"/>
                  </a:cubicBezTo>
                  <a:cubicBezTo>
                    <a:pt x="22497" y="24532"/>
                    <a:pt x="23226" y="22591"/>
                    <a:pt x="24497" y="21026"/>
                  </a:cubicBezTo>
                  <a:lnTo>
                    <a:pt x="24591" y="20920"/>
                  </a:lnTo>
                  <a:cubicBezTo>
                    <a:pt x="24768" y="20708"/>
                    <a:pt x="24956" y="20496"/>
                    <a:pt x="25156" y="20308"/>
                  </a:cubicBezTo>
                  <a:cubicBezTo>
                    <a:pt x="21415" y="17473"/>
                    <a:pt x="20050" y="12484"/>
                    <a:pt x="21826" y="8142"/>
                  </a:cubicBezTo>
                  <a:cubicBezTo>
                    <a:pt x="20156" y="6518"/>
                    <a:pt x="18285" y="5130"/>
                    <a:pt x="16249" y="4024"/>
                  </a:cubicBezTo>
                  <a:cubicBezTo>
                    <a:pt x="13320" y="2389"/>
                    <a:pt x="10202" y="1165"/>
                    <a:pt x="6954" y="365"/>
                  </a:cubicBezTo>
                  <a:lnTo>
                    <a:pt x="53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6"/>
            <p:cNvSpPr/>
            <p:nvPr/>
          </p:nvSpPr>
          <p:spPr>
            <a:xfrm>
              <a:off x="3326275" y="3795950"/>
              <a:ext cx="282400" cy="286975"/>
            </a:xfrm>
            <a:custGeom>
              <a:avLst/>
              <a:gdLst/>
              <a:ahLst/>
              <a:cxnLst/>
              <a:rect l="l" t="t" r="r" b="b"/>
              <a:pathLst>
                <a:path w="11296" h="11479" extrusionOk="0">
                  <a:moveTo>
                    <a:pt x="6994" y="1"/>
                  </a:moveTo>
                  <a:cubicBezTo>
                    <a:pt x="5031" y="1"/>
                    <a:pt x="3085" y="984"/>
                    <a:pt x="1977" y="2866"/>
                  </a:cubicBezTo>
                  <a:cubicBezTo>
                    <a:pt x="0" y="6243"/>
                    <a:pt x="1847" y="10573"/>
                    <a:pt x="5659" y="11479"/>
                  </a:cubicBezTo>
                  <a:cubicBezTo>
                    <a:pt x="5836" y="11443"/>
                    <a:pt x="6024" y="11420"/>
                    <a:pt x="6201" y="11396"/>
                  </a:cubicBezTo>
                  <a:cubicBezTo>
                    <a:pt x="7213" y="9267"/>
                    <a:pt x="8966" y="7608"/>
                    <a:pt x="11142" y="6713"/>
                  </a:cubicBezTo>
                  <a:cubicBezTo>
                    <a:pt x="10813" y="5113"/>
                    <a:pt x="10872" y="3466"/>
                    <a:pt x="11295" y="1901"/>
                  </a:cubicBezTo>
                  <a:cubicBezTo>
                    <a:pt x="10124" y="620"/>
                    <a:pt x="8553" y="1"/>
                    <a:pt x="69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6"/>
            <p:cNvSpPr/>
            <p:nvPr/>
          </p:nvSpPr>
          <p:spPr>
            <a:xfrm>
              <a:off x="3696600" y="3760800"/>
              <a:ext cx="318000" cy="258600"/>
            </a:xfrm>
            <a:custGeom>
              <a:avLst/>
              <a:gdLst/>
              <a:ahLst/>
              <a:cxnLst/>
              <a:rect l="l" t="t" r="r" b="b"/>
              <a:pathLst>
                <a:path w="12720" h="10344" extrusionOk="0">
                  <a:moveTo>
                    <a:pt x="6708" y="0"/>
                  </a:moveTo>
                  <a:cubicBezTo>
                    <a:pt x="6378" y="0"/>
                    <a:pt x="6044" y="27"/>
                    <a:pt x="5707" y="83"/>
                  </a:cubicBezTo>
                  <a:cubicBezTo>
                    <a:pt x="2236" y="660"/>
                    <a:pt x="0" y="4048"/>
                    <a:pt x="824" y="7461"/>
                  </a:cubicBezTo>
                  <a:cubicBezTo>
                    <a:pt x="1400" y="7519"/>
                    <a:pt x="1965" y="7637"/>
                    <a:pt x="2518" y="7802"/>
                  </a:cubicBezTo>
                  <a:cubicBezTo>
                    <a:pt x="4095" y="8272"/>
                    <a:pt x="5518" y="9155"/>
                    <a:pt x="6648" y="10343"/>
                  </a:cubicBezTo>
                  <a:cubicBezTo>
                    <a:pt x="7083" y="10226"/>
                    <a:pt x="7530" y="10131"/>
                    <a:pt x="7989" y="10073"/>
                  </a:cubicBezTo>
                  <a:cubicBezTo>
                    <a:pt x="8954" y="8025"/>
                    <a:pt x="10637" y="6390"/>
                    <a:pt x="12719" y="5484"/>
                  </a:cubicBezTo>
                  <a:cubicBezTo>
                    <a:pt x="12422" y="2330"/>
                    <a:pt x="9766" y="0"/>
                    <a:pt x="67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3980450" y="3991375"/>
              <a:ext cx="455350" cy="343050"/>
            </a:xfrm>
            <a:custGeom>
              <a:avLst/>
              <a:gdLst/>
              <a:ahLst/>
              <a:cxnLst/>
              <a:rect l="l" t="t" r="r" b="b"/>
              <a:pathLst>
                <a:path w="18214" h="13722" extrusionOk="0">
                  <a:moveTo>
                    <a:pt x="5126" y="0"/>
                  </a:moveTo>
                  <a:cubicBezTo>
                    <a:pt x="3205" y="0"/>
                    <a:pt x="1451" y="1130"/>
                    <a:pt x="671" y="2897"/>
                  </a:cubicBezTo>
                  <a:cubicBezTo>
                    <a:pt x="565" y="3132"/>
                    <a:pt x="483" y="3379"/>
                    <a:pt x="424" y="3626"/>
                  </a:cubicBezTo>
                  <a:lnTo>
                    <a:pt x="0" y="5274"/>
                  </a:lnTo>
                  <a:cubicBezTo>
                    <a:pt x="294" y="5450"/>
                    <a:pt x="589" y="5626"/>
                    <a:pt x="859" y="5838"/>
                  </a:cubicBezTo>
                  <a:cubicBezTo>
                    <a:pt x="3377" y="7662"/>
                    <a:pt x="4824" y="10615"/>
                    <a:pt x="4718" y="13721"/>
                  </a:cubicBezTo>
                  <a:lnTo>
                    <a:pt x="15719" y="13721"/>
                  </a:lnTo>
                  <a:cubicBezTo>
                    <a:pt x="18214" y="10627"/>
                    <a:pt x="16120" y="6015"/>
                    <a:pt x="12154" y="5862"/>
                  </a:cubicBezTo>
                  <a:lnTo>
                    <a:pt x="12037" y="5862"/>
                  </a:lnTo>
                  <a:lnTo>
                    <a:pt x="10166" y="5827"/>
                  </a:lnTo>
                  <a:lnTo>
                    <a:pt x="9848" y="3991"/>
                  </a:lnTo>
                  <a:cubicBezTo>
                    <a:pt x="9448" y="1814"/>
                    <a:pt x="7636" y="179"/>
                    <a:pt x="5424" y="14"/>
                  </a:cubicBezTo>
                  <a:lnTo>
                    <a:pt x="5271" y="2"/>
                  </a:lnTo>
                  <a:cubicBezTo>
                    <a:pt x="5223" y="1"/>
                    <a:pt x="5174" y="0"/>
                    <a:pt x="51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a:off x="3385675" y="4059600"/>
              <a:ext cx="602150" cy="274825"/>
            </a:xfrm>
            <a:custGeom>
              <a:avLst/>
              <a:gdLst/>
              <a:ahLst/>
              <a:cxnLst/>
              <a:rect l="l" t="t" r="r" b="b"/>
              <a:pathLst>
                <a:path w="24086" h="10993" extrusionOk="0">
                  <a:moveTo>
                    <a:pt x="12364" y="0"/>
                  </a:moveTo>
                  <a:cubicBezTo>
                    <a:pt x="10228" y="0"/>
                    <a:pt x="8173" y="1443"/>
                    <a:pt x="7625" y="3615"/>
                  </a:cubicBezTo>
                  <a:lnTo>
                    <a:pt x="7190" y="5298"/>
                  </a:lnTo>
                  <a:lnTo>
                    <a:pt x="7154" y="5451"/>
                  </a:lnTo>
                  <a:lnTo>
                    <a:pt x="6660" y="5415"/>
                  </a:lnTo>
                  <a:lnTo>
                    <a:pt x="5178" y="5309"/>
                  </a:lnTo>
                  <a:cubicBezTo>
                    <a:pt x="5105" y="5306"/>
                    <a:pt x="5032" y="5304"/>
                    <a:pt x="4960" y="5304"/>
                  </a:cubicBezTo>
                  <a:cubicBezTo>
                    <a:pt x="3521" y="5304"/>
                    <a:pt x="2155" y="5966"/>
                    <a:pt x="1248" y="7086"/>
                  </a:cubicBezTo>
                  <a:lnTo>
                    <a:pt x="1201" y="7145"/>
                  </a:lnTo>
                  <a:cubicBezTo>
                    <a:pt x="354" y="8227"/>
                    <a:pt x="1" y="9628"/>
                    <a:pt x="248" y="10992"/>
                  </a:cubicBezTo>
                  <a:lnTo>
                    <a:pt x="23980" y="10992"/>
                  </a:lnTo>
                  <a:cubicBezTo>
                    <a:pt x="23980" y="10945"/>
                    <a:pt x="23980" y="10910"/>
                    <a:pt x="23980" y="10863"/>
                  </a:cubicBezTo>
                  <a:cubicBezTo>
                    <a:pt x="24085" y="8204"/>
                    <a:pt x="22003" y="5957"/>
                    <a:pt x="19344" y="5851"/>
                  </a:cubicBezTo>
                  <a:lnTo>
                    <a:pt x="19226" y="5851"/>
                  </a:lnTo>
                  <a:lnTo>
                    <a:pt x="17367" y="5815"/>
                  </a:lnTo>
                  <a:lnTo>
                    <a:pt x="17261" y="5251"/>
                  </a:lnTo>
                  <a:cubicBezTo>
                    <a:pt x="17085" y="4203"/>
                    <a:pt x="16955" y="3227"/>
                    <a:pt x="16379" y="2309"/>
                  </a:cubicBezTo>
                  <a:cubicBezTo>
                    <a:pt x="15861" y="1462"/>
                    <a:pt x="15108" y="791"/>
                    <a:pt x="14202" y="380"/>
                  </a:cubicBezTo>
                  <a:cubicBezTo>
                    <a:pt x="13606" y="121"/>
                    <a:pt x="12981" y="0"/>
                    <a:pt x="12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6"/>
            <p:cNvSpPr/>
            <p:nvPr/>
          </p:nvSpPr>
          <p:spPr>
            <a:xfrm>
              <a:off x="2705900" y="4710325"/>
              <a:ext cx="1774625" cy="756850"/>
            </a:xfrm>
            <a:custGeom>
              <a:avLst/>
              <a:gdLst/>
              <a:ahLst/>
              <a:cxnLst/>
              <a:rect l="l" t="t" r="r" b="b"/>
              <a:pathLst>
                <a:path w="70985" h="30274" extrusionOk="0">
                  <a:moveTo>
                    <a:pt x="1" y="0"/>
                  </a:moveTo>
                  <a:cubicBezTo>
                    <a:pt x="907" y="2530"/>
                    <a:pt x="2083" y="4954"/>
                    <a:pt x="3507" y="7224"/>
                  </a:cubicBezTo>
                  <a:cubicBezTo>
                    <a:pt x="6896" y="12637"/>
                    <a:pt x="11602" y="17108"/>
                    <a:pt x="17191" y="20214"/>
                  </a:cubicBezTo>
                  <a:lnTo>
                    <a:pt x="17191" y="30274"/>
                  </a:lnTo>
                  <a:lnTo>
                    <a:pt x="53794" y="30274"/>
                  </a:lnTo>
                  <a:lnTo>
                    <a:pt x="53794" y="20214"/>
                  </a:lnTo>
                  <a:cubicBezTo>
                    <a:pt x="59383" y="17108"/>
                    <a:pt x="64089" y="12637"/>
                    <a:pt x="67478" y="7224"/>
                  </a:cubicBezTo>
                  <a:cubicBezTo>
                    <a:pt x="68902" y="4954"/>
                    <a:pt x="70078" y="2530"/>
                    <a:pt x="709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6"/>
            <p:cNvSpPr/>
            <p:nvPr/>
          </p:nvSpPr>
          <p:spPr>
            <a:xfrm>
              <a:off x="2652075" y="4447650"/>
              <a:ext cx="1882575" cy="149450"/>
            </a:xfrm>
            <a:custGeom>
              <a:avLst/>
              <a:gdLst/>
              <a:ahLst/>
              <a:cxnLst/>
              <a:rect l="l" t="t" r="r" b="b"/>
              <a:pathLst>
                <a:path w="75303" h="5978" extrusionOk="0">
                  <a:moveTo>
                    <a:pt x="1" y="0"/>
                  </a:moveTo>
                  <a:cubicBezTo>
                    <a:pt x="118" y="2012"/>
                    <a:pt x="401" y="4012"/>
                    <a:pt x="836" y="5977"/>
                  </a:cubicBezTo>
                  <a:lnTo>
                    <a:pt x="74455" y="5977"/>
                  </a:lnTo>
                  <a:cubicBezTo>
                    <a:pt x="74902" y="4012"/>
                    <a:pt x="75185" y="2012"/>
                    <a:pt x="753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52643"/>
            </a:gs>
            <a:gs pos="100000">
              <a:srgbClr val="041523"/>
            </a:gs>
          </a:gsLst>
          <a:path path="circle">
            <a:fillToRect l="50000" t="50000" r="50000" b="50000"/>
          </a:path>
          <a:tileRect/>
        </a:gradFill>
        <a:effectLst/>
      </p:bgPr>
    </p:bg>
    <p:spTree>
      <p:nvGrpSpPr>
        <p:cNvPr id="1" name="Shape 399"/>
        <p:cNvGrpSpPr/>
        <p:nvPr/>
      </p:nvGrpSpPr>
      <p:grpSpPr>
        <a:xfrm>
          <a:off x="0" y="0"/>
          <a:ext cx="0" cy="0"/>
          <a:chOff x="0" y="0"/>
          <a:chExt cx="0" cy="0"/>
        </a:xfrm>
      </p:grpSpPr>
      <p:sp>
        <p:nvSpPr>
          <p:cNvPr id="400" name="Google Shape;400;p28"/>
          <p:cNvSpPr/>
          <p:nvPr/>
        </p:nvSpPr>
        <p:spPr>
          <a:xfrm>
            <a:off x="1336225" y="3304888"/>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01" name="Google Shape;401;p28"/>
          <p:cNvSpPr/>
          <p:nvPr/>
        </p:nvSpPr>
        <p:spPr>
          <a:xfrm>
            <a:off x="1336225" y="2603538"/>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02" name="Google Shape;402;p28"/>
          <p:cNvSpPr/>
          <p:nvPr/>
        </p:nvSpPr>
        <p:spPr>
          <a:xfrm>
            <a:off x="1336225" y="1902188"/>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03" name="Google Shape;403;p28"/>
          <p:cNvSpPr txBox="1">
            <a:spLocks noGrp="1"/>
          </p:cNvSpPr>
          <p:nvPr>
            <p:ph type="ctrTitle" idx="4"/>
          </p:nvPr>
        </p:nvSpPr>
        <p:spPr>
          <a:xfrm>
            <a:off x="998325" y="644550"/>
            <a:ext cx="7833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NOW</a:t>
            </a:r>
            <a:endParaRPr/>
          </a:p>
        </p:txBody>
      </p:sp>
      <p:sp>
        <p:nvSpPr>
          <p:cNvPr id="404" name="Google Shape;404;p28"/>
          <p:cNvSpPr txBox="1">
            <a:spLocks noGrp="1"/>
          </p:cNvSpPr>
          <p:nvPr>
            <p:ph type="ctrTitle"/>
          </p:nvPr>
        </p:nvSpPr>
        <p:spPr>
          <a:xfrm>
            <a:off x="1557931" y="2087899"/>
            <a:ext cx="2076000" cy="1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dk1"/>
                </a:solidFill>
              </a:rPr>
              <a:t>POOR DESIGN</a:t>
            </a:r>
            <a:endParaRPr>
              <a:solidFill>
                <a:schemeClr val="dk1"/>
              </a:solidFill>
            </a:endParaRPr>
          </a:p>
        </p:txBody>
      </p:sp>
      <p:sp>
        <p:nvSpPr>
          <p:cNvPr id="405" name="Google Shape;405;p28"/>
          <p:cNvSpPr txBox="1">
            <a:spLocks noGrp="1"/>
          </p:cNvSpPr>
          <p:nvPr>
            <p:ph type="ctrTitle" idx="2"/>
          </p:nvPr>
        </p:nvSpPr>
        <p:spPr>
          <a:xfrm>
            <a:off x="1557931" y="3490586"/>
            <a:ext cx="2076000" cy="1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dk1"/>
                </a:solidFill>
              </a:rPr>
              <a:t>LACK OF ADAPTABILITY</a:t>
            </a:r>
            <a:endParaRPr>
              <a:solidFill>
                <a:schemeClr val="dk1"/>
              </a:solidFill>
            </a:endParaRPr>
          </a:p>
        </p:txBody>
      </p:sp>
      <p:sp>
        <p:nvSpPr>
          <p:cNvPr id="406" name="Google Shape;406;p28"/>
          <p:cNvSpPr txBox="1">
            <a:spLocks noGrp="1"/>
          </p:cNvSpPr>
          <p:nvPr>
            <p:ph type="ctrTitle" idx="3"/>
          </p:nvPr>
        </p:nvSpPr>
        <p:spPr>
          <a:xfrm>
            <a:off x="1557931" y="2789242"/>
            <a:ext cx="2076000" cy="1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dk1"/>
                </a:solidFill>
              </a:rPr>
              <a:t>PROGRAMMING MISTAKES</a:t>
            </a:r>
            <a:endParaRPr>
              <a:solidFill>
                <a:schemeClr val="dk1"/>
              </a:solidFill>
            </a:endParaRPr>
          </a:p>
        </p:txBody>
      </p:sp>
      <p:cxnSp>
        <p:nvCxnSpPr>
          <p:cNvPr id="407" name="Google Shape;407;p28"/>
          <p:cNvCxnSpPr/>
          <p:nvPr/>
        </p:nvCxnSpPr>
        <p:spPr>
          <a:xfrm>
            <a:off x="0" y="1197575"/>
            <a:ext cx="3340500" cy="0"/>
          </a:xfrm>
          <a:prstGeom prst="straightConnector1">
            <a:avLst/>
          </a:prstGeom>
          <a:noFill/>
          <a:ln w="9525" cap="flat" cmpd="sng">
            <a:solidFill>
              <a:schemeClr val="accent1"/>
            </a:solidFill>
            <a:prstDash val="solid"/>
            <a:round/>
            <a:headEnd type="none" w="med" len="med"/>
            <a:tailEnd type="none" w="med" len="med"/>
          </a:ln>
        </p:spPr>
      </p:cxnSp>
      <p:sp>
        <p:nvSpPr>
          <p:cNvPr id="408" name="Google Shape;408;p28"/>
          <p:cNvSpPr/>
          <p:nvPr/>
        </p:nvSpPr>
        <p:spPr>
          <a:xfrm>
            <a:off x="819925" y="1880738"/>
            <a:ext cx="423900" cy="42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09" name="Google Shape;409;p28"/>
          <p:cNvSpPr/>
          <p:nvPr/>
        </p:nvSpPr>
        <p:spPr>
          <a:xfrm>
            <a:off x="819925" y="2582088"/>
            <a:ext cx="423900" cy="42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10" name="Google Shape;410;p28"/>
          <p:cNvSpPr/>
          <p:nvPr/>
        </p:nvSpPr>
        <p:spPr>
          <a:xfrm>
            <a:off x="933213" y="1994550"/>
            <a:ext cx="197329" cy="196282"/>
          </a:xfrm>
          <a:custGeom>
            <a:avLst/>
            <a:gdLst/>
            <a:ahLst/>
            <a:cxnLst/>
            <a:rect l="l" t="t" r="r" b="b"/>
            <a:pathLst>
              <a:path w="86076" h="85619" extrusionOk="0">
                <a:moveTo>
                  <a:pt x="69905" y="0"/>
                </a:moveTo>
                <a:cubicBezTo>
                  <a:pt x="68694" y="0"/>
                  <a:pt x="67486" y="477"/>
                  <a:pt x="66581" y="1432"/>
                </a:cubicBezTo>
                <a:lnTo>
                  <a:pt x="58027" y="9986"/>
                </a:lnTo>
                <a:lnTo>
                  <a:pt x="76090" y="28069"/>
                </a:lnTo>
                <a:lnTo>
                  <a:pt x="84186" y="19037"/>
                </a:lnTo>
                <a:cubicBezTo>
                  <a:pt x="86076" y="17227"/>
                  <a:pt x="86076" y="14184"/>
                  <a:pt x="84186" y="12373"/>
                </a:cubicBezTo>
                <a:lnTo>
                  <a:pt x="73245" y="1432"/>
                </a:lnTo>
                <a:cubicBezTo>
                  <a:pt x="72330" y="477"/>
                  <a:pt x="71116" y="0"/>
                  <a:pt x="69905" y="0"/>
                </a:cubicBezTo>
                <a:close/>
                <a:moveTo>
                  <a:pt x="52318" y="14760"/>
                </a:moveTo>
                <a:lnTo>
                  <a:pt x="0" y="67536"/>
                </a:lnTo>
                <a:lnTo>
                  <a:pt x="0" y="85618"/>
                </a:lnTo>
                <a:lnTo>
                  <a:pt x="18083" y="85618"/>
                </a:lnTo>
                <a:lnTo>
                  <a:pt x="70380" y="32823"/>
                </a:lnTo>
                <a:lnTo>
                  <a:pt x="52318" y="1476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11" name="Google Shape;411;p28"/>
          <p:cNvSpPr/>
          <p:nvPr/>
        </p:nvSpPr>
        <p:spPr>
          <a:xfrm>
            <a:off x="819925" y="3283438"/>
            <a:ext cx="423900" cy="42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nvGrpSpPr>
          <p:cNvPr id="412" name="Google Shape;412;p28"/>
          <p:cNvGrpSpPr/>
          <p:nvPr/>
        </p:nvGrpSpPr>
        <p:grpSpPr>
          <a:xfrm rot="10800000" flipH="1">
            <a:off x="880550" y="2712182"/>
            <a:ext cx="302125" cy="163726"/>
            <a:chOff x="1319675" y="779200"/>
            <a:chExt cx="2343875" cy="1270175"/>
          </a:xfrm>
        </p:grpSpPr>
        <p:sp>
          <p:nvSpPr>
            <p:cNvPr id="413" name="Google Shape;413;p28"/>
            <p:cNvSpPr/>
            <p:nvPr/>
          </p:nvSpPr>
          <p:spPr>
            <a:xfrm>
              <a:off x="1319675" y="915950"/>
              <a:ext cx="717150" cy="996650"/>
            </a:xfrm>
            <a:custGeom>
              <a:avLst/>
              <a:gdLst/>
              <a:ahLst/>
              <a:cxnLst/>
              <a:rect l="l" t="t" r="r" b="b"/>
              <a:pathLst>
                <a:path w="28686" h="39866" extrusionOk="0">
                  <a:moveTo>
                    <a:pt x="28685" y="1"/>
                  </a:moveTo>
                  <a:lnTo>
                    <a:pt x="0" y="15557"/>
                  </a:lnTo>
                  <a:lnTo>
                    <a:pt x="0" y="24230"/>
                  </a:lnTo>
                  <a:lnTo>
                    <a:pt x="28685" y="39866"/>
                  </a:lnTo>
                  <a:lnTo>
                    <a:pt x="28685" y="29740"/>
                  </a:lnTo>
                  <a:lnTo>
                    <a:pt x="8713" y="19774"/>
                  </a:lnTo>
                  <a:lnTo>
                    <a:pt x="28685" y="10186"/>
                  </a:lnTo>
                  <a:lnTo>
                    <a:pt x="286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14" name="Google Shape;414;p28"/>
            <p:cNvSpPr/>
            <p:nvPr/>
          </p:nvSpPr>
          <p:spPr>
            <a:xfrm>
              <a:off x="2159125" y="779200"/>
              <a:ext cx="626150" cy="1270175"/>
            </a:xfrm>
            <a:custGeom>
              <a:avLst/>
              <a:gdLst/>
              <a:ahLst/>
              <a:cxnLst/>
              <a:rect l="l" t="t" r="r" b="b"/>
              <a:pathLst>
                <a:path w="25046" h="50807" extrusionOk="0">
                  <a:moveTo>
                    <a:pt x="19038" y="0"/>
                  </a:moveTo>
                  <a:lnTo>
                    <a:pt x="1" y="50806"/>
                  </a:lnTo>
                  <a:lnTo>
                    <a:pt x="5969" y="50806"/>
                  </a:lnTo>
                  <a:lnTo>
                    <a:pt x="250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15" name="Google Shape;415;p28"/>
            <p:cNvSpPr/>
            <p:nvPr/>
          </p:nvSpPr>
          <p:spPr>
            <a:xfrm>
              <a:off x="2945900" y="915950"/>
              <a:ext cx="717650" cy="996650"/>
            </a:xfrm>
            <a:custGeom>
              <a:avLst/>
              <a:gdLst/>
              <a:ahLst/>
              <a:cxnLst/>
              <a:rect l="l" t="t" r="r" b="b"/>
              <a:pathLst>
                <a:path w="28706" h="39866" extrusionOk="0">
                  <a:moveTo>
                    <a:pt x="0" y="1"/>
                  </a:moveTo>
                  <a:lnTo>
                    <a:pt x="0" y="10047"/>
                  </a:lnTo>
                  <a:lnTo>
                    <a:pt x="19992" y="19854"/>
                  </a:lnTo>
                  <a:lnTo>
                    <a:pt x="0" y="29740"/>
                  </a:lnTo>
                  <a:lnTo>
                    <a:pt x="0" y="39866"/>
                  </a:lnTo>
                  <a:lnTo>
                    <a:pt x="28705" y="24190"/>
                  </a:lnTo>
                  <a:lnTo>
                    <a:pt x="28705" y="1557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416" name="Google Shape;416;p28"/>
          <p:cNvGrpSpPr/>
          <p:nvPr/>
        </p:nvGrpSpPr>
        <p:grpSpPr>
          <a:xfrm>
            <a:off x="898731" y="3413525"/>
            <a:ext cx="265768" cy="163730"/>
            <a:chOff x="1319675" y="2389025"/>
            <a:chExt cx="2224000" cy="1370125"/>
          </a:xfrm>
        </p:grpSpPr>
        <p:sp>
          <p:nvSpPr>
            <p:cNvPr id="417" name="Google Shape;417;p28"/>
            <p:cNvSpPr/>
            <p:nvPr/>
          </p:nvSpPr>
          <p:spPr>
            <a:xfrm>
              <a:off x="1319675" y="2389025"/>
              <a:ext cx="1396475" cy="1369625"/>
            </a:xfrm>
            <a:custGeom>
              <a:avLst/>
              <a:gdLst/>
              <a:ahLst/>
              <a:cxnLst/>
              <a:rect l="l" t="t" r="r" b="b"/>
              <a:pathLst>
                <a:path w="55859" h="54785" extrusionOk="0">
                  <a:moveTo>
                    <a:pt x="49871" y="5988"/>
                  </a:moveTo>
                  <a:lnTo>
                    <a:pt x="49871" y="35509"/>
                  </a:lnTo>
                  <a:lnTo>
                    <a:pt x="5968" y="35509"/>
                  </a:lnTo>
                  <a:lnTo>
                    <a:pt x="5968" y="5988"/>
                  </a:lnTo>
                  <a:close/>
                  <a:moveTo>
                    <a:pt x="5570" y="0"/>
                  </a:moveTo>
                  <a:cubicBezTo>
                    <a:pt x="2487" y="0"/>
                    <a:pt x="0" y="2507"/>
                    <a:pt x="0" y="5570"/>
                  </a:cubicBezTo>
                  <a:lnTo>
                    <a:pt x="0" y="35906"/>
                  </a:lnTo>
                  <a:cubicBezTo>
                    <a:pt x="0" y="38990"/>
                    <a:pt x="2487" y="41476"/>
                    <a:pt x="5570" y="41476"/>
                  </a:cubicBezTo>
                  <a:lnTo>
                    <a:pt x="20549" y="41476"/>
                  </a:lnTo>
                  <a:lnTo>
                    <a:pt x="20549" y="48817"/>
                  </a:lnTo>
                  <a:lnTo>
                    <a:pt x="18182" y="48817"/>
                  </a:lnTo>
                  <a:cubicBezTo>
                    <a:pt x="16531" y="48817"/>
                    <a:pt x="15198" y="50150"/>
                    <a:pt x="15198" y="51801"/>
                  </a:cubicBezTo>
                  <a:cubicBezTo>
                    <a:pt x="15198" y="53452"/>
                    <a:pt x="16531" y="54785"/>
                    <a:pt x="18182" y="54785"/>
                  </a:cubicBezTo>
                  <a:lnTo>
                    <a:pt x="37657" y="54785"/>
                  </a:lnTo>
                  <a:cubicBezTo>
                    <a:pt x="39308" y="54785"/>
                    <a:pt x="40641" y="53452"/>
                    <a:pt x="40641" y="51801"/>
                  </a:cubicBezTo>
                  <a:cubicBezTo>
                    <a:pt x="40641" y="50150"/>
                    <a:pt x="39308" y="48817"/>
                    <a:pt x="37657" y="48817"/>
                  </a:cubicBezTo>
                  <a:lnTo>
                    <a:pt x="35290" y="48817"/>
                  </a:lnTo>
                  <a:lnTo>
                    <a:pt x="35290" y="41496"/>
                  </a:lnTo>
                  <a:lnTo>
                    <a:pt x="50289" y="41496"/>
                  </a:lnTo>
                  <a:cubicBezTo>
                    <a:pt x="53352" y="41476"/>
                    <a:pt x="55839" y="38990"/>
                    <a:pt x="55839" y="35926"/>
                  </a:cubicBezTo>
                  <a:lnTo>
                    <a:pt x="55839" y="5590"/>
                  </a:lnTo>
                  <a:cubicBezTo>
                    <a:pt x="55859" y="2507"/>
                    <a:pt x="53352" y="0"/>
                    <a:pt x="50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418" name="Google Shape;418;p28"/>
            <p:cNvSpPr/>
            <p:nvPr/>
          </p:nvSpPr>
          <p:spPr>
            <a:xfrm>
              <a:off x="2902125" y="2587450"/>
              <a:ext cx="641550" cy="1171700"/>
            </a:xfrm>
            <a:custGeom>
              <a:avLst/>
              <a:gdLst/>
              <a:ahLst/>
              <a:cxnLst/>
              <a:rect l="l" t="t" r="r" b="b"/>
              <a:pathLst>
                <a:path w="25662" h="46868" extrusionOk="0">
                  <a:moveTo>
                    <a:pt x="19615" y="4954"/>
                  </a:moveTo>
                  <a:cubicBezTo>
                    <a:pt x="20550" y="4954"/>
                    <a:pt x="21305" y="5709"/>
                    <a:pt x="21305" y="6644"/>
                  </a:cubicBezTo>
                  <a:lnTo>
                    <a:pt x="21305" y="10623"/>
                  </a:lnTo>
                  <a:cubicBezTo>
                    <a:pt x="21286" y="11558"/>
                    <a:pt x="20550" y="12314"/>
                    <a:pt x="19615" y="12314"/>
                  </a:cubicBezTo>
                  <a:lnTo>
                    <a:pt x="6048" y="12314"/>
                  </a:lnTo>
                  <a:cubicBezTo>
                    <a:pt x="5113" y="12314"/>
                    <a:pt x="4357" y="11558"/>
                    <a:pt x="4357" y="10623"/>
                  </a:cubicBezTo>
                  <a:lnTo>
                    <a:pt x="4357" y="6644"/>
                  </a:lnTo>
                  <a:cubicBezTo>
                    <a:pt x="4357" y="5709"/>
                    <a:pt x="5113" y="4954"/>
                    <a:pt x="6048" y="4954"/>
                  </a:cubicBezTo>
                  <a:close/>
                  <a:moveTo>
                    <a:pt x="19615" y="16173"/>
                  </a:moveTo>
                  <a:cubicBezTo>
                    <a:pt x="20550" y="16173"/>
                    <a:pt x="21305" y="16929"/>
                    <a:pt x="21305" y="17864"/>
                  </a:cubicBezTo>
                  <a:lnTo>
                    <a:pt x="21305" y="21842"/>
                  </a:lnTo>
                  <a:cubicBezTo>
                    <a:pt x="21286" y="22777"/>
                    <a:pt x="20550" y="23513"/>
                    <a:pt x="19615" y="23513"/>
                  </a:cubicBezTo>
                  <a:lnTo>
                    <a:pt x="6048" y="23513"/>
                  </a:lnTo>
                  <a:cubicBezTo>
                    <a:pt x="5113" y="23513"/>
                    <a:pt x="4357" y="22777"/>
                    <a:pt x="4357" y="21842"/>
                  </a:cubicBezTo>
                  <a:lnTo>
                    <a:pt x="4357" y="17864"/>
                  </a:lnTo>
                  <a:cubicBezTo>
                    <a:pt x="4357" y="16929"/>
                    <a:pt x="5113" y="16173"/>
                    <a:pt x="6048" y="16173"/>
                  </a:cubicBezTo>
                  <a:close/>
                  <a:moveTo>
                    <a:pt x="12807" y="29617"/>
                  </a:moveTo>
                  <a:cubicBezTo>
                    <a:pt x="14016" y="29617"/>
                    <a:pt x="15179" y="30556"/>
                    <a:pt x="15179" y="31968"/>
                  </a:cubicBezTo>
                  <a:cubicBezTo>
                    <a:pt x="15179" y="33281"/>
                    <a:pt x="14124" y="34335"/>
                    <a:pt x="12831" y="34335"/>
                  </a:cubicBezTo>
                  <a:cubicBezTo>
                    <a:pt x="10723" y="34335"/>
                    <a:pt x="9668" y="31789"/>
                    <a:pt x="11160" y="30317"/>
                  </a:cubicBezTo>
                  <a:cubicBezTo>
                    <a:pt x="11637" y="29833"/>
                    <a:pt x="12227" y="29617"/>
                    <a:pt x="12807" y="29617"/>
                  </a:cubicBezTo>
                  <a:close/>
                  <a:moveTo>
                    <a:pt x="3104" y="0"/>
                  </a:moveTo>
                  <a:cubicBezTo>
                    <a:pt x="1393" y="0"/>
                    <a:pt x="0" y="1393"/>
                    <a:pt x="0" y="3104"/>
                  </a:cubicBezTo>
                  <a:lnTo>
                    <a:pt x="0" y="43764"/>
                  </a:lnTo>
                  <a:cubicBezTo>
                    <a:pt x="0" y="45475"/>
                    <a:pt x="1393" y="46868"/>
                    <a:pt x="3104" y="46868"/>
                  </a:cubicBezTo>
                  <a:lnTo>
                    <a:pt x="22559" y="46868"/>
                  </a:lnTo>
                  <a:cubicBezTo>
                    <a:pt x="24270" y="46868"/>
                    <a:pt x="25662" y="45475"/>
                    <a:pt x="25662" y="43764"/>
                  </a:cubicBezTo>
                  <a:lnTo>
                    <a:pt x="25662" y="3104"/>
                  </a:lnTo>
                  <a:cubicBezTo>
                    <a:pt x="25662" y="1393"/>
                    <a:pt x="24270" y="0"/>
                    <a:pt x="225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419" name="Google Shape;419;p28"/>
          <p:cNvSpPr/>
          <p:nvPr/>
        </p:nvSpPr>
        <p:spPr>
          <a:xfrm>
            <a:off x="4876837" y="2409598"/>
            <a:ext cx="2681532" cy="1732190"/>
          </a:xfrm>
          <a:custGeom>
            <a:avLst/>
            <a:gdLst/>
            <a:ahLst/>
            <a:cxnLst/>
            <a:rect l="l" t="t" r="r" b="b"/>
            <a:pathLst>
              <a:path w="176649" h="114110" extrusionOk="0">
                <a:moveTo>
                  <a:pt x="5275" y="0"/>
                </a:moveTo>
                <a:cubicBezTo>
                  <a:pt x="2345" y="0"/>
                  <a:pt x="1" y="2344"/>
                  <a:pt x="1" y="5274"/>
                </a:cubicBezTo>
                <a:lnTo>
                  <a:pt x="1" y="108835"/>
                </a:lnTo>
                <a:cubicBezTo>
                  <a:pt x="1" y="111766"/>
                  <a:pt x="2345" y="114110"/>
                  <a:pt x="5275" y="114110"/>
                </a:cubicBezTo>
                <a:lnTo>
                  <a:pt x="171374" y="114110"/>
                </a:lnTo>
                <a:cubicBezTo>
                  <a:pt x="174304" y="114110"/>
                  <a:pt x="176648" y="111766"/>
                  <a:pt x="176648" y="108835"/>
                </a:cubicBezTo>
                <a:lnTo>
                  <a:pt x="176648" y="5274"/>
                </a:lnTo>
                <a:cubicBezTo>
                  <a:pt x="176648" y="2344"/>
                  <a:pt x="174304" y="0"/>
                  <a:pt x="171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8"/>
          <p:cNvSpPr/>
          <p:nvPr/>
        </p:nvSpPr>
        <p:spPr>
          <a:xfrm>
            <a:off x="5005199" y="2541755"/>
            <a:ext cx="2424808" cy="1467860"/>
          </a:xfrm>
          <a:custGeom>
            <a:avLst/>
            <a:gdLst/>
            <a:ahLst/>
            <a:cxnLst/>
            <a:rect l="l" t="t" r="r" b="b"/>
            <a:pathLst>
              <a:path w="159737" h="96697" extrusionOk="0">
                <a:moveTo>
                  <a:pt x="0" y="1"/>
                </a:moveTo>
                <a:lnTo>
                  <a:pt x="0" y="96697"/>
                </a:lnTo>
                <a:lnTo>
                  <a:pt x="159737" y="96697"/>
                </a:lnTo>
                <a:lnTo>
                  <a:pt x="159737"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91A51"/>
              </a:solidFill>
            </a:endParaRPr>
          </a:p>
        </p:txBody>
      </p:sp>
      <p:sp>
        <p:nvSpPr>
          <p:cNvPr id="421" name="Google Shape;421;p28"/>
          <p:cNvSpPr/>
          <p:nvPr/>
        </p:nvSpPr>
        <p:spPr>
          <a:xfrm>
            <a:off x="4636011" y="4136703"/>
            <a:ext cx="3163178" cy="83900"/>
          </a:xfrm>
          <a:custGeom>
            <a:avLst/>
            <a:gdLst/>
            <a:ahLst/>
            <a:cxnLst/>
            <a:rect l="l" t="t" r="r" b="b"/>
            <a:pathLst>
              <a:path w="208378" h="5527" extrusionOk="0">
                <a:moveTo>
                  <a:pt x="0" y="1"/>
                </a:moveTo>
                <a:lnTo>
                  <a:pt x="0" y="5526"/>
                </a:lnTo>
                <a:lnTo>
                  <a:pt x="208377" y="5526"/>
                </a:lnTo>
                <a:lnTo>
                  <a:pt x="208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22" name="Google Shape;422;p28"/>
          <p:cNvSpPr/>
          <p:nvPr/>
        </p:nvSpPr>
        <p:spPr>
          <a:xfrm>
            <a:off x="5005199" y="2541755"/>
            <a:ext cx="2424808" cy="141083"/>
          </a:xfrm>
          <a:custGeom>
            <a:avLst/>
            <a:gdLst/>
            <a:ahLst/>
            <a:cxnLst/>
            <a:rect l="l" t="t" r="r" b="b"/>
            <a:pathLst>
              <a:path w="159737" h="9294" extrusionOk="0">
                <a:moveTo>
                  <a:pt x="0" y="1"/>
                </a:moveTo>
                <a:lnTo>
                  <a:pt x="0" y="9294"/>
                </a:lnTo>
                <a:lnTo>
                  <a:pt x="159737" y="9294"/>
                </a:lnTo>
                <a:lnTo>
                  <a:pt x="159737"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5143716" y="2742556"/>
            <a:ext cx="1029417" cy="521069"/>
          </a:xfrm>
          <a:custGeom>
            <a:avLst/>
            <a:gdLst/>
            <a:ahLst/>
            <a:cxnLst/>
            <a:rect l="l" t="t" r="r" b="b"/>
            <a:pathLst>
              <a:path w="67814" h="34326" extrusionOk="0">
                <a:moveTo>
                  <a:pt x="1" y="1"/>
                </a:moveTo>
                <a:lnTo>
                  <a:pt x="1" y="34326"/>
                </a:lnTo>
                <a:lnTo>
                  <a:pt x="67813" y="34326"/>
                </a:lnTo>
                <a:lnTo>
                  <a:pt x="678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5221240" y="2834061"/>
            <a:ext cx="297407" cy="297391"/>
          </a:xfrm>
          <a:custGeom>
            <a:avLst/>
            <a:gdLst/>
            <a:ahLst/>
            <a:cxnLst/>
            <a:rect l="l" t="t" r="r" b="b"/>
            <a:pathLst>
              <a:path w="19592" h="19591" extrusionOk="0">
                <a:moveTo>
                  <a:pt x="1" y="0"/>
                </a:moveTo>
                <a:lnTo>
                  <a:pt x="1" y="19591"/>
                </a:lnTo>
                <a:lnTo>
                  <a:pt x="19591" y="19591"/>
                </a:lnTo>
                <a:lnTo>
                  <a:pt x="195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5500826" y="3535575"/>
            <a:ext cx="908690" cy="329163"/>
          </a:xfrm>
          <a:custGeom>
            <a:avLst/>
            <a:gdLst/>
            <a:ahLst/>
            <a:cxnLst/>
            <a:rect l="l" t="t" r="r" b="b"/>
            <a:pathLst>
              <a:path w="59861" h="21684" extrusionOk="0">
                <a:moveTo>
                  <a:pt x="1" y="1"/>
                </a:moveTo>
                <a:lnTo>
                  <a:pt x="1" y="21684"/>
                </a:lnTo>
                <a:lnTo>
                  <a:pt x="59860" y="21684"/>
                </a:lnTo>
                <a:lnTo>
                  <a:pt x="598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560559" y="3610549"/>
            <a:ext cx="679927" cy="53403"/>
          </a:xfrm>
          <a:custGeom>
            <a:avLst/>
            <a:gdLst/>
            <a:ahLst/>
            <a:cxnLst/>
            <a:rect l="l" t="t" r="r" b="b"/>
            <a:pathLst>
              <a:path w="44791" h="3518" extrusionOk="0">
                <a:moveTo>
                  <a:pt x="1" y="1"/>
                </a:moveTo>
                <a:lnTo>
                  <a:pt x="1" y="3517"/>
                </a:lnTo>
                <a:lnTo>
                  <a:pt x="44791" y="3517"/>
                </a:lnTo>
                <a:lnTo>
                  <a:pt x="44791"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27" name="Google Shape;427;p28"/>
          <p:cNvSpPr/>
          <p:nvPr/>
        </p:nvSpPr>
        <p:spPr>
          <a:xfrm>
            <a:off x="5560559" y="3710949"/>
            <a:ext cx="526154" cy="52128"/>
          </a:xfrm>
          <a:custGeom>
            <a:avLst/>
            <a:gdLst/>
            <a:ahLst/>
            <a:cxnLst/>
            <a:rect l="l" t="t" r="r" b="b"/>
            <a:pathLst>
              <a:path w="34661" h="3434" extrusionOk="0">
                <a:moveTo>
                  <a:pt x="1" y="1"/>
                </a:moveTo>
                <a:lnTo>
                  <a:pt x="1" y="3433"/>
                </a:lnTo>
                <a:lnTo>
                  <a:pt x="34661" y="3433"/>
                </a:lnTo>
                <a:lnTo>
                  <a:pt x="34661"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28" name="Google Shape;428;p28"/>
          <p:cNvSpPr/>
          <p:nvPr/>
        </p:nvSpPr>
        <p:spPr>
          <a:xfrm>
            <a:off x="5180573" y="3535575"/>
            <a:ext cx="322818" cy="329163"/>
          </a:xfrm>
          <a:custGeom>
            <a:avLst/>
            <a:gdLst/>
            <a:ahLst/>
            <a:cxnLst/>
            <a:rect l="l" t="t" r="r" b="b"/>
            <a:pathLst>
              <a:path w="21266" h="21684" extrusionOk="0">
                <a:moveTo>
                  <a:pt x="1" y="1"/>
                </a:moveTo>
                <a:lnTo>
                  <a:pt x="1" y="21684"/>
                </a:lnTo>
                <a:lnTo>
                  <a:pt x="21265" y="21684"/>
                </a:lnTo>
                <a:lnTo>
                  <a:pt x="212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5242842" y="3644719"/>
            <a:ext cx="218729" cy="109463"/>
          </a:xfrm>
          <a:custGeom>
            <a:avLst/>
            <a:gdLst/>
            <a:ahLst/>
            <a:cxnLst/>
            <a:rect l="l" t="t" r="r" b="b"/>
            <a:pathLst>
              <a:path w="14409" h="7211" extrusionOk="0">
                <a:moveTo>
                  <a:pt x="13060" y="1"/>
                </a:moveTo>
                <a:cubicBezTo>
                  <a:pt x="12832" y="1"/>
                  <a:pt x="12594" y="102"/>
                  <a:pt x="12391" y="345"/>
                </a:cubicBezTo>
                <a:lnTo>
                  <a:pt x="6950" y="5117"/>
                </a:lnTo>
                <a:lnTo>
                  <a:pt x="1592" y="345"/>
                </a:lnTo>
                <a:cubicBezTo>
                  <a:pt x="1424" y="178"/>
                  <a:pt x="1194" y="94"/>
                  <a:pt x="964" y="94"/>
                </a:cubicBezTo>
                <a:cubicBezTo>
                  <a:pt x="734" y="94"/>
                  <a:pt x="503" y="178"/>
                  <a:pt x="336" y="345"/>
                </a:cubicBezTo>
                <a:cubicBezTo>
                  <a:pt x="1" y="764"/>
                  <a:pt x="1" y="1266"/>
                  <a:pt x="336" y="1601"/>
                </a:cubicBezTo>
                <a:lnTo>
                  <a:pt x="6364" y="6959"/>
                </a:lnTo>
                <a:cubicBezTo>
                  <a:pt x="6531" y="7127"/>
                  <a:pt x="6761" y="7210"/>
                  <a:pt x="6992" y="7210"/>
                </a:cubicBezTo>
                <a:cubicBezTo>
                  <a:pt x="7222" y="7210"/>
                  <a:pt x="7452" y="7127"/>
                  <a:pt x="7619" y="6959"/>
                </a:cubicBezTo>
                <a:lnTo>
                  <a:pt x="13647" y="1685"/>
                </a:lnTo>
                <a:cubicBezTo>
                  <a:pt x="14408" y="987"/>
                  <a:pt x="13776" y="1"/>
                  <a:pt x="130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5683836" y="3292847"/>
            <a:ext cx="704079" cy="155049"/>
          </a:xfrm>
          <a:custGeom>
            <a:avLst/>
            <a:gdLst/>
            <a:ahLst/>
            <a:cxnLst/>
            <a:rect l="l" t="t" r="r" b="b"/>
            <a:pathLst>
              <a:path w="46382" h="10214" extrusionOk="0">
                <a:moveTo>
                  <a:pt x="1" y="0"/>
                </a:moveTo>
                <a:lnTo>
                  <a:pt x="1" y="10214"/>
                </a:lnTo>
                <a:lnTo>
                  <a:pt x="46381" y="10214"/>
                </a:lnTo>
                <a:lnTo>
                  <a:pt x="463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5683836" y="3100941"/>
            <a:ext cx="704079" cy="155064"/>
          </a:xfrm>
          <a:custGeom>
            <a:avLst/>
            <a:gdLst/>
            <a:ahLst/>
            <a:cxnLst/>
            <a:rect l="l" t="t" r="r" b="b"/>
            <a:pathLst>
              <a:path w="46382" h="10215" extrusionOk="0">
                <a:moveTo>
                  <a:pt x="1" y="0"/>
                </a:moveTo>
                <a:lnTo>
                  <a:pt x="1" y="10214"/>
                </a:lnTo>
                <a:lnTo>
                  <a:pt x="46381" y="10214"/>
                </a:lnTo>
                <a:lnTo>
                  <a:pt x="463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6387899" y="3102216"/>
            <a:ext cx="155049" cy="155049"/>
          </a:xfrm>
          <a:custGeom>
            <a:avLst/>
            <a:gdLst/>
            <a:ahLst/>
            <a:cxnLst/>
            <a:rect l="l" t="t" r="r" b="b"/>
            <a:pathLst>
              <a:path w="10214" h="10214" extrusionOk="0">
                <a:moveTo>
                  <a:pt x="0" y="0"/>
                </a:moveTo>
                <a:lnTo>
                  <a:pt x="0" y="10214"/>
                </a:lnTo>
                <a:lnTo>
                  <a:pt x="10214" y="10214"/>
                </a:lnTo>
                <a:lnTo>
                  <a:pt x="1021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6579790" y="3182275"/>
            <a:ext cx="744746" cy="714234"/>
          </a:xfrm>
          <a:custGeom>
            <a:avLst/>
            <a:gdLst/>
            <a:ahLst/>
            <a:cxnLst/>
            <a:rect l="l" t="t" r="r" b="b"/>
            <a:pathLst>
              <a:path w="49061" h="47051" extrusionOk="0">
                <a:moveTo>
                  <a:pt x="1" y="1"/>
                </a:moveTo>
                <a:lnTo>
                  <a:pt x="1" y="47051"/>
                </a:lnTo>
                <a:lnTo>
                  <a:pt x="49060" y="47051"/>
                </a:lnTo>
                <a:lnTo>
                  <a:pt x="490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6668745" y="3215322"/>
            <a:ext cx="728230" cy="623427"/>
          </a:xfrm>
          <a:custGeom>
            <a:avLst/>
            <a:gdLst/>
            <a:ahLst/>
            <a:cxnLst/>
            <a:rect l="l" t="t" r="r" b="b"/>
            <a:pathLst>
              <a:path w="47973" h="41069" extrusionOk="0">
                <a:moveTo>
                  <a:pt x="20698" y="2821"/>
                </a:moveTo>
                <a:cubicBezTo>
                  <a:pt x="25039" y="2821"/>
                  <a:pt x="29467" y="4434"/>
                  <a:pt x="33070" y="8037"/>
                </a:cubicBezTo>
                <a:cubicBezTo>
                  <a:pt x="44121" y="19172"/>
                  <a:pt x="36251" y="38176"/>
                  <a:pt x="20512" y="38176"/>
                </a:cubicBezTo>
                <a:cubicBezTo>
                  <a:pt x="10801" y="38176"/>
                  <a:pt x="2931" y="30223"/>
                  <a:pt x="2931" y="20512"/>
                </a:cubicBezTo>
                <a:cubicBezTo>
                  <a:pt x="2931" y="9866"/>
                  <a:pt x="11625" y="2821"/>
                  <a:pt x="20698" y="2821"/>
                </a:cubicBezTo>
                <a:close/>
                <a:moveTo>
                  <a:pt x="20512" y="0"/>
                </a:moveTo>
                <a:cubicBezTo>
                  <a:pt x="9210" y="0"/>
                  <a:pt x="1" y="9126"/>
                  <a:pt x="1" y="20512"/>
                </a:cubicBezTo>
                <a:cubicBezTo>
                  <a:pt x="1" y="32859"/>
                  <a:pt x="10118" y="41068"/>
                  <a:pt x="20681" y="41068"/>
                </a:cubicBezTo>
                <a:cubicBezTo>
                  <a:pt x="25730" y="41068"/>
                  <a:pt x="30882" y="39192"/>
                  <a:pt x="35079" y="34995"/>
                </a:cubicBezTo>
                <a:cubicBezTo>
                  <a:pt x="47972" y="22102"/>
                  <a:pt x="38847" y="0"/>
                  <a:pt x="20512"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35" name="Google Shape;435;p28"/>
          <p:cNvSpPr/>
          <p:nvPr/>
        </p:nvSpPr>
        <p:spPr>
          <a:xfrm>
            <a:off x="6905128" y="3364010"/>
            <a:ext cx="186835" cy="328040"/>
          </a:xfrm>
          <a:custGeom>
            <a:avLst/>
            <a:gdLst/>
            <a:ahLst/>
            <a:cxnLst/>
            <a:rect l="l" t="t" r="r" b="b"/>
            <a:pathLst>
              <a:path w="12308" h="21610" extrusionOk="0">
                <a:moveTo>
                  <a:pt x="1508" y="0"/>
                </a:moveTo>
                <a:cubicBezTo>
                  <a:pt x="671" y="0"/>
                  <a:pt x="1" y="670"/>
                  <a:pt x="1" y="1507"/>
                </a:cubicBezTo>
                <a:lnTo>
                  <a:pt x="84" y="1507"/>
                </a:lnTo>
                <a:lnTo>
                  <a:pt x="84" y="20177"/>
                </a:lnTo>
                <a:cubicBezTo>
                  <a:pt x="28" y="21028"/>
                  <a:pt x="740" y="21610"/>
                  <a:pt x="1492" y="21610"/>
                </a:cubicBezTo>
                <a:cubicBezTo>
                  <a:pt x="1849" y="21610"/>
                  <a:pt x="2216" y="21478"/>
                  <a:pt x="2512" y="21181"/>
                </a:cubicBezTo>
                <a:lnTo>
                  <a:pt x="11889" y="11889"/>
                </a:lnTo>
                <a:cubicBezTo>
                  <a:pt x="12140" y="11554"/>
                  <a:pt x="12307" y="11219"/>
                  <a:pt x="12307" y="10800"/>
                </a:cubicBezTo>
                <a:cubicBezTo>
                  <a:pt x="12307" y="10465"/>
                  <a:pt x="12140" y="10047"/>
                  <a:pt x="11889" y="9796"/>
                </a:cubicBezTo>
                <a:lnTo>
                  <a:pt x="2512" y="419"/>
                </a:lnTo>
                <a:cubicBezTo>
                  <a:pt x="2261" y="168"/>
                  <a:pt x="1843" y="0"/>
                  <a:pt x="1508"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36" name="Google Shape;436;p28"/>
          <p:cNvSpPr/>
          <p:nvPr/>
        </p:nvSpPr>
        <p:spPr>
          <a:xfrm>
            <a:off x="6858115" y="1367491"/>
            <a:ext cx="1476741" cy="1959677"/>
          </a:xfrm>
          <a:custGeom>
            <a:avLst/>
            <a:gdLst/>
            <a:ahLst/>
            <a:cxnLst/>
            <a:rect l="l" t="t" r="r" b="b"/>
            <a:pathLst>
              <a:path w="97282" h="129096" extrusionOk="0">
                <a:moveTo>
                  <a:pt x="7702" y="0"/>
                </a:moveTo>
                <a:cubicBezTo>
                  <a:pt x="3433" y="84"/>
                  <a:pt x="0" y="3684"/>
                  <a:pt x="84" y="7953"/>
                </a:cubicBezTo>
                <a:lnTo>
                  <a:pt x="84" y="120807"/>
                </a:lnTo>
                <a:cubicBezTo>
                  <a:pt x="84" y="125161"/>
                  <a:pt x="3349" y="129096"/>
                  <a:pt x="7702" y="129096"/>
                </a:cubicBezTo>
                <a:lnTo>
                  <a:pt x="89161" y="129096"/>
                </a:lnTo>
                <a:cubicBezTo>
                  <a:pt x="93682" y="128928"/>
                  <a:pt x="97198" y="125244"/>
                  <a:pt x="97282" y="120807"/>
                </a:cubicBezTo>
                <a:lnTo>
                  <a:pt x="97282" y="7953"/>
                </a:lnTo>
                <a:cubicBezTo>
                  <a:pt x="97198" y="3600"/>
                  <a:pt x="93598" y="0"/>
                  <a:pt x="8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6976307" y="1511094"/>
            <a:ext cx="1241633" cy="1500907"/>
          </a:xfrm>
          <a:custGeom>
            <a:avLst/>
            <a:gdLst/>
            <a:ahLst/>
            <a:cxnLst/>
            <a:rect l="l" t="t" r="r" b="b"/>
            <a:pathLst>
              <a:path w="81794" h="98874" extrusionOk="0">
                <a:moveTo>
                  <a:pt x="0" y="0"/>
                </a:moveTo>
                <a:lnTo>
                  <a:pt x="0" y="98873"/>
                </a:lnTo>
                <a:lnTo>
                  <a:pt x="81794" y="98873"/>
                </a:lnTo>
                <a:lnTo>
                  <a:pt x="81794"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p:nvPr/>
        </p:nvSpPr>
        <p:spPr>
          <a:xfrm>
            <a:off x="7513876" y="3086960"/>
            <a:ext cx="185560" cy="159086"/>
          </a:xfrm>
          <a:custGeom>
            <a:avLst/>
            <a:gdLst/>
            <a:ahLst/>
            <a:cxnLst/>
            <a:rect l="l" t="t" r="r" b="b"/>
            <a:pathLst>
              <a:path w="12224" h="10480" extrusionOk="0">
                <a:moveTo>
                  <a:pt x="5275" y="1"/>
                </a:moveTo>
                <a:cubicBezTo>
                  <a:pt x="2344" y="1"/>
                  <a:pt x="0" y="2345"/>
                  <a:pt x="0" y="5275"/>
                </a:cubicBezTo>
                <a:cubicBezTo>
                  <a:pt x="0" y="8397"/>
                  <a:pt x="2579" y="10480"/>
                  <a:pt x="5283" y="10480"/>
                </a:cubicBezTo>
                <a:cubicBezTo>
                  <a:pt x="6567" y="10480"/>
                  <a:pt x="7880" y="10010"/>
                  <a:pt x="8958" y="8959"/>
                </a:cubicBezTo>
                <a:cubicBezTo>
                  <a:pt x="12223" y="5693"/>
                  <a:pt x="9879" y="1"/>
                  <a:pt x="5275" y="1"/>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8"/>
          <p:cNvSpPr/>
          <p:nvPr/>
        </p:nvSpPr>
        <p:spPr>
          <a:xfrm>
            <a:off x="7577419" y="1730946"/>
            <a:ext cx="584612" cy="583352"/>
          </a:xfrm>
          <a:custGeom>
            <a:avLst/>
            <a:gdLst/>
            <a:ahLst/>
            <a:cxnLst/>
            <a:rect l="l" t="t" r="r" b="b"/>
            <a:pathLst>
              <a:path w="38512" h="38429" extrusionOk="0">
                <a:moveTo>
                  <a:pt x="19339" y="14484"/>
                </a:moveTo>
                <a:cubicBezTo>
                  <a:pt x="16577" y="14484"/>
                  <a:pt x="14316" y="16745"/>
                  <a:pt x="14316" y="19507"/>
                </a:cubicBezTo>
                <a:cubicBezTo>
                  <a:pt x="14316" y="22569"/>
                  <a:pt x="16812" y="24594"/>
                  <a:pt x="19411" y="24594"/>
                </a:cubicBezTo>
                <a:cubicBezTo>
                  <a:pt x="20650" y="24594"/>
                  <a:pt x="21913" y="24134"/>
                  <a:pt x="22939" y="23107"/>
                </a:cubicBezTo>
                <a:cubicBezTo>
                  <a:pt x="26037" y="19926"/>
                  <a:pt x="23860" y="14484"/>
                  <a:pt x="19339" y="14484"/>
                </a:cubicBezTo>
                <a:close/>
                <a:moveTo>
                  <a:pt x="19256" y="9629"/>
                </a:moveTo>
                <a:cubicBezTo>
                  <a:pt x="25786" y="9629"/>
                  <a:pt x="30390" y="16075"/>
                  <a:pt x="28381" y="22354"/>
                </a:cubicBezTo>
                <a:cubicBezTo>
                  <a:pt x="27062" y="26229"/>
                  <a:pt x="23469" y="28886"/>
                  <a:pt x="19363" y="28886"/>
                </a:cubicBezTo>
                <a:cubicBezTo>
                  <a:pt x="19299" y="28886"/>
                  <a:pt x="19236" y="28885"/>
                  <a:pt x="19172" y="28884"/>
                </a:cubicBezTo>
                <a:cubicBezTo>
                  <a:pt x="12558" y="28884"/>
                  <a:pt x="7954" y="22438"/>
                  <a:pt x="10047" y="16159"/>
                </a:cubicBezTo>
                <a:cubicBezTo>
                  <a:pt x="11386" y="12224"/>
                  <a:pt x="15070" y="9629"/>
                  <a:pt x="19256" y="9629"/>
                </a:cubicBezTo>
                <a:close/>
                <a:moveTo>
                  <a:pt x="16242" y="1"/>
                </a:moveTo>
                <a:lnTo>
                  <a:pt x="16242" y="2847"/>
                </a:lnTo>
                <a:cubicBezTo>
                  <a:pt x="13898" y="3266"/>
                  <a:pt x="11721" y="4187"/>
                  <a:pt x="9879" y="5526"/>
                </a:cubicBezTo>
                <a:lnTo>
                  <a:pt x="7786" y="3517"/>
                </a:lnTo>
                <a:lnTo>
                  <a:pt x="3433" y="7787"/>
                </a:lnTo>
                <a:lnTo>
                  <a:pt x="5526" y="9796"/>
                </a:lnTo>
                <a:cubicBezTo>
                  <a:pt x="4186" y="11722"/>
                  <a:pt x="3265" y="13898"/>
                  <a:pt x="2847" y="16159"/>
                </a:cubicBezTo>
                <a:lnTo>
                  <a:pt x="0" y="16159"/>
                </a:lnTo>
                <a:lnTo>
                  <a:pt x="0" y="22270"/>
                </a:lnTo>
                <a:lnTo>
                  <a:pt x="2847" y="22270"/>
                </a:lnTo>
                <a:cubicBezTo>
                  <a:pt x="3265" y="24531"/>
                  <a:pt x="4186" y="26707"/>
                  <a:pt x="5526" y="28633"/>
                </a:cubicBezTo>
                <a:lnTo>
                  <a:pt x="3433" y="30642"/>
                </a:lnTo>
                <a:lnTo>
                  <a:pt x="7786" y="34912"/>
                </a:lnTo>
                <a:lnTo>
                  <a:pt x="9879" y="32903"/>
                </a:lnTo>
                <a:cubicBezTo>
                  <a:pt x="11721" y="34242"/>
                  <a:pt x="13898" y="35163"/>
                  <a:pt x="16242" y="35582"/>
                </a:cubicBezTo>
                <a:lnTo>
                  <a:pt x="16242" y="38428"/>
                </a:lnTo>
                <a:lnTo>
                  <a:pt x="22270" y="38428"/>
                </a:lnTo>
                <a:lnTo>
                  <a:pt x="22270" y="35582"/>
                </a:lnTo>
                <a:cubicBezTo>
                  <a:pt x="24614" y="35163"/>
                  <a:pt x="26790" y="34242"/>
                  <a:pt x="28716" y="32903"/>
                </a:cubicBezTo>
                <a:lnTo>
                  <a:pt x="30809" y="34996"/>
                </a:lnTo>
                <a:lnTo>
                  <a:pt x="35079" y="30642"/>
                </a:lnTo>
                <a:lnTo>
                  <a:pt x="33069" y="28633"/>
                </a:lnTo>
                <a:cubicBezTo>
                  <a:pt x="34325" y="26707"/>
                  <a:pt x="35246" y="24531"/>
                  <a:pt x="35665" y="22270"/>
                </a:cubicBezTo>
                <a:lnTo>
                  <a:pt x="38511" y="22270"/>
                </a:lnTo>
                <a:lnTo>
                  <a:pt x="38511" y="16242"/>
                </a:lnTo>
                <a:lnTo>
                  <a:pt x="35665" y="16242"/>
                </a:lnTo>
                <a:cubicBezTo>
                  <a:pt x="35246" y="13898"/>
                  <a:pt x="34325" y="11722"/>
                  <a:pt x="33069" y="9796"/>
                </a:cubicBezTo>
                <a:lnTo>
                  <a:pt x="35079" y="7787"/>
                </a:lnTo>
                <a:lnTo>
                  <a:pt x="30809" y="3517"/>
                </a:lnTo>
                <a:lnTo>
                  <a:pt x="28716" y="5526"/>
                </a:lnTo>
                <a:cubicBezTo>
                  <a:pt x="26790" y="4187"/>
                  <a:pt x="24614" y="3350"/>
                  <a:pt x="22270" y="2847"/>
                </a:cubicBezTo>
                <a:lnTo>
                  <a:pt x="222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8"/>
          <p:cNvSpPr/>
          <p:nvPr/>
        </p:nvSpPr>
        <p:spPr>
          <a:xfrm>
            <a:off x="7107204" y="1832622"/>
            <a:ext cx="432099" cy="430839"/>
          </a:xfrm>
          <a:custGeom>
            <a:avLst/>
            <a:gdLst/>
            <a:ahLst/>
            <a:cxnLst/>
            <a:rect l="l" t="t" r="r" b="b"/>
            <a:pathLst>
              <a:path w="28465" h="28382" extrusionOk="0">
                <a:moveTo>
                  <a:pt x="14316" y="10633"/>
                </a:moveTo>
                <a:cubicBezTo>
                  <a:pt x="12307" y="10633"/>
                  <a:pt x="10632" y="12307"/>
                  <a:pt x="10632" y="14400"/>
                </a:cubicBezTo>
                <a:cubicBezTo>
                  <a:pt x="10632" y="16628"/>
                  <a:pt x="12504" y="18154"/>
                  <a:pt x="14437" y="18154"/>
                </a:cubicBezTo>
                <a:cubicBezTo>
                  <a:pt x="15337" y="18154"/>
                  <a:pt x="16251" y="17824"/>
                  <a:pt x="16995" y="17079"/>
                </a:cubicBezTo>
                <a:cubicBezTo>
                  <a:pt x="19339" y="14651"/>
                  <a:pt x="17665" y="10633"/>
                  <a:pt x="14316" y="10633"/>
                </a:cubicBezTo>
                <a:close/>
                <a:moveTo>
                  <a:pt x="14232" y="7033"/>
                </a:moveTo>
                <a:cubicBezTo>
                  <a:pt x="19088" y="7033"/>
                  <a:pt x="22521" y="11805"/>
                  <a:pt x="21014" y="16493"/>
                </a:cubicBezTo>
                <a:cubicBezTo>
                  <a:pt x="20093" y="19340"/>
                  <a:pt x="17330" y="21349"/>
                  <a:pt x="14232" y="21349"/>
                </a:cubicBezTo>
                <a:cubicBezTo>
                  <a:pt x="9377" y="21265"/>
                  <a:pt x="5944" y="16493"/>
                  <a:pt x="7535" y="11889"/>
                </a:cubicBezTo>
                <a:lnTo>
                  <a:pt x="7451" y="11889"/>
                </a:lnTo>
                <a:cubicBezTo>
                  <a:pt x="8372" y="8958"/>
                  <a:pt x="11135" y="7033"/>
                  <a:pt x="14232" y="7033"/>
                </a:cubicBezTo>
                <a:close/>
                <a:moveTo>
                  <a:pt x="11972" y="0"/>
                </a:moveTo>
                <a:lnTo>
                  <a:pt x="11972" y="2093"/>
                </a:lnTo>
                <a:cubicBezTo>
                  <a:pt x="10298" y="2428"/>
                  <a:pt x="8707" y="3098"/>
                  <a:pt x="7284" y="4103"/>
                </a:cubicBezTo>
                <a:lnTo>
                  <a:pt x="5777" y="2596"/>
                </a:lnTo>
                <a:lnTo>
                  <a:pt x="2595" y="5693"/>
                </a:lnTo>
                <a:lnTo>
                  <a:pt x="4102" y="7200"/>
                </a:lnTo>
                <a:cubicBezTo>
                  <a:pt x="3098" y="8623"/>
                  <a:pt x="2428" y="10214"/>
                  <a:pt x="2177" y="11972"/>
                </a:cubicBezTo>
                <a:lnTo>
                  <a:pt x="2093" y="11889"/>
                </a:lnTo>
                <a:lnTo>
                  <a:pt x="0" y="11889"/>
                </a:lnTo>
                <a:lnTo>
                  <a:pt x="0" y="16493"/>
                </a:lnTo>
                <a:lnTo>
                  <a:pt x="2093" y="16493"/>
                </a:lnTo>
                <a:cubicBezTo>
                  <a:pt x="2428" y="18167"/>
                  <a:pt x="3098" y="19758"/>
                  <a:pt x="4102" y="21181"/>
                </a:cubicBezTo>
                <a:lnTo>
                  <a:pt x="2595" y="22688"/>
                </a:lnTo>
                <a:lnTo>
                  <a:pt x="5693" y="25786"/>
                </a:lnTo>
                <a:lnTo>
                  <a:pt x="7200" y="24363"/>
                </a:lnTo>
                <a:cubicBezTo>
                  <a:pt x="8623" y="25284"/>
                  <a:pt x="10214" y="25953"/>
                  <a:pt x="11972" y="26288"/>
                </a:cubicBezTo>
                <a:lnTo>
                  <a:pt x="11972" y="28381"/>
                </a:lnTo>
                <a:lnTo>
                  <a:pt x="16493" y="28381"/>
                </a:lnTo>
                <a:lnTo>
                  <a:pt x="16493" y="26288"/>
                </a:lnTo>
                <a:cubicBezTo>
                  <a:pt x="18167" y="25953"/>
                  <a:pt x="19758" y="25284"/>
                  <a:pt x="21181" y="24363"/>
                </a:cubicBezTo>
                <a:lnTo>
                  <a:pt x="22772" y="25870"/>
                </a:lnTo>
                <a:lnTo>
                  <a:pt x="25869" y="22772"/>
                </a:lnTo>
                <a:lnTo>
                  <a:pt x="24362" y="21265"/>
                </a:lnTo>
                <a:cubicBezTo>
                  <a:pt x="25367" y="19758"/>
                  <a:pt x="26037" y="18167"/>
                  <a:pt x="26372" y="16493"/>
                </a:cubicBezTo>
                <a:lnTo>
                  <a:pt x="28465" y="16493"/>
                </a:lnTo>
                <a:lnTo>
                  <a:pt x="28465" y="11972"/>
                </a:lnTo>
                <a:lnTo>
                  <a:pt x="26372" y="11972"/>
                </a:lnTo>
                <a:cubicBezTo>
                  <a:pt x="26037" y="10214"/>
                  <a:pt x="25367" y="8623"/>
                  <a:pt x="24362" y="7200"/>
                </a:cubicBezTo>
                <a:lnTo>
                  <a:pt x="25869" y="5693"/>
                </a:lnTo>
                <a:lnTo>
                  <a:pt x="22772" y="2596"/>
                </a:lnTo>
                <a:lnTo>
                  <a:pt x="21265" y="4103"/>
                </a:lnTo>
                <a:cubicBezTo>
                  <a:pt x="19842" y="3098"/>
                  <a:pt x="18167" y="2428"/>
                  <a:pt x="16493" y="2093"/>
                </a:cubicBezTo>
                <a:lnTo>
                  <a:pt x="164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8"/>
          <p:cNvSpPr/>
          <p:nvPr/>
        </p:nvSpPr>
        <p:spPr>
          <a:xfrm>
            <a:off x="7225395" y="2240569"/>
            <a:ext cx="636710" cy="635450"/>
          </a:xfrm>
          <a:custGeom>
            <a:avLst/>
            <a:gdLst/>
            <a:ahLst/>
            <a:cxnLst/>
            <a:rect l="l" t="t" r="r" b="b"/>
            <a:pathLst>
              <a:path w="41944" h="41861" extrusionOk="0">
                <a:moveTo>
                  <a:pt x="21243" y="15752"/>
                </a:moveTo>
                <a:cubicBezTo>
                  <a:pt x="20950" y="15752"/>
                  <a:pt x="20650" y="15775"/>
                  <a:pt x="20344" y="15823"/>
                </a:cubicBezTo>
                <a:cubicBezTo>
                  <a:pt x="17414" y="16242"/>
                  <a:pt x="15321" y="19005"/>
                  <a:pt x="15823" y="22019"/>
                </a:cubicBezTo>
                <a:cubicBezTo>
                  <a:pt x="16280" y="24914"/>
                  <a:pt x="18709" y="26576"/>
                  <a:pt x="21185" y="26576"/>
                </a:cubicBezTo>
                <a:cubicBezTo>
                  <a:pt x="22790" y="26576"/>
                  <a:pt x="24415" y="25877"/>
                  <a:pt x="25534" y="24363"/>
                </a:cubicBezTo>
                <a:cubicBezTo>
                  <a:pt x="28198" y="20680"/>
                  <a:pt x="25510" y="15752"/>
                  <a:pt x="21243" y="15752"/>
                </a:cubicBezTo>
                <a:close/>
                <a:moveTo>
                  <a:pt x="21052" y="10506"/>
                </a:moveTo>
                <a:cubicBezTo>
                  <a:pt x="27354" y="10506"/>
                  <a:pt x="32385" y="16206"/>
                  <a:pt x="31227" y="22688"/>
                </a:cubicBezTo>
                <a:cubicBezTo>
                  <a:pt x="30474" y="27125"/>
                  <a:pt x="26958" y="30474"/>
                  <a:pt x="22604" y="31144"/>
                </a:cubicBezTo>
                <a:cubicBezTo>
                  <a:pt x="22054" y="31229"/>
                  <a:pt x="21510" y="31270"/>
                  <a:pt x="20975" y="31270"/>
                </a:cubicBezTo>
                <a:cubicBezTo>
                  <a:pt x="14673" y="31270"/>
                  <a:pt x="9642" y="25571"/>
                  <a:pt x="10800" y="19088"/>
                </a:cubicBezTo>
                <a:cubicBezTo>
                  <a:pt x="11470" y="14735"/>
                  <a:pt x="14986" y="11302"/>
                  <a:pt x="19423" y="10633"/>
                </a:cubicBezTo>
                <a:cubicBezTo>
                  <a:pt x="19973" y="10548"/>
                  <a:pt x="20517" y="10506"/>
                  <a:pt x="21052" y="10506"/>
                </a:cubicBezTo>
                <a:close/>
                <a:moveTo>
                  <a:pt x="21097" y="0"/>
                </a:moveTo>
                <a:lnTo>
                  <a:pt x="17916" y="503"/>
                </a:lnTo>
                <a:lnTo>
                  <a:pt x="14651" y="1005"/>
                </a:lnTo>
                <a:lnTo>
                  <a:pt x="15153" y="4019"/>
                </a:lnTo>
                <a:cubicBezTo>
                  <a:pt x="12725" y="4856"/>
                  <a:pt x="10632" y="6196"/>
                  <a:pt x="8791" y="7870"/>
                </a:cubicBezTo>
                <a:lnTo>
                  <a:pt x="6279" y="6112"/>
                </a:lnTo>
                <a:lnTo>
                  <a:pt x="2428" y="11302"/>
                </a:lnTo>
                <a:lnTo>
                  <a:pt x="4856" y="13144"/>
                </a:lnTo>
                <a:cubicBezTo>
                  <a:pt x="3767" y="15405"/>
                  <a:pt x="3181" y="17833"/>
                  <a:pt x="3098" y="20344"/>
                </a:cubicBezTo>
                <a:lnTo>
                  <a:pt x="0" y="20846"/>
                </a:lnTo>
                <a:lnTo>
                  <a:pt x="1005" y="27293"/>
                </a:lnTo>
                <a:lnTo>
                  <a:pt x="4102" y="26791"/>
                </a:lnTo>
                <a:cubicBezTo>
                  <a:pt x="4939" y="29135"/>
                  <a:pt x="6195" y="31311"/>
                  <a:pt x="7953" y="33153"/>
                </a:cubicBezTo>
                <a:lnTo>
                  <a:pt x="6112" y="35665"/>
                </a:lnTo>
                <a:lnTo>
                  <a:pt x="11386" y="39516"/>
                </a:lnTo>
                <a:lnTo>
                  <a:pt x="13144" y="37004"/>
                </a:lnTo>
                <a:cubicBezTo>
                  <a:pt x="15404" y="38093"/>
                  <a:pt x="17916" y="38679"/>
                  <a:pt x="20428" y="38762"/>
                </a:cubicBezTo>
                <a:lnTo>
                  <a:pt x="20930" y="41860"/>
                </a:lnTo>
                <a:lnTo>
                  <a:pt x="24195" y="41358"/>
                </a:lnTo>
                <a:lnTo>
                  <a:pt x="27376" y="40855"/>
                </a:lnTo>
                <a:lnTo>
                  <a:pt x="26958" y="37842"/>
                </a:lnTo>
                <a:cubicBezTo>
                  <a:pt x="29302" y="37004"/>
                  <a:pt x="31478" y="35665"/>
                  <a:pt x="33237" y="33990"/>
                </a:cubicBezTo>
                <a:lnTo>
                  <a:pt x="35748" y="35832"/>
                </a:lnTo>
                <a:lnTo>
                  <a:pt x="39599" y="30558"/>
                </a:lnTo>
                <a:lnTo>
                  <a:pt x="37088" y="28716"/>
                </a:lnTo>
                <a:cubicBezTo>
                  <a:pt x="38176" y="26456"/>
                  <a:pt x="38846" y="24028"/>
                  <a:pt x="38929" y="21516"/>
                </a:cubicBezTo>
                <a:lnTo>
                  <a:pt x="41943" y="21014"/>
                </a:lnTo>
                <a:lnTo>
                  <a:pt x="40939" y="14568"/>
                </a:lnTo>
                <a:lnTo>
                  <a:pt x="37925" y="15070"/>
                </a:lnTo>
                <a:cubicBezTo>
                  <a:pt x="37088" y="12642"/>
                  <a:pt x="35748" y="10549"/>
                  <a:pt x="34074" y="8707"/>
                </a:cubicBezTo>
                <a:lnTo>
                  <a:pt x="35916" y="6196"/>
                </a:lnTo>
                <a:lnTo>
                  <a:pt x="30641" y="2344"/>
                </a:lnTo>
                <a:lnTo>
                  <a:pt x="28799" y="4856"/>
                </a:lnTo>
                <a:cubicBezTo>
                  <a:pt x="26539" y="3684"/>
                  <a:pt x="24111" y="3098"/>
                  <a:pt x="21600" y="3014"/>
                </a:cubicBezTo>
                <a:lnTo>
                  <a:pt x="210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29"/>
          <p:cNvSpPr/>
          <p:nvPr/>
        </p:nvSpPr>
        <p:spPr>
          <a:xfrm rot="10800000">
            <a:off x="5511050" y="1902938"/>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9"/>
          <p:cNvSpPr/>
          <p:nvPr/>
        </p:nvSpPr>
        <p:spPr>
          <a:xfrm rot="10800000">
            <a:off x="5511050" y="2606325"/>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9"/>
          <p:cNvSpPr/>
          <p:nvPr/>
        </p:nvSpPr>
        <p:spPr>
          <a:xfrm rot="10800000">
            <a:off x="5511050" y="3309688"/>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9"/>
          <p:cNvSpPr txBox="1">
            <a:spLocks noGrp="1"/>
          </p:cNvSpPr>
          <p:nvPr>
            <p:ph type="ctrTitle" idx="4"/>
          </p:nvPr>
        </p:nvSpPr>
        <p:spPr>
          <a:xfrm>
            <a:off x="256200" y="637927"/>
            <a:ext cx="7833900" cy="606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t>FUTURE</a:t>
            </a:r>
            <a:endParaRPr/>
          </a:p>
        </p:txBody>
      </p:sp>
      <p:sp>
        <p:nvSpPr>
          <p:cNvPr id="450" name="Google Shape;450;p29"/>
          <p:cNvSpPr/>
          <p:nvPr/>
        </p:nvSpPr>
        <p:spPr>
          <a:xfrm>
            <a:off x="7903950" y="1849475"/>
            <a:ext cx="423900" cy="42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9"/>
          <p:cNvSpPr/>
          <p:nvPr/>
        </p:nvSpPr>
        <p:spPr>
          <a:xfrm>
            <a:off x="7903950" y="2550825"/>
            <a:ext cx="423900" cy="42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9"/>
          <p:cNvSpPr/>
          <p:nvPr/>
        </p:nvSpPr>
        <p:spPr>
          <a:xfrm>
            <a:off x="8021111" y="2667988"/>
            <a:ext cx="189568" cy="189570"/>
          </a:xfrm>
          <a:custGeom>
            <a:avLst/>
            <a:gdLst/>
            <a:ahLst/>
            <a:cxnLst/>
            <a:rect l="l" t="t" r="r" b="b"/>
            <a:pathLst>
              <a:path w="92472" h="92473" extrusionOk="0">
                <a:moveTo>
                  <a:pt x="67996" y="0"/>
                </a:moveTo>
                <a:cubicBezTo>
                  <a:pt x="66508" y="0"/>
                  <a:pt x="65294" y="1200"/>
                  <a:pt x="65294" y="2702"/>
                </a:cubicBezTo>
                <a:lnTo>
                  <a:pt x="65294" y="21760"/>
                </a:lnTo>
                <a:lnTo>
                  <a:pt x="46236" y="21760"/>
                </a:lnTo>
                <a:cubicBezTo>
                  <a:pt x="44733" y="21760"/>
                  <a:pt x="43534" y="22974"/>
                  <a:pt x="43534" y="24462"/>
                </a:cubicBezTo>
                <a:lnTo>
                  <a:pt x="43534" y="43520"/>
                </a:lnTo>
                <a:lnTo>
                  <a:pt x="24476" y="43520"/>
                </a:lnTo>
                <a:cubicBezTo>
                  <a:pt x="22974" y="43520"/>
                  <a:pt x="21760" y="44734"/>
                  <a:pt x="21760" y="46236"/>
                </a:cubicBezTo>
                <a:lnTo>
                  <a:pt x="21760" y="65280"/>
                </a:lnTo>
                <a:lnTo>
                  <a:pt x="2717" y="65280"/>
                </a:lnTo>
                <a:cubicBezTo>
                  <a:pt x="1214" y="65280"/>
                  <a:pt x="0" y="66493"/>
                  <a:pt x="0" y="67996"/>
                </a:cubicBezTo>
                <a:lnTo>
                  <a:pt x="0" y="89756"/>
                </a:lnTo>
                <a:cubicBezTo>
                  <a:pt x="0" y="91259"/>
                  <a:pt x="1214" y="92472"/>
                  <a:pt x="2717" y="92472"/>
                </a:cubicBezTo>
                <a:lnTo>
                  <a:pt x="89770" y="92472"/>
                </a:lnTo>
                <a:cubicBezTo>
                  <a:pt x="91258" y="92472"/>
                  <a:pt x="92472" y="91259"/>
                  <a:pt x="92472" y="89756"/>
                </a:cubicBezTo>
                <a:lnTo>
                  <a:pt x="92472" y="2702"/>
                </a:lnTo>
                <a:cubicBezTo>
                  <a:pt x="92472" y="1200"/>
                  <a:pt x="91258" y="0"/>
                  <a:pt x="89770"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9"/>
          <p:cNvSpPr/>
          <p:nvPr/>
        </p:nvSpPr>
        <p:spPr>
          <a:xfrm>
            <a:off x="8009275" y="1985963"/>
            <a:ext cx="213239" cy="196180"/>
          </a:xfrm>
          <a:custGeom>
            <a:avLst/>
            <a:gdLst/>
            <a:ahLst/>
            <a:cxnLst/>
            <a:rect l="l" t="t" r="r" b="b"/>
            <a:pathLst>
              <a:path w="92112" h="84743" extrusionOk="0">
                <a:moveTo>
                  <a:pt x="25329" y="1"/>
                </a:moveTo>
                <a:cubicBezTo>
                  <a:pt x="11054" y="1"/>
                  <a:pt x="1" y="11069"/>
                  <a:pt x="1" y="25330"/>
                </a:cubicBezTo>
                <a:cubicBezTo>
                  <a:pt x="1" y="42827"/>
                  <a:pt x="15649" y="57117"/>
                  <a:pt x="39605" y="78299"/>
                </a:cubicBezTo>
                <a:lnTo>
                  <a:pt x="46049" y="84743"/>
                </a:lnTo>
                <a:lnTo>
                  <a:pt x="52493" y="78299"/>
                </a:lnTo>
                <a:cubicBezTo>
                  <a:pt x="76449" y="57131"/>
                  <a:pt x="92111" y="42841"/>
                  <a:pt x="92111" y="25344"/>
                </a:cubicBezTo>
                <a:cubicBezTo>
                  <a:pt x="92111" y="11069"/>
                  <a:pt x="81043" y="15"/>
                  <a:pt x="66768" y="15"/>
                </a:cubicBezTo>
                <a:cubicBezTo>
                  <a:pt x="58951" y="15"/>
                  <a:pt x="51106" y="3700"/>
                  <a:pt x="46049" y="9682"/>
                </a:cubicBezTo>
                <a:cubicBezTo>
                  <a:pt x="40992" y="3685"/>
                  <a:pt x="33160" y="1"/>
                  <a:pt x="25329" y="1"/>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52643"/>
              </a:solidFill>
            </a:endParaRPr>
          </a:p>
        </p:txBody>
      </p:sp>
      <p:sp>
        <p:nvSpPr>
          <p:cNvPr id="454" name="Google Shape;454;p29"/>
          <p:cNvSpPr/>
          <p:nvPr/>
        </p:nvSpPr>
        <p:spPr>
          <a:xfrm>
            <a:off x="7903950" y="3252175"/>
            <a:ext cx="423900" cy="423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 name="Google Shape;455;p29"/>
          <p:cNvGrpSpPr/>
          <p:nvPr/>
        </p:nvGrpSpPr>
        <p:grpSpPr>
          <a:xfrm>
            <a:off x="7983117" y="3343406"/>
            <a:ext cx="265543" cy="269920"/>
            <a:chOff x="4151375" y="238125"/>
            <a:chExt cx="2141475" cy="2176775"/>
          </a:xfrm>
        </p:grpSpPr>
        <p:sp>
          <p:nvSpPr>
            <p:cNvPr id="456" name="Google Shape;456;p29"/>
            <p:cNvSpPr/>
            <p:nvPr/>
          </p:nvSpPr>
          <p:spPr>
            <a:xfrm>
              <a:off x="4151375" y="399250"/>
              <a:ext cx="2141475" cy="2015650"/>
            </a:xfrm>
            <a:custGeom>
              <a:avLst/>
              <a:gdLst/>
              <a:ahLst/>
              <a:cxnLst/>
              <a:rect l="l" t="t" r="r" b="b"/>
              <a:pathLst>
                <a:path w="85659" h="80626" extrusionOk="0">
                  <a:moveTo>
                    <a:pt x="7003" y="0"/>
                  </a:moveTo>
                  <a:cubicBezTo>
                    <a:pt x="3144" y="0"/>
                    <a:pt x="1" y="3123"/>
                    <a:pt x="1" y="7002"/>
                  </a:cubicBezTo>
                  <a:lnTo>
                    <a:pt x="1" y="55620"/>
                  </a:lnTo>
                  <a:cubicBezTo>
                    <a:pt x="1" y="59499"/>
                    <a:pt x="3144" y="62623"/>
                    <a:pt x="7003" y="62623"/>
                  </a:cubicBezTo>
                  <a:lnTo>
                    <a:pt x="31033" y="62623"/>
                  </a:lnTo>
                  <a:lnTo>
                    <a:pt x="31033" y="72012"/>
                  </a:lnTo>
                  <a:lnTo>
                    <a:pt x="27234" y="72012"/>
                  </a:lnTo>
                  <a:cubicBezTo>
                    <a:pt x="24887" y="72072"/>
                    <a:pt x="23017" y="73981"/>
                    <a:pt x="23017" y="76309"/>
                  </a:cubicBezTo>
                  <a:cubicBezTo>
                    <a:pt x="23017" y="78656"/>
                    <a:pt x="24887" y="80566"/>
                    <a:pt x="27234" y="80625"/>
                  </a:cubicBezTo>
                  <a:lnTo>
                    <a:pt x="58426" y="80625"/>
                  </a:lnTo>
                  <a:cubicBezTo>
                    <a:pt x="60773" y="80566"/>
                    <a:pt x="62643" y="78656"/>
                    <a:pt x="62643" y="76309"/>
                  </a:cubicBezTo>
                  <a:cubicBezTo>
                    <a:pt x="62643" y="73981"/>
                    <a:pt x="60773" y="72072"/>
                    <a:pt x="58426" y="72012"/>
                  </a:cubicBezTo>
                  <a:lnTo>
                    <a:pt x="54646" y="72012"/>
                  </a:lnTo>
                  <a:lnTo>
                    <a:pt x="54646" y="62623"/>
                  </a:lnTo>
                  <a:lnTo>
                    <a:pt x="78656" y="62623"/>
                  </a:lnTo>
                  <a:cubicBezTo>
                    <a:pt x="82535" y="62623"/>
                    <a:pt x="85659" y="59499"/>
                    <a:pt x="85659" y="55620"/>
                  </a:cubicBezTo>
                  <a:lnTo>
                    <a:pt x="85659" y="7002"/>
                  </a:lnTo>
                  <a:cubicBezTo>
                    <a:pt x="85659" y="3123"/>
                    <a:pt x="82535" y="0"/>
                    <a:pt x="78656" y="0"/>
                  </a:cubicBezTo>
                  <a:lnTo>
                    <a:pt x="65925" y="0"/>
                  </a:lnTo>
                  <a:lnTo>
                    <a:pt x="65925" y="5749"/>
                  </a:lnTo>
                  <a:lnTo>
                    <a:pt x="78656" y="5749"/>
                  </a:lnTo>
                  <a:cubicBezTo>
                    <a:pt x="79353" y="5749"/>
                    <a:pt x="79930" y="6306"/>
                    <a:pt x="79930" y="7002"/>
                  </a:cubicBezTo>
                  <a:lnTo>
                    <a:pt x="79930" y="55620"/>
                  </a:lnTo>
                  <a:cubicBezTo>
                    <a:pt x="79930" y="56317"/>
                    <a:pt x="79353" y="56893"/>
                    <a:pt x="78656" y="56893"/>
                  </a:cubicBezTo>
                  <a:lnTo>
                    <a:pt x="7003" y="56893"/>
                  </a:lnTo>
                  <a:cubicBezTo>
                    <a:pt x="6307" y="56893"/>
                    <a:pt x="5750" y="56317"/>
                    <a:pt x="5750" y="55620"/>
                  </a:cubicBezTo>
                  <a:lnTo>
                    <a:pt x="5750" y="7002"/>
                  </a:lnTo>
                  <a:cubicBezTo>
                    <a:pt x="5750" y="6306"/>
                    <a:pt x="6307" y="5749"/>
                    <a:pt x="7003" y="5749"/>
                  </a:cubicBezTo>
                  <a:lnTo>
                    <a:pt x="19734" y="5749"/>
                  </a:lnTo>
                  <a:lnTo>
                    <a:pt x="19734"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9"/>
            <p:cNvSpPr/>
            <p:nvPr/>
          </p:nvSpPr>
          <p:spPr>
            <a:xfrm>
              <a:off x="4788450" y="238125"/>
              <a:ext cx="867350" cy="1403950"/>
            </a:xfrm>
            <a:custGeom>
              <a:avLst/>
              <a:gdLst/>
              <a:ahLst/>
              <a:cxnLst/>
              <a:rect l="l" t="t" r="r" b="b"/>
              <a:pathLst>
                <a:path w="34694" h="56158" extrusionOk="0">
                  <a:moveTo>
                    <a:pt x="28964" y="5749"/>
                  </a:moveTo>
                  <a:lnTo>
                    <a:pt x="28964" y="45873"/>
                  </a:lnTo>
                  <a:lnTo>
                    <a:pt x="5729" y="45873"/>
                  </a:lnTo>
                  <a:lnTo>
                    <a:pt x="5729" y="5749"/>
                  </a:lnTo>
                  <a:close/>
                  <a:moveTo>
                    <a:pt x="17360" y="48060"/>
                  </a:moveTo>
                  <a:cubicBezTo>
                    <a:pt x="18003" y="48060"/>
                    <a:pt x="18661" y="48301"/>
                    <a:pt x="19197" y="48837"/>
                  </a:cubicBezTo>
                  <a:cubicBezTo>
                    <a:pt x="20848" y="50468"/>
                    <a:pt x="19674" y="53293"/>
                    <a:pt x="17347" y="53293"/>
                  </a:cubicBezTo>
                  <a:cubicBezTo>
                    <a:pt x="15895" y="53293"/>
                    <a:pt x="14741" y="52119"/>
                    <a:pt x="14741" y="50687"/>
                  </a:cubicBezTo>
                  <a:cubicBezTo>
                    <a:pt x="14741" y="49101"/>
                    <a:pt x="16020" y="48060"/>
                    <a:pt x="17360" y="48060"/>
                  </a:cubicBezTo>
                  <a:close/>
                  <a:moveTo>
                    <a:pt x="5351" y="0"/>
                  </a:moveTo>
                  <a:cubicBezTo>
                    <a:pt x="2387" y="0"/>
                    <a:pt x="0" y="2407"/>
                    <a:pt x="0" y="5351"/>
                  </a:cubicBezTo>
                  <a:lnTo>
                    <a:pt x="0" y="50806"/>
                  </a:lnTo>
                  <a:cubicBezTo>
                    <a:pt x="0" y="53770"/>
                    <a:pt x="2387" y="56157"/>
                    <a:pt x="5351" y="56157"/>
                  </a:cubicBezTo>
                  <a:lnTo>
                    <a:pt x="29342" y="56157"/>
                  </a:lnTo>
                  <a:cubicBezTo>
                    <a:pt x="32306" y="56157"/>
                    <a:pt x="34693" y="53770"/>
                    <a:pt x="34693" y="50806"/>
                  </a:cubicBezTo>
                  <a:lnTo>
                    <a:pt x="34693" y="5351"/>
                  </a:lnTo>
                  <a:cubicBezTo>
                    <a:pt x="34693" y="2407"/>
                    <a:pt x="32306" y="0"/>
                    <a:pt x="29342"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58" name="Google Shape;458;p29"/>
          <p:cNvCxnSpPr/>
          <p:nvPr/>
        </p:nvCxnSpPr>
        <p:spPr>
          <a:xfrm>
            <a:off x="5882725" y="1195336"/>
            <a:ext cx="3340500" cy="0"/>
          </a:xfrm>
          <a:prstGeom prst="straightConnector1">
            <a:avLst/>
          </a:prstGeom>
          <a:noFill/>
          <a:ln w="9525" cap="flat" cmpd="sng">
            <a:solidFill>
              <a:schemeClr val="accent1"/>
            </a:solidFill>
            <a:prstDash val="solid"/>
            <a:round/>
            <a:headEnd type="none" w="med" len="med"/>
            <a:tailEnd type="none" w="med" len="med"/>
          </a:ln>
        </p:spPr>
      </p:cxnSp>
      <p:sp>
        <p:nvSpPr>
          <p:cNvPr id="459" name="Google Shape;459;p29"/>
          <p:cNvSpPr/>
          <p:nvPr/>
        </p:nvSpPr>
        <p:spPr>
          <a:xfrm>
            <a:off x="2634654" y="3249946"/>
            <a:ext cx="621066" cy="619705"/>
          </a:xfrm>
          <a:custGeom>
            <a:avLst/>
            <a:gdLst/>
            <a:ahLst/>
            <a:cxnLst/>
            <a:rect l="l" t="t" r="r" b="b"/>
            <a:pathLst>
              <a:path w="41529" h="41438" extrusionOk="0">
                <a:moveTo>
                  <a:pt x="3025" y="1"/>
                </a:moveTo>
                <a:lnTo>
                  <a:pt x="0" y="41438"/>
                </a:lnTo>
                <a:lnTo>
                  <a:pt x="41529" y="41438"/>
                </a:lnTo>
                <a:lnTo>
                  <a:pt x="38504" y="1"/>
                </a:lnTo>
                <a:close/>
              </a:path>
            </a:pathLst>
          </a:custGeom>
          <a:solidFill>
            <a:srgbClr val="161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9"/>
          <p:cNvSpPr/>
          <p:nvPr/>
        </p:nvSpPr>
        <p:spPr>
          <a:xfrm>
            <a:off x="2492071" y="3754486"/>
            <a:ext cx="906228" cy="115168"/>
          </a:xfrm>
          <a:custGeom>
            <a:avLst/>
            <a:gdLst/>
            <a:ahLst/>
            <a:cxnLst/>
            <a:rect l="l" t="t" r="r" b="b"/>
            <a:pathLst>
              <a:path w="60597" h="7701" extrusionOk="0">
                <a:moveTo>
                  <a:pt x="0" y="0"/>
                </a:moveTo>
                <a:lnTo>
                  <a:pt x="0" y="7701"/>
                </a:lnTo>
                <a:lnTo>
                  <a:pt x="60597" y="7701"/>
                </a:lnTo>
                <a:lnTo>
                  <a:pt x="60597" y="0"/>
                </a:lnTo>
                <a:close/>
              </a:path>
            </a:pathLst>
          </a:custGeom>
          <a:solidFill>
            <a:srgbClr val="161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1402108" y="1357975"/>
            <a:ext cx="3086129" cy="2093521"/>
          </a:xfrm>
          <a:custGeom>
            <a:avLst/>
            <a:gdLst/>
            <a:ahLst/>
            <a:cxnLst/>
            <a:rect l="l" t="t" r="r" b="b"/>
            <a:pathLst>
              <a:path w="206361" h="139988" extrusionOk="0">
                <a:moveTo>
                  <a:pt x="5501" y="0"/>
                </a:moveTo>
                <a:cubicBezTo>
                  <a:pt x="2476" y="0"/>
                  <a:pt x="1" y="2475"/>
                  <a:pt x="1" y="5500"/>
                </a:cubicBezTo>
                <a:lnTo>
                  <a:pt x="1" y="134487"/>
                </a:lnTo>
                <a:cubicBezTo>
                  <a:pt x="1" y="137512"/>
                  <a:pt x="2476" y="139987"/>
                  <a:pt x="5501" y="139987"/>
                </a:cubicBezTo>
                <a:lnTo>
                  <a:pt x="200860" y="139987"/>
                </a:lnTo>
                <a:cubicBezTo>
                  <a:pt x="203885" y="139987"/>
                  <a:pt x="206360" y="137512"/>
                  <a:pt x="206360" y="134487"/>
                </a:cubicBezTo>
                <a:lnTo>
                  <a:pt x="206360" y="5500"/>
                </a:lnTo>
                <a:cubicBezTo>
                  <a:pt x="206360" y="2475"/>
                  <a:pt x="203885" y="0"/>
                  <a:pt x="2008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1483001" y="1440228"/>
            <a:ext cx="2924346" cy="1643839"/>
          </a:xfrm>
          <a:custGeom>
            <a:avLst/>
            <a:gdLst/>
            <a:ahLst/>
            <a:cxnLst/>
            <a:rect l="l" t="t" r="r" b="b"/>
            <a:pathLst>
              <a:path w="195543" h="109919" extrusionOk="0">
                <a:moveTo>
                  <a:pt x="0" y="0"/>
                </a:moveTo>
                <a:lnTo>
                  <a:pt x="0" y="109918"/>
                </a:lnTo>
                <a:lnTo>
                  <a:pt x="195543" y="109918"/>
                </a:lnTo>
                <a:lnTo>
                  <a:pt x="195543"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1402108" y="3173181"/>
            <a:ext cx="3086129" cy="278328"/>
          </a:xfrm>
          <a:custGeom>
            <a:avLst/>
            <a:gdLst/>
            <a:ahLst/>
            <a:cxnLst/>
            <a:rect l="l" t="t" r="r" b="b"/>
            <a:pathLst>
              <a:path w="206361" h="18611" extrusionOk="0">
                <a:moveTo>
                  <a:pt x="1" y="0"/>
                </a:moveTo>
                <a:lnTo>
                  <a:pt x="1" y="13110"/>
                </a:lnTo>
                <a:cubicBezTo>
                  <a:pt x="1" y="16135"/>
                  <a:pt x="2476" y="18610"/>
                  <a:pt x="5501" y="18610"/>
                </a:cubicBezTo>
                <a:lnTo>
                  <a:pt x="200860" y="18610"/>
                </a:lnTo>
                <a:cubicBezTo>
                  <a:pt x="203885" y="18610"/>
                  <a:pt x="206360" y="16135"/>
                  <a:pt x="206360" y="13110"/>
                </a:cubicBezTo>
                <a:lnTo>
                  <a:pt x="206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9"/>
          <p:cNvSpPr/>
          <p:nvPr/>
        </p:nvSpPr>
        <p:spPr>
          <a:xfrm>
            <a:off x="1483001" y="1440228"/>
            <a:ext cx="2924346" cy="120657"/>
          </a:xfrm>
          <a:custGeom>
            <a:avLst/>
            <a:gdLst/>
            <a:ahLst/>
            <a:cxnLst/>
            <a:rect l="l" t="t" r="r" b="b"/>
            <a:pathLst>
              <a:path w="195543" h="8068" extrusionOk="0">
                <a:moveTo>
                  <a:pt x="0" y="0"/>
                </a:moveTo>
                <a:lnTo>
                  <a:pt x="0" y="8068"/>
                </a:lnTo>
                <a:lnTo>
                  <a:pt x="195543" y="8068"/>
                </a:lnTo>
                <a:lnTo>
                  <a:pt x="195543"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9"/>
          <p:cNvSpPr/>
          <p:nvPr/>
        </p:nvSpPr>
        <p:spPr>
          <a:xfrm>
            <a:off x="1483001" y="1560871"/>
            <a:ext cx="2924346" cy="119296"/>
          </a:xfrm>
          <a:custGeom>
            <a:avLst/>
            <a:gdLst/>
            <a:ahLst/>
            <a:cxnLst/>
            <a:rect l="l" t="t" r="r" b="b"/>
            <a:pathLst>
              <a:path w="195543" h="7977" extrusionOk="0">
                <a:moveTo>
                  <a:pt x="0" y="1"/>
                </a:moveTo>
                <a:lnTo>
                  <a:pt x="0" y="7977"/>
                </a:lnTo>
                <a:lnTo>
                  <a:pt x="195543" y="7977"/>
                </a:lnTo>
                <a:lnTo>
                  <a:pt x="1955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9"/>
          <p:cNvSpPr/>
          <p:nvPr/>
        </p:nvSpPr>
        <p:spPr>
          <a:xfrm>
            <a:off x="3858959" y="1560871"/>
            <a:ext cx="548415" cy="119296"/>
          </a:xfrm>
          <a:custGeom>
            <a:avLst/>
            <a:gdLst/>
            <a:ahLst/>
            <a:cxnLst/>
            <a:rect l="l" t="t" r="r" b="b"/>
            <a:pathLst>
              <a:path w="36671" h="7977" extrusionOk="0">
                <a:moveTo>
                  <a:pt x="1" y="1"/>
                </a:moveTo>
                <a:lnTo>
                  <a:pt x="1" y="7977"/>
                </a:lnTo>
                <a:lnTo>
                  <a:pt x="36671" y="7977"/>
                </a:lnTo>
                <a:lnTo>
                  <a:pt x="366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9"/>
          <p:cNvSpPr/>
          <p:nvPr/>
        </p:nvSpPr>
        <p:spPr>
          <a:xfrm>
            <a:off x="3453135" y="1560871"/>
            <a:ext cx="407210" cy="119296"/>
          </a:xfrm>
          <a:custGeom>
            <a:avLst/>
            <a:gdLst/>
            <a:ahLst/>
            <a:cxnLst/>
            <a:rect l="l" t="t" r="r" b="b"/>
            <a:pathLst>
              <a:path w="27229" h="7977" extrusionOk="0">
                <a:moveTo>
                  <a:pt x="1" y="1"/>
                </a:moveTo>
                <a:lnTo>
                  <a:pt x="1" y="7977"/>
                </a:lnTo>
                <a:lnTo>
                  <a:pt x="27228" y="7977"/>
                </a:lnTo>
                <a:lnTo>
                  <a:pt x="2722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3056913" y="1784345"/>
            <a:ext cx="1257222" cy="316717"/>
          </a:xfrm>
          <a:custGeom>
            <a:avLst/>
            <a:gdLst/>
            <a:ahLst/>
            <a:cxnLst/>
            <a:rect l="l" t="t" r="r" b="b"/>
            <a:pathLst>
              <a:path w="84067" h="21178" extrusionOk="0">
                <a:moveTo>
                  <a:pt x="1" y="1"/>
                </a:moveTo>
                <a:lnTo>
                  <a:pt x="1" y="21178"/>
                </a:lnTo>
                <a:lnTo>
                  <a:pt x="84067" y="21178"/>
                </a:lnTo>
                <a:lnTo>
                  <a:pt x="840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9"/>
          <p:cNvSpPr/>
          <p:nvPr/>
        </p:nvSpPr>
        <p:spPr>
          <a:xfrm>
            <a:off x="3056913" y="2190167"/>
            <a:ext cx="963835" cy="67193"/>
          </a:xfrm>
          <a:custGeom>
            <a:avLst/>
            <a:gdLst/>
            <a:ahLst/>
            <a:cxnLst/>
            <a:rect l="l" t="t" r="r" b="b"/>
            <a:pathLst>
              <a:path w="64449" h="4493" extrusionOk="0">
                <a:moveTo>
                  <a:pt x="1" y="0"/>
                </a:moveTo>
                <a:lnTo>
                  <a:pt x="1" y="4493"/>
                </a:lnTo>
                <a:lnTo>
                  <a:pt x="64448" y="4493"/>
                </a:lnTo>
                <a:lnTo>
                  <a:pt x="644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9"/>
          <p:cNvSpPr/>
          <p:nvPr/>
        </p:nvSpPr>
        <p:spPr>
          <a:xfrm>
            <a:off x="3056913" y="2336861"/>
            <a:ext cx="1257222" cy="67193"/>
          </a:xfrm>
          <a:custGeom>
            <a:avLst/>
            <a:gdLst/>
            <a:ahLst/>
            <a:cxnLst/>
            <a:rect l="l" t="t" r="r" b="b"/>
            <a:pathLst>
              <a:path w="84067" h="4493" extrusionOk="0">
                <a:moveTo>
                  <a:pt x="1" y="1"/>
                </a:moveTo>
                <a:lnTo>
                  <a:pt x="1" y="4493"/>
                </a:lnTo>
                <a:lnTo>
                  <a:pt x="84067" y="4493"/>
                </a:lnTo>
                <a:lnTo>
                  <a:pt x="840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9"/>
          <p:cNvSpPr/>
          <p:nvPr/>
        </p:nvSpPr>
        <p:spPr>
          <a:xfrm>
            <a:off x="3056913" y="2483556"/>
            <a:ext cx="1257222" cy="67193"/>
          </a:xfrm>
          <a:custGeom>
            <a:avLst/>
            <a:gdLst/>
            <a:ahLst/>
            <a:cxnLst/>
            <a:rect l="l" t="t" r="r" b="b"/>
            <a:pathLst>
              <a:path w="84067" h="4493" extrusionOk="0">
                <a:moveTo>
                  <a:pt x="1" y="1"/>
                </a:moveTo>
                <a:lnTo>
                  <a:pt x="1" y="4493"/>
                </a:lnTo>
                <a:lnTo>
                  <a:pt x="84067" y="4493"/>
                </a:lnTo>
                <a:lnTo>
                  <a:pt x="840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9"/>
          <p:cNvSpPr/>
          <p:nvPr/>
        </p:nvSpPr>
        <p:spPr>
          <a:xfrm>
            <a:off x="3056913" y="2630251"/>
            <a:ext cx="1257222" cy="67208"/>
          </a:xfrm>
          <a:custGeom>
            <a:avLst/>
            <a:gdLst/>
            <a:ahLst/>
            <a:cxnLst/>
            <a:rect l="l" t="t" r="r" b="b"/>
            <a:pathLst>
              <a:path w="84067" h="4494" extrusionOk="0">
                <a:moveTo>
                  <a:pt x="1" y="1"/>
                </a:moveTo>
                <a:lnTo>
                  <a:pt x="1" y="4493"/>
                </a:lnTo>
                <a:lnTo>
                  <a:pt x="84067" y="4493"/>
                </a:lnTo>
                <a:lnTo>
                  <a:pt x="840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9"/>
          <p:cNvSpPr/>
          <p:nvPr/>
        </p:nvSpPr>
        <p:spPr>
          <a:xfrm>
            <a:off x="3056913" y="2776960"/>
            <a:ext cx="699236" cy="67193"/>
          </a:xfrm>
          <a:custGeom>
            <a:avLst/>
            <a:gdLst/>
            <a:ahLst/>
            <a:cxnLst/>
            <a:rect l="l" t="t" r="r" b="b"/>
            <a:pathLst>
              <a:path w="46756" h="4493" extrusionOk="0">
                <a:moveTo>
                  <a:pt x="1" y="0"/>
                </a:moveTo>
                <a:lnTo>
                  <a:pt x="1" y="4492"/>
                </a:lnTo>
                <a:lnTo>
                  <a:pt x="46755" y="4492"/>
                </a:lnTo>
                <a:lnTo>
                  <a:pt x="467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9"/>
          <p:cNvSpPr/>
          <p:nvPr/>
        </p:nvSpPr>
        <p:spPr>
          <a:xfrm>
            <a:off x="3839771" y="2785186"/>
            <a:ext cx="124770" cy="117920"/>
          </a:xfrm>
          <a:custGeom>
            <a:avLst/>
            <a:gdLst/>
            <a:ahLst/>
            <a:cxnLst/>
            <a:rect l="l" t="t" r="r" b="b"/>
            <a:pathLst>
              <a:path w="8343" h="7885" extrusionOk="0">
                <a:moveTo>
                  <a:pt x="4217" y="0"/>
                </a:moveTo>
                <a:lnTo>
                  <a:pt x="2934" y="2567"/>
                </a:lnTo>
                <a:lnTo>
                  <a:pt x="0" y="3025"/>
                </a:lnTo>
                <a:lnTo>
                  <a:pt x="2109" y="5042"/>
                </a:lnTo>
                <a:lnTo>
                  <a:pt x="1650" y="7884"/>
                </a:lnTo>
                <a:lnTo>
                  <a:pt x="4217" y="6509"/>
                </a:lnTo>
                <a:lnTo>
                  <a:pt x="6692" y="7884"/>
                </a:lnTo>
                <a:lnTo>
                  <a:pt x="6234" y="5042"/>
                </a:lnTo>
                <a:lnTo>
                  <a:pt x="8343" y="3025"/>
                </a:lnTo>
                <a:lnTo>
                  <a:pt x="5501" y="2567"/>
                </a:lnTo>
                <a:lnTo>
                  <a:pt x="42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9"/>
          <p:cNvSpPr/>
          <p:nvPr/>
        </p:nvSpPr>
        <p:spPr>
          <a:xfrm>
            <a:off x="4002917" y="2785186"/>
            <a:ext cx="123409" cy="117920"/>
          </a:xfrm>
          <a:custGeom>
            <a:avLst/>
            <a:gdLst/>
            <a:ahLst/>
            <a:cxnLst/>
            <a:rect l="l" t="t" r="r" b="b"/>
            <a:pathLst>
              <a:path w="8252" h="7885" extrusionOk="0">
                <a:moveTo>
                  <a:pt x="4126" y="0"/>
                </a:moveTo>
                <a:lnTo>
                  <a:pt x="2842" y="2567"/>
                </a:lnTo>
                <a:lnTo>
                  <a:pt x="1" y="3025"/>
                </a:lnTo>
                <a:lnTo>
                  <a:pt x="2109" y="5042"/>
                </a:lnTo>
                <a:lnTo>
                  <a:pt x="1559" y="7884"/>
                </a:lnTo>
                <a:lnTo>
                  <a:pt x="1559" y="7884"/>
                </a:lnTo>
                <a:lnTo>
                  <a:pt x="4126" y="6509"/>
                </a:lnTo>
                <a:lnTo>
                  <a:pt x="6693" y="7884"/>
                </a:lnTo>
                <a:lnTo>
                  <a:pt x="6234" y="5042"/>
                </a:lnTo>
                <a:lnTo>
                  <a:pt x="8251" y="3025"/>
                </a:lnTo>
                <a:lnTo>
                  <a:pt x="5409" y="2567"/>
                </a:lnTo>
                <a:lnTo>
                  <a:pt x="41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9"/>
          <p:cNvSpPr/>
          <p:nvPr/>
        </p:nvSpPr>
        <p:spPr>
          <a:xfrm>
            <a:off x="4166063" y="2785186"/>
            <a:ext cx="123409" cy="117920"/>
          </a:xfrm>
          <a:custGeom>
            <a:avLst/>
            <a:gdLst/>
            <a:ahLst/>
            <a:cxnLst/>
            <a:rect l="l" t="t" r="r" b="b"/>
            <a:pathLst>
              <a:path w="8252" h="7885" extrusionOk="0">
                <a:moveTo>
                  <a:pt x="4126" y="0"/>
                </a:moveTo>
                <a:lnTo>
                  <a:pt x="2843" y="2567"/>
                </a:lnTo>
                <a:lnTo>
                  <a:pt x="1" y="3025"/>
                </a:lnTo>
                <a:lnTo>
                  <a:pt x="2018" y="5042"/>
                </a:lnTo>
                <a:lnTo>
                  <a:pt x="1559" y="7884"/>
                </a:lnTo>
                <a:lnTo>
                  <a:pt x="4126" y="6509"/>
                </a:lnTo>
                <a:lnTo>
                  <a:pt x="6693" y="7884"/>
                </a:lnTo>
                <a:lnTo>
                  <a:pt x="6143" y="5042"/>
                </a:lnTo>
                <a:lnTo>
                  <a:pt x="8252" y="3025"/>
                </a:lnTo>
                <a:lnTo>
                  <a:pt x="5410" y="2567"/>
                </a:lnTo>
                <a:lnTo>
                  <a:pt x="41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9"/>
          <p:cNvSpPr/>
          <p:nvPr/>
        </p:nvSpPr>
        <p:spPr>
          <a:xfrm>
            <a:off x="3960415" y="1473129"/>
            <a:ext cx="65817" cy="55498"/>
          </a:xfrm>
          <a:custGeom>
            <a:avLst/>
            <a:gdLst/>
            <a:ahLst/>
            <a:cxnLst/>
            <a:rect l="l" t="t" r="r" b="b"/>
            <a:pathLst>
              <a:path w="4401" h="3711" extrusionOk="0">
                <a:moveTo>
                  <a:pt x="2567" y="1"/>
                </a:moveTo>
                <a:cubicBezTo>
                  <a:pt x="917" y="1"/>
                  <a:pt x="1" y="2018"/>
                  <a:pt x="1192" y="3209"/>
                </a:cubicBezTo>
                <a:cubicBezTo>
                  <a:pt x="1566" y="3555"/>
                  <a:pt x="2022" y="3710"/>
                  <a:pt x="2470" y="3710"/>
                </a:cubicBezTo>
                <a:cubicBezTo>
                  <a:pt x="3451" y="3710"/>
                  <a:pt x="4401" y="2966"/>
                  <a:pt x="4401" y="1834"/>
                </a:cubicBezTo>
                <a:cubicBezTo>
                  <a:pt x="4401" y="826"/>
                  <a:pt x="3576" y="1"/>
                  <a:pt x="2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9"/>
          <p:cNvSpPr/>
          <p:nvPr/>
        </p:nvSpPr>
        <p:spPr>
          <a:xfrm>
            <a:off x="4082434" y="1473129"/>
            <a:ext cx="64456" cy="55498"/>
          </a:xfrm>
          <a:custGeom>
            <a:avLst/>
            <a:gdLst/>
            <a:ahLst/>
            <a:cxnLst/>
            <a:rect l="l" t="t" r="r" b="b"/>
            <a:pathLst>
              <a:path w="4310" h="3711" extrusionOk="0">
                <a:moveTo>
                  <a:pt x="2476" y="1"/>
                </a:moveTo>
                <a:cubicBezTo>
                  <a:pt x="826" y="1"/>
                  <a:pt x="1" y="2018"/>
                  <a:pt x="1192" y="3209"/>
                </a:cubicBezTo>
                <a:cubicBezTo>
                  <a:pt x="1566" y="3555"/>
                  <a:pt x="2013" y="3710"/>
                  <a:pt x="2449" y="3710"/>
                </a:cubicBezTo>
                <a:cubicBezTo>
                  <a:pt x="3403" y="3710"/>
                  <a:pt x="4309" y="2966"/>
                  <a:pt x="4309" y="1834"/>
                </a:cubicBezTo>
                <a:cubicBezTo>
                  <a:pt x="4309" y="826"/>
                  <a:pt x="3484" y="1"/>
                  <a:pt x="24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9"/>
          <p:cNvSpPr/>
          <p:nvPr/>
        </p:nvSpPr>
        <p:spPr>
          <a:xfrm>
            <a:off x="4204453" y="1473129"/>
            <a:ext cx="64456" cy="55498"/>
          </a:xfrm>
          <a:custGeom>
            <a:avLst/>
            <a:gdLst/>
            <a:ahLst/>
            <a:cxnLst/>
            <a:rect l="l" t="t" r="r" b="b"/>
            <a:pathLst>
              <a:path w="4310" h="3711" extrusionOk="0">
                <a:moveTo>
                  <a:pt x="2476" y="1"/>
                </a:moveTo>
                <a:cubicBezTo>
                  <a:pt x="826" y="1"/>
                  <a:pt x="1" y="2018"/>
                  <a:pt x="1101" y="3209"/>
                </a:cubicBezTo>
                <a:cubicBezTo>
                  <a:pt x="1475" y="3555"/>
                  <a:pt x="1930" y="3710"/>
                  <a:pt x="2379" y="3710"/>
                </a:cubicBezTo>
                <a:cubicBezTo>
                  <a:pt x="3360" y="3710"/>
                  <a:pt x="4309" y="2966"/>
                  <a:pt x="4309" y="1834"/>
                </a:cubicBezTo>
                <a:cubicBezTo>
                  <a:pt x="4309" y="826"/>
                  <a:pt x="3484" y="1"/>
                  <a:pt x="24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9"/>
          <p:cNvSpPr/>
          <p:nvPr/>
        </p:nvSpPr>
        <p:spPr>
          <a:xfrm>
            <a:off x="1578968" y="1784345"/>
            <a:ext cx="471636" cy="473012"/>
          </a:xfrm>
          <a:custGeom>
            <a:avLst/>
            <a:gdLst/>
            <a:ahLst/>
            <a:cxnLst/>
            <a:rect l="l" t="t" r="r" b="b"/>
            <a:pathLst>
              <a:path w="31537" h="31629" extrusionOk="0">
                <a:moveTo>
                  <a:pt x="1" y="1"/>
                </a:moveTo>
                <a:lnTo>
                  <a:pt x="1" y="31629"/>
                </a:lnTo>
                <a:lnTo>
                  <a:pt x="31537" y="31629"/>
                </a:lnTo>
                <a:lnTo>
                  <a:pt x="315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9"/>
          <p:cNvSpPr/>
          <p:nvPr/>
        </p:nvSpPr>
        <p:spPr>
          <a:xfrm>
            <a:off x="1578968" y="2347839"/>
            <a:ext cx="471636" cy="135732"/>
          </a:xfrm>
          <a:custGeom>
            <a:avLst/>
            <a:gdLst/>
            <a:ahLst/>
            <a:cxnLst/>
            <a:rect l="l" t="t" r="r" b="b"/>
            <a:pathLst>
              <a:path w="31537" h="9076" extrusionOk="0">
                <a:moveTo>
                  <a:pt x="1" y="0"/>
                </a:moveTo>
                <a:lnTo>
                  <a:pt x="1" y="9076"/>
                </a:lnTo>
                <a:lnTo>
                  <a:pt x="31537" y="9076"/>
                </a:lnTo>
                <a:lnTo>
                  <a:pt x="315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9"/>
          <p:cNvSpPr/>
          <p:nvPr/>
        </p:nvSpPr>
        <p:spPr>
          <a:xfrm>
            <a:off x="1578968" y="2550735"/>
            <a:ext cx="471636" cy="50742"/>
          </a:xfrm>
          <a:custGeom>
            <a:avLst/>
            <a:gdLst/>
            <a:ahLst/>
            <a:cxnLst/>
            <a:rect l="l" t="t" r="r" b="b"/>
            <a:pathLst>
              <a:path w="31537" h="3393" extrusionOk="0">
                <a:moveTo>
                  <a:pt x="1" y="1"/>
                </a:moveTo>
                <a:lnTo>
                  <a:pt x="1" y="3393"/>
                </a:lnTo>
                <a:lnTo>
                  <a:pt x="31537" y="3393"/>
                </a:lnTo>
                <a:lnTo>
                  <a:pt x="315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9"/>
          <p:cNvSpPr/>
          <p:nvPr/>
        </p:nvSpPr>
        <p:spPr>
          <a:xfrm>
            <a:off x="1578968" y="2663167"/>
            <a:ext cx="471636" cy="50742"/>
          </a:xfrm>
          <a:custGeom>
            <a:avLst/>
            <a:gdLst/>
            <a:ahLst/>
            <a:cxnLst/>
            <a:rect l="l" t="t" r="r" b="b"/>
            <a:pathLst>
              <a:path w="31537" h="3393" extrusionOk="0">
                <a:moveTo>
                  <a:pt x="1" y="0"/>
                </a:moveTo>
                <a:lnTo>
                  <a:pt x="1" y="3392"/>
                </a:lnTo>
                <a:lnTo>
                  <a:pt x="31537" y="3392"/>
                </a:lnTo>
                <a:lnTo>
                  <a:pt x="315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9"/>
          <p:cNvSpPr/>
          <p:nvPr/>
        </p:nvSpPr>
        <p:spPr>
          <a:xfrm>
            <a:off x="1578968" y="2776960"/>
            <a:ext cx="471636" cy="50742"/>
          </a:xfrm>
          <a:custGeom>
            <a:avLst/>
            <a:gdLst/>
            <a:ahLst/>
            <a:cxnLst/>
            <a:rect l="l" t="t" r="r" b="b"/>
            <a:pathLst>
              <a:path w="31537" h="3393" extrusionOk="0">
                <a:moveTo>
                  <a:pt x="1" y="0"/>
                </a:moveTo>
                <a:lnTo>
                  <a:pt x="1" y="3392"/>
                </a:lnTo>
                <a:lnTo>
                  <a:pt x="31537" y="3392"/>
                </a:lnTo>
                <a:lnTo>
                  <a:pt x="31537" y="0"/>
                </a:lnTo>
                <a:close/>
              </a:path>
            </a:pathLst>
          </a:custGeom>
          <a:solidFill>
            <a:srgbClr val="F4E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9"/>
          <p:cNvSpPr/>
          <p:nvPr/>
        </p:nvSpPr>
        <p:spPr>
          <a:xfrm>
            <a:off x="1578968" y="2889378"/>
            <a:ext cx="471636" cy="50742"/>
          </a:xfrm>
          <a:custGeom>
            <a:avLst/>
            <a:gdLst/>
            <a:ahLst/>
            <a:cxnLst/>
            <a:rect l="l" t="t" r="r" b="b"/>
            <a:pathLst>
              <a:path w="31537" h="3393" extrusionOk="0">
                <a:moveTo>
                  <a:pt x="1" y="0"/>
                </a:moveTo>
                <a:lnTo>
                  <a:pt x="1" y="3392"/>
                </a:lnTo>
                <a:lnTo>
                  <a:pt x="31537" y="3392"/>
                </a:lnTo>
                <a:lnTo>
                  <a:pt x="31537" y="0"/>
                </a:lnTo>
                <a:close/>
              </a:path>
            </a:pathLst>
          </a:custGeom>
          <a:solidFill>
            <a:srgbClr val="F4E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9"/>
          <p:cNvSpPr/>
          <p:nvPr/>
        </p:nvSpPr>
        <p:spPr>
          <a:xfrm>
            <a:off x="2179478" y="1784345"/>
            <a:ext cx="765023" cy="473012"/>
          </a:xfrm>
          <a:custGeom>
            <a:avLst/>
            <a:gdLst/>
            <a:ahLst/>
            <a:cxnLst/>
            <a:rect l="l" t="t" r="r" b="b"/>
            <a:pathLst>
              <a:path w="51155" h="31629" extrusionOk="0">
                <a:moveTo>
                  <a:pt x="0" y="1"/>
                </a:moveTo>
                <a:lnTo>
                  <a:pt x="0" y="31629"/>
                </a:lnTo>
                <a:lnTo>
                  <a:pt x="51155" y="31629"/>
                </a:lnTo>
                <a:lnTo>
                  <a:pt x="511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9"/>
          <p:cNvSpPr/>
          <p:nvPr/>
        </p:nvSpPr>
        <p:spPr>
          <a:xfrm>
            <a:off x="2179478" y="2347839"/>
            <a:ext cx="765023" cy="135732"/>
          </a:xfrm>
          <a:custGeom>
            <a:avLst/>
            <a:gdLst/>
            <a:ahLst/>
            <a:cxnLst/>
            <a:rect l="l" t="t" r="r" b="b"/>
            <a:pathLst>
              <a:path w="51155" h="9076" extrusionOk="0">
                <a:moveTo>
                  <a:pt x="0" y="0"/>
                </a:moveTo>
                <a:lnTo>
                  <a:pt x="0" y="9076"/>
                </a:lnTo>
                <a:lnTo>
                  <a:pt x="51155" y="9076"/>
                </a:lnTo>
                <a:lnTo>
                  <a:pt x="511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9"/>
          <p:cNvSpPr/>
          <p:nvPr/>
        </p:nvSpPr>
        <p:spPr>
          <a:xfrm>
            <a:off x="2179478" y="2550735"/>
            <a:ext cx="765023" cy="50742"/>
          </a:xfrm>
          <a:custGeom>
            <a:avLst/>
            <a:gdLst/>
            <a:ahLst/>
            <a:cxnLst/>
            <a:rect l="l" t="t" r="r" b="b"/>
            <a:pathLst>
              <a:path w="51155" h="3393" extrusionOk="0">
                <a:moveTo>
                  <a:pt x="0" y="1"/>
                </a:moveTo>
                <a:lnTo>
                  <a:pt x="0" y="3393"/>
                </a:lnTo>
                <a:lnTo>
                  <a:pt x="51155" y="3393"/>
                </a:lnTo>
                <a:lnTo>
                  <a:pt x="511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9"/>
          <p:cNvSpPr/>
          <p:nvPr/>
        </p:nvSpPr>
        <p:spPr>
          <a:xfrm>
            <a:off x="2179478" y="2663167"/>
            <a:ext cx="765023" cy="50742"/>
          </a:xfrm>
          <a:custGeom>
            <a:avLst/>
            <a:gdLst/>
            <a:ahLst/>
            <a:cxnLst/>
            <a:rect l="l" t="t" r="r" b="b"/>
            <a:pathLst>
              <a:path w="51155" h="3393" extrusionOk="0">
                <a:moveTo>
                  <a:pt x="0" y="0"/>
                </a:moveTo>
                <a:lnTo>
                  <a:pt x="0" y="3392"/>
                </a:lnTo>
                <a:lnTo>
                  <a:pt x="51155" y="3392"/>
                </a:lnTo>
                <a:lnTo>
                  <a:pt x="5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9"/>
          <p:cNvSpPr/>
          <p:nvPr/>
        </p:nvSpPr>
        <p:spPr>
          <a:xfrm>
            <a:off x="2179478" y="2776960"/>
            <a:ext cx="765023" cy="50742"/>
          </a:xfrm>
          <a:custGeom>
            <a:avLst/>
            <a:gdLst/>
            <a:ahLst/>
            <a:cxnLst/>
            <a:rect l="l" t="t" r="r" b="b"/>
            <a:pathLst>
              <a:path w="51155" h="3393" extrusionOk="0">
                <a:moveTo>
                  <a:pt x="0" y="0"/>
                </a:moveTo>
                <a:lnTo>
                  <a:pt x="0" y="3392"/>
                </a:lnTo>
                <a:lnTo>
                  <a:pt x="51155" y="3392"/>
                </a:lnTo>
                <a:lnTo>
                  <a:pt x="51155" y="0"/>
                </a:lnTo>
                <a:close/>
              </a:path>
            </a:pathLst>
          </a:custGeom>
          <a:solidFill>
            <a:srgbClr val="F4E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9"/>
          <p:cNvSpPr/>
          <p:nvPr/>
        </p:nvSpPr>
        <p:spPr>
          <a:xfrm>
            <a:off x="2179478" y="2889378"/>
            <a:ext cx="471636" cy="50742"/>
          </a:xfrm>
          <a:custGeom>
            <a:avLst/>
            <a:gdLst/>
            <a:ahLst/>
            <a:cxnLst/>
            <a:rect l="l" t="t" r="r" b="b"/>
            <a:pathLst>
              <a:path w="31537" h="3393" extrusionOk="0">
                <a:moveTo>
                  <a:pt x="0" y="0"/>
                </a:moveTo>
                <a:lnTo>
                  <a:pt x="0" y="3392"/>
                </a:lnTo>
                <a:lnTo>
                  <a:pt x="31536" y="3392"/>
                </a:lnTo>
                <a:lnTo>
                  <a:pt x="31536" y="0"/>
                </a:lnTo>
                <a:close/>
              </a:path>
            </a:pathLst>
          </a:custGeom>
          <a:solidFill>
            <a:srgbClr val="F4EE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9"/>
          <p:cNvSpPr/>
          <p:nvPr/>
        </p:nvSpPr>
        <p:spPr>
          <a:xfrm>
            <a:off x="975721" y="2775585"/>
            <a:ext cx="2085295" cy="1140678"/>
          </a:xfrm>
          <a:custGeom>
            <a:avLst/>
            <a:gdLst/>
            <a:ahLst/>
            <a:cxnLst/>
            <a:rect l="l" t="t" r="r" b="b"/>
            <a:pathLst>
              <a:path w="139438" h="76274" extrusionOk="0">
                <a:moveTo>
                  <a:pt x="5776" y="0"/>
                </a:moveTo>
                <a:cubicBezTo>
                  <a:pt x="2568" y="0"/>
                  <a:pt x="1" y="2659"/>
                  <a:pt x="1" y="5868"/>
                </a:cubicBezTo>
                <a:lnTo>
                  <a:pt x="1" y="76274"/>
                </a:lnTo>
                <a:lnTo>
                  <a:pt x="139438" y="76274"/>
                </a:lnTo>
                <a:lnTo>
                  <a:pt x="139438" y="5868"/>
                </a:lnTo>
                <a:cubicBezTo>
                  <a:pt x="139346" y="2659"/>
                  <a:pt x="136871" y="92"/>
                  <a:pt x="133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9"/>
          <p:cNvSpPr/>
          <p:nvPr/>
        </p:nvSpPr>
        <p:spPr>
          <a:xfrm>
            <a:off x="1030562" y="2839951"/>
            <a:ext cx="1975630" cy="1076311"/>
          </a:xfrm>
          <a:custGeom>
            <a:avLst/>
            <a:gdLst/>
            <a:ahLst/>
            <a:cxnLst/>
            <a:rect l="l" t="t" r="r" b="b"/>
            <a:pathLst>
              <a:path w="132105" h="71970" extrusionOk="0">
                <a:moveTo>
                  <a:pt x="2686" y="1"/>
                </a:moveTo>
                <a:cubicBezTo>
                  <a:pt x="1199" y="1"/>
                  <a:pt x="1" y="1250"/>
                  <a:pt x="1" y="2755"/>
                </a:cubicBezTo>
                <a:lnTo>
                  <a:pt x="1" y="71970"/>
                </a:lnTo>
                <a:lnTo>
                  <a:pt x="132104" y="71970"/>
                </a:lnTo>
                <a:lnTo>
                  <a:pt x="132104" y="2755"/>
                </a:lnTo>
                <a:cubicBezTo>
                  <a:pt x="132104" y="1197"/>
                  <a:pt x="130821" y="5"/>
                  <a:pt x="129354" y="5"/>
                </a:cubicBezTo>
                <a:lnTo>
                  <a:pt x="2843" y="5"/>
                </a:lnTo>
                <a:cubicBezTo>
                  <a:pt x="2790" y="2"/>
                  <a:pt x="2738" y="1"/>
                  <a:pt x="2686" y="1"/>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9"/>
          <p:cNvSpPr/>
          <p:nvPr/>
        </p:nvSpPr>
        <p:spPr>
          <a:xfrm>
            <a:off x="781050" y="3916256"/>
            <a:ext cx="2474649" cy="174136"/>
          </a:xfrm>
          <a:custGeom>
            <a:avLst/>
            <a:gdLst/>
            <a:ahLst/>
            <a:cxnLst/>
            <a:rect l="l" t="t" r="r" b="b"/>
            <a:pathLst>
              <a:path w="165473" h="11644" extrusionOk="0">
                <a:moveTo>
                  <a:pt x="0" y="1"/>
                </a:moveTo>
                <a:lnTo>
                  <a:pt x="0" y="4859"/>
                </a:lnTo>
                <a:cubicBezTo>
                  <a:pt x="0" y="8618"/>
                  <a:pt x="3025" y="11643"/>
                  <a:pt x="6784" y="11643"/>
                </a:cubicBezTo>
                <a:lnTo>
                  <a:pt x="158689" y="11643"/>
                </a:lnTo>
                <a:cubicBezTo>
                  <a:pt x="162448" y="11643"/>
                  <a:pt x="165473" y="8618"/>
                  <a:pt x="165473" y="4859"/>
                </a:cubicBezTo>
                <a:lnTo>
                  <a:pt x="1654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9"/>
          <p:cNvSpPr/>
          <p:nvPr/>
        </p:nvSpPr>
        <p:spPr>
          <a:xfrm>
            <a:off x="1786000" y="3892945"/>
            <a:ext cx="464786" cy="79524"/>
          </a:xfrm>
          <a:custGeom>
            <a:avLst/>
            <a:gdLst/>
            <a:ahLst/>
            <a:cxnLst/>
            <a:rect l="l" t="t" r="r" b="b"/>
            <a:pathLst>
              <a:path w="31079" h="3760" extrusionOk="0">
                <a:moveTo>
                  <a:pt x="1" y="1"/>
                </a:moveTo>
                <a:lnTo>
                  <a:pt x="1" y="3759"/>
                </a:lnTo>
                <a:lnTo>
                  <a:pt x="31078" y="3759"/>
                </a:lnTo>
                <a:lnTo>
                  <a:pt x="31078"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9"/>
          <p:cNvSpPr/>
          <p:nvPr/>
        </p:nvSpPr>
        <p:spPr>
          <a:xfrm>
            <a:off x="781050" y="3916256"/>
            <a:ext cx="2474649" cy="174136"/>
          </a:xfrm>
          <a:custGeom>
            <a:avLst/>
            <a:gdLst/>
            <a:ahLst/>
            <a:cxnLst/>
            <a:rect l="l" t="t" r="r" b="b"/>
            <a:pathLst>
              <a:path w="165473" h="11644" extrusionOk="0">
                <a:moveTo>
                  <a:pt x="0" y="1"/>
                </a:moveTo>
                <a:lnTo>
                  <a:pt x="0" y="2384"/>
                </a:lnTo>
                <a:cubicBezTo>
                  <a:pt x="0" y="7518"/>
                  <a:pt x="4125" y="11643"/>
                  <a:pt x="9259" y="11643"/>
                </a:cubicBezTo>
                <a:lnTo>
                  <a:pt x="156214" y="11643"/>
                </a:lnTo>
                <a:cubicBezTo>
                  <a:pt x="161347" y="11643"/>
                  <a:pt x="165473" y="7518"/>
                  <a:pt x="165473" y="2384"/>
                </a:cubicBezTo>
                <a:lnTo>
                  <a:pt x="165473" y="1"/>
                </a:lnTo>
                <a:lnTo>
                  <a:pt x="165381" y="1"/>
                </a:lnTo>
                <a:cubicBezTo>
                  <a:pt x="164556" y="4401"/>
                  <a:pt x="160706" y="7701"/>
                  <a:pt x="156214" y="7701"/>
                </a:cubicBezTo>
                <a:lnTo>
                  <a:pt x="9259" y="7701"/>
                </a:lnTo>
                <a:cubicBezTo>
                  <a:pt x="4767" y="7701"/>
                  <a:pt x="825" y="4401"/>
                  <a:pt x="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9"/>
          <p:cNvSpPr/>
          <p:nvPr/>
        </p:nvSpPr>
        <p:spPr>
          <a:xfrm>
            <a:off x="1030562" y="2839951"/>
            <a:ext cx="1975630" cy="80966"/>
          </a:xfrm>
          <a:custGeom>
            <a:avLst/>
            <a:gdLst/>
            <a:ahLst/>
            <a:cxnLst/>
            <a:rect l="l" t="t" r="r" b="b"/>
            <a:pathLst>
              <a:path w="132105" h="5414" extrusionOk="0">
                <a:moveTo>
                  <a:pt x="2686" y="1"/>
                </a:moveTo>
                <a:cubicBezTo>
                  <a:pt x="1199" y="1"/>
                  <a:pt x="1" y="1250"/>
                  <a:pt x="1" y="2755"/>
                </a:cubicBezTo>
                <a:lnTo>
                  <a:pt x="1" y="5414"/>
                </a:lnTo>
                <a:lnTo>
                  <a:pt x="132104" y="5414"/>
                </a:lnTo>
                <a:lnTo>
                  <a:pt x="132104" y="2755"/>
                </a:lnTo>
                <a:cubicBezTo>
                  <a:pt x="132104" y="1197"/>
                  <a:pt x="130821" y="5"/>
                  <a:pt x="129354" y="5"/>
                </a:cubicBezTo>
                <a:lnTo>
                  <a:pt x="2843" y="5"/>
                </a:lnTo>
                <a:cubicBezTo>
                  <a:pt x="2790" y="2"/>
                  <a:pt x="2738" y="1"/>
                  <a:pt x="26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p:nvPr/>
        </p:nvSpPr>
        <p:spPr>
          <a:xfrm>
            <a:off x="1030562" y="2920903"/>
            <a:ext cx="1975630" cy="80907"/>
          </a:xfrm>
          <a:custGeom>
            <a:avLst/>
            <a:gdLst/>
            <a:ahLst/>
            <a:cxnLst/>
            <a:rect l="l" t="t" r="r" b="b"/>
            <a:pathLst>
              <a:path w="132105" h="5410" extrusionOk="0">
                <a:moveTo>
                  <a:pt x="1" y="1"/>
                </a:moveTo>
                <a:lnTo>
                  <a:pt x="1" y="5410"/>
                </a:lnTo>
                <a:lnTo>
                  <a:pt x="132104" y="5410"/>
                </a:lnTo>
                <a:lnTo>
                  <a:pt x="1321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2636015" y="2920903"/>
            <a:ext cx="370196" cy="80907"/>
          </a:xfrm>
          <a:custGeom>
            <a:avLst/>
            <a:gdLst/>
            <a:ahLst/>
            <a:cxnLst/>
            <a:rect l="l" t="t" r="r" b="b"/>
            <a:pathLst>
              <a:path w="24754" h="5410" extrusionOk="0">
                <a:moveTo>
                  <a:pt x="1" y="1"/>
                </a:moveTo>
                <a:lnTo>
                  <a:pt x="1" y="5410"/>
                </a:lnTo>
                <a:lnTo>
                  <a:pt x="24753" y="5410"/>
                </a:lnTo>
                <a:lnTo>
                  <a:pt x="247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9"/>
          <p:cNvSpPr/>
          <p:nvPr/>
        </p:nvSpPr>
        <p:spPr>
          <a:xfrm>
            <a:off x="2360451" y="2920903"/>
            <a:ext cx="275576" cy="80907"/>
          </a:xfrm>
          <a:custGeom>
            <a:avLst/>
            <a:gdLst/>
            <a:ahLst/>
            <a:cxnLst/>
            <a:rect l="l" t="t" r="r" b="b"/>
            <a:pathLst>
              <a:path w="18427" h="5410" extrusionOk="0">
                <a:moveTo>
                  <a:pt x="0" y="1"/>
                </a:moveTo>
                <a:lnTo>
                  <a:pt x="0" y="5410"/>
                </a:lnTo>
                <a:lnTo>
                  <a:pt x="18427" y="5410"/>
                </a:lnTo>
                <a:lnTo>
                  <a:pt x="184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9"/>
          <p:cNvSpPr/>
          <p:nvPr/>
        </p:nvSpPr>
        <p:spPr>
          <a:xfrm>
            <a:off x="2093097" y="3071726"/>
            <a:ext cx="850027" cy="213886"/>
          </a:xfrm>
          <a:custGeom>
            <a:avLst/>
            <a:gdLst/>
            <a:ahLst/>
            <a:cxnLst/>
            <a:rect l="l" t="t" r="r" b="b"/>
            <a:pathLst>
              <a:path w="56839" h="14302" extrusionOk="0">
                <a:moveTo>
                  <a:pt x="1" y="0"/>
                </a:moveTo>
                <a:lnTo>
                  <a:pt x="1" y="14301"/>
                </a:lnTo>
                <a:lnTo>
                  <a:pt x="56839" y="14301"/>
                </a:lnTo>
                <a:lnTo>
                  <a:pt x="568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9"/>
          <p:cNvSpPr/>
          <p:nvPr/>
        </p:nvSpPr>
        <p:spPr>
          <a:xfrm>
            <a:off x="2093097" y="3345928"/>
            <a:ext cx="651245" cy="45254"/>
          </a:xfrm>
          <a:custGeom>
            <a:avLst/>
            <a:gdLst/>
            <a:ahLst/>
            <a:cxnLst/>
            <a:rect l="l" t="t" r="r" b="b"/>
            <a:pathLst>
              <a:path w="43547" h="3026" extrusionOk="0">
                <a:moveTo>
                  <a:pt x="1" y="0"/>
                </a:moveTo>
                <a:lnTo>
                  <a:pt x="1" y="3025"/>
                </a:lnTo>
                <a:lnTo>
                  <a:pt x="43546" y="3025"/>
                </a:lnTo>
                <a:lnTo>
                  <a:pt x="4354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9"/>
          <p:cNvSpPr/>
          <p:nvPr/>
        </p:nvSpPr>
        <p:spPr>
          <a:xfrm>
            <a:off x="2093097" y="3444631"/>
            <a:ext cx="850027" cy="45254"/>
          </a:xfrm>
          <a:custGeom>
            <a:avLst/>
            <a:gdLst/>
            <a:ahLst/>
            <a:cxnLst/>
            <a:rect l="l" t="t" r="r" b="b"/>
            <a:pathLst>
              <a:path w="56839" h="3026" extrusionOk="0">
                <a:moveTo>
                  <a:pt x="1" y="1"/>
                </a:moveTo>
                <a:lnTo>
                  <a:pt x="1" y="3026"/>
                </a:lnTo>
                <a:lnTo>
                  <a:pt x="56839" y="3026"/>
                </a:lnTo>
                <a:lnTo>
                  <a:pt x="568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p:nvPr/>
        </p:nvSpPr>
        <p:spPr>
          <a:xfrm>
            <a:off x="2093097" y="3543350"/>
            <a:ext cx="850027" cy="46630"/>
          </a:xfrm>
          <a:custGeom>
            <a:avLst/>
            <a:gdLst/>
            <a:ahLst/>
            <a:cxnLst/>
            <a:rect l="l" t="t" r="r" b="b"/>
            <a:pathLst>
              <a:path w="56839" h="3118" extrusionOk="0">
                <a:moveTo>
                  <a:pt x="1" y="0"/>
                </a:moveTo>
                <a:lnTo>
                  <a:pt x="1" y="3117"/>
                </a:lnTo>
                <a:lnTo>
                  <a:pt x="56839" y="3117"/>
                </a:lnTo>
                <a:lnTo>
                  <a:pt x="568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9"/>
          <p:cNvSpPr/>
          <p:nvPr/>
        </p:nvSpPr>
        <p:spPr>
          <a:xfrm>
            <a:off x="2093097" y="3643430"/>
            <a:ext cx="850027" cy="45254"/>
          </a:xfrm>
          <a:custGeom>
            <a:avLst/>
            <a:gdLst/>
            <a:ahLst/>
            <a:cxnLst/>
            <a:rect l="l" t="t" r="r" b="b"/>
            <a:pathLst>
              <a:path w="56839" h="3026" extrusionOk="0">
                <a:moveTo>
                  <a:pt x="1" y="0"/>
                </a:moveTo>
                <a:lnTo>
                  <a:pt x="1" y="3026"/>
                </a:lnTo>
                <a:lnTo>
                  <a:pt x="56839" y="3026"/>
                </a:lnTo>
                <a:lnTo>
                  <a:pt x="568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2093097" y="3742148"/>
            <a:ext cx="473012" cy="45254"/>
          </a:xfrm>
          <a:custGeom>
            <a:avLst/>
            <a:gdLst/>
            <a:ahLst/>
            <a:cxnLst/>
            <a:rect l="l" t="t" r="r" b="b"/>
            <a:pathLst>
              <a:path w="31629" h="3026" extrusionOk="0">
                <a:moveTo>
                  <a:pt x="1" y="0"/>
                </a:moveTo>
                <a:lnTo>
                  <a:pt x="1" y="3025"/>
                </a:lnTo>
                <a:lnTo>
                  <a:pt x="31628" y="3025"/>
                </a:lnTo>
                <a:lnTo>
                  <a:pt x="316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9"/>
          <p:cNvSpPr/>
          <p:nvPr/>
        </p:nvSpPr>
        <p:spPr>
          <a:xfrm>
            <a:off x="2622316" y="3747622"/>
            <a:ext cx="83643" cy="79531"/>
          </a:xfrm>
          <a:custGeom>
            <a:avLst/>
            <a:gdLst/>
            <a:ahLst/>
            <a:cxnLst/>
            <a:rect l="l" t="t" r="r" b="b"/>
            <a:pathLst>
              <a:path w="5593" h="5318" extrusionOk="0">
                <a:moveTo>
                  <a:pt x="2842" y="1"/>
                </a:moveTo>
                <a:lnTo>
                  <a:pt x="1925" y="1743"/>
                </a:lnTo>
                <a:lnTo>
                  <a:pt x="0" y="2018"/>
                </a:lnTo>
                <a:lnTo>
                  <a:pt x="1467" y="3393"/>
                </a:lnTo>
                <a:lnTo>
                  <a:pt x="1100" y="5318"/>
                </a:lnTo>
                <a:lnTo>
                  <a:pt x="1100" y="5318"/>
                </a:lnTo>
                <a:lnTo>
                  <a:pt x="2842" y="4401"/>
                </a:lnTo>
                <a:lnTo>
                  <a:pt x="4584" y="5318"/>
                </a:lnTo>
                <a:lnTo>
                  <a:pt x="4217" y="3393"/>
                </a:lnTo>
                <a:lnTo>
                  <a:pt x="5592" y="2018"/>
                </a:lnTo>
                <a:lnTo>
                  <a:pt x="3667" y="1743"/>
                </a:lnTo>
                <a:lnTo>
                  <a:pt x="28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9"/>
          <p:cNvSpPr/>
          <p:nvPr/>
        </p:nvSpPr>
        <p:spPr>
          <a:xfrm>
            <a:off x="2731997" y="3747622"/>
            <a:ext cx="83643" cy="79531"/>
          </a:xfrm>
          <a:custGeom>
            <a:avLst/>
            <a:gdLst/>
            <a:ahLst/>
            <a:cxnLst/>
            <a:rect l="l" t="t" r="r" b="b"/>
            <a:pathLst>
              <a:path w="5593" h="5318" extrusionOk="0">
                <a:moveTo>
                  <a:pt x="2842" y="1"/>
                </a:moveTo>
                <a:lnTo>
                  <a:pt x="2017" y="1743"/>
                </a:lnTo>
                <a:lnTo>
                  <a:pt x="0" y="2018"/>
                </a:lnTo>
                <a:lnTo>
                  <a:pt x="1467" y="3393"/>
                </a:lnTo>
                <a:lnTo>
                  <a:pt x="1100" y="5318"/>
                </a:lnTo>
                <a:lnTo>
                  <a:pt x="2842" y="4401"/>
                </a:lnTo>
                <a:lnTo>
                  <a:pt x="4584" y="5318"/>
                </a:lnTo>
                <a:lnTo>
                  <a:pt x="4217" y="3393"/>
                </a:lnTo>
                <a:lnTo>
                  <a:pt x="5592" y="2018"/>
                </a:lnTo>
                <a:lnTo>
                  <a:pt x="3667" y="1743"/>
                </a:lnTo>
                <a:lnTo>
                  <a:pt x="28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9"/>
          <p:cNvSpPr/>
          <p:nvPr/>
        </p:nvSpPr>
        <p:spPr>
          <a:xfrm>
            <a:off x="2843039" y="3747622"/>
            <a:ext cx="83643" cy="79531"/>
          </a:xfrm>
          <a:custGeom>
            <a:avLst/>
            <a:gdLst/>
            <a:ahLst/>
            <a:cxnLst/>
            <a:rect l="l" t="t" r="r" b="b"/>
            <a:pathLst>
              <a:path w="5593" h="5318" extrusionOk="0">
                <a:moveTo>
                  <a:pt x="2751" y="1"/>
                </a:moveTo>
                <a:lnTo>
                  <a:pt x="1926" y="1743"/>
                </a:lnTo>
                <a:lnTo>
                  <a:pt x="1" y="2018"/>
                </a:lnTo>
                <a:lnTo>
                  <a:pt x="1376" y="3393"/>
                </a:lnTo>
                <a:lnTo>
                  <a:pt x="1009" y="5318"/>
                </a:lnTo>
                <a:lnTo>
                  <a:pt x="2751" y="4401"/>
                </a:lnTo>
                <a:lnTo>
                  <a:pt x="4493" y="5318"/>
                </a:lnTo>
                <a:lnTo>
                  <a:pt x="4126" y="3393"/>
                </a:lnTo>
                <a:lnTo>
                  <a:pt x="5593" y="2018"/>
                </a:lnTo>
                <a:lnTo>
                  <a:pt x="3668" y="1743"/>
                </a:lnTo>
                <a:lnTo>
                  <a:pt x="27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p:nvPr/>
        </p:nvSpPr>
        <p:spPr>
          <a:xfrm>
            <a:off x="2704569" y="2861950"/>
            <a:ext cx="43893" cy="37447"/>
          </a:xfrm>
          <a:custGeom>
            <a:avLst/>
            <a:gdLst/>
            <a:ahLst/>
            <a:cxnLst/>
            <a:rect l="l" t="t" r="r" b="b"/>
            <a:pathLst>
              <a:path w="2935" h="2504" extrusionOk="0">
                <a:moveTo>
                  <a:pt x="1651" y="1"/>
                </a:moveTo>
                <a:cubicBezTo>
                  <a:pt x="551" y="1"/>
                  <a:pt x="1" y="1284"/>
                  <a:pt x="734" y="2109"/>
                </a:cubicBezTo>
                <a:cubicBezTo>
                  <a:pt x="1005" y="2381"/>
                  <a:pt x="1336" y="2503"/>
                  <a:pt x="1658" y="2503"/>
                </a:cubicBezTo>
                <a:cubicBezTo>
                  <a:pt x="2315" y="2503"/>
                  <a:pt x="2934" y="1993"/>
                  <a:pt x="2934" y="1193"/>
                </a:cubicBezTo>
                <a:cubicBezTo>
                  <a:pt x="2934" y="551"/>
                  <a:pt x="2384" y="1"/>
                  <a:pt x="16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9"/>
          <p:cNvSpPr/>
          <p:nvPr/>
        </p:nvSpPr>
        <p:spPr>
          <a:xfrm>
            <a:off x="2785462" y="2861950"/>
            <a:ext cx="45254" cy="37447"/>
          </a:xfrm>
          <a:custGeom>
            <a:avLst/>
            <a:gdLst/>
            <a:ahLst/>
            <a:cxnLst/>
            <a:rect l="l" t="t" r="r" b="b"/>
            <a:pathLst>
              <a:path w="3026" h="2504" extrusionOk="0">
                <a:moveTo>
                  <a:pt x="1742" y="1"/>
                </a:moveTo>
                <a:cubicBezTo>
                  <a:pt x="642" y="1"/>
                  <a:pt x="0" y="1376"/>
                  <a:pt x="825" y="2109"/>
                </a:cubicBezTo>
                <a:cubicBezTo>
                  <a:pt x="1097" y="2381"/>
                  <a:pt x="1428" y="2503"/>
                  <a:pt x="1749" y="2503"/>
                </a:cubicBezTo>
                <a:cubicBezTo>
                  <a:pt x="2406" y="2503"/>
                  <a:pt x="3026" y="1993"/>
                  <a:pt x="3026" y="1193"/>
                </a:cubicBezTo>
                <a:cubicBezTo>
                  <a:pt x="3026" y="551"/>
                  <a:pt x="2384" y="1"/>
                  <a:pt x="17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9"/>
          <p:cNvSpPr/>
          <p:nvPr/>
        </p:nvSpPr>
        <p:spPr>
          <a:xfrm>
            <a:off x="2869091" y="2861950"/>
            <a:ext cx="42517" cy="37447"/>
          </a:xfrm>
          <a:custGeom>
            <a:avLst/>
            <a:gdLst/>
            <a:ahLst/>
            <a:cxnLst/>
            <a:rect l="l" t="t" r="r" b="b"/>
            <a:pathLst>
              <a:path w="2843" h="2504" extrusionOk="0">
                <a:moveTo>
                  <a:pt x="1651" y="1"/>
                </a:moveTo>
                <a:cubicBezTo>
                  <a:pt x="551" y="1"/>
                  <a:pt x="1" y="1284"/>
                  <a:pt x="734" y="2109"/>
                </a:cubicBezTo>
                <a:cubicBezTo>
                  <a:pt x="1005" y="2381"/>
                  <a:pt x="1326" y="2503"/>
                  <a:pt x="1635" y="2503"/>
                </a:cubicBezTo>
                <a:cubicBezTo>
                  <a:pt x="2264" y="2503"/>
                  <a:pt x="2842" y="1993"/>
                  <a:pt x="2842" y="1193"/>
                </a:cubicBezTo>
                <a:cubicBezTo>
                  <a:pt x="2842" y="551"/>
                  <a:pt x="2292" y="1"/>
                  <a:pt x="16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9"/>
          <p:cNvSpPr/>
          <p:nvPr/>
        </p:nvSpPr>
        <p:spPr>
          <a:xfrm>
            <a:off x="1095004" y="3071726"/>
            <a:ext cx="319454" cy="319454"/>
          </a:xfrm>
          <a:custGeom>
            <a:avLst/>
            <a:gdLst/>
            <a:ahLst/>
            <a:cxnLst/>
            <a:rect l="l" t="t" r="r" b="b"/>
            <a:pathLst>
              <a:path w="21361" h="21361" extrusionOk="0">
                <a:moveTo>
                  <a:pt x="1" y="0"/>
                </a:moveTo>
                <a:lnTo>
                  <a:pt x="1" y="21360"/>
                </a:lnTo>
                <a:lnTo>
                  <a:pt x="21361" y="21360"/>
                </a:lnTo>
                <a:lnTo>
                  <a:pt x="21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1095004" y="3451496"/>
            <a:ext cx="319454" cy="91869"/>
          </a:xfrm>
          <a:custGeom>
            <a:avLst/>
            <a:gdLst/>
            <a:ahLst/>
            <a:cxnLst/>
            <a:rect l="l" t="t" r="r" b="b"/>
            <a:pathLst>
              <a:path w="21361" h="6143" extrusionOk="0">
                <a:moveTo>
                  <a:pt x="1" y="0"/>
                </a:moveTo>
                <a:lnTo>
                  <a:pt x="1" y="6142"/>
                </a:lnTo>
                <a:lnTo>
                  <a:pt x="21361" y="6142"/>
                </a:lnTo>
                <a:lnTo>
                  <a:pt x="21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9"/>
          <p:cNvSpPr/>
          <p:nvPr/>
        </p:nvSpPr>
        <p:spPr>
          <a:xfrm>
            <a:off x="1095004" y="3589965"/>
            <a:ext cx="319454" cy="34292"/>
          </a:xfrm>
          <a:custGeom>
            <a:avLst/>
            <a:gdLst/>
            <a:ahLst/>
            <a:cxnLst/>
            <a:rect l="l" t="t" r="r" b="b"/>
            <a:pathLst>
              <a:path w="21361" h="2293" extrusionOk="0">
                <a:moveTo>
                  <a:pt x="1" y="0"/>
                </a:moveTo>
                <a:lnTo>
                  <a:pt x="1" y="2292"/>
                </a:lnTo>
                <a:lnTo>
                  <a:pt x="21361" y="2292"/>
                </a:lnTo>
                <a:lnTo>
                  <a:pt x="21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9"/>
          <p:cNvSpPr/>
          <p:nvPr/>
        </p:nvSpPr>
        <p:spPr>
          <a:xfrm>
            <a:off x="1095004" y="3665369"/>
            <a:ext cx="319454" cy="34292"/>
          </a:xfrm>
          <a:custGeom>
            <a:avLst/>
            <a:gdLst/>
            <a:ahLst/>
            <a:cxnLst/>
            <a:rect l="l" t="t" r="r" b="b"/>
            <a:pathLst>
              <a:path w="21361" h="2293" extrusionOk="0">
                <a:moveTo>
                  <a:pt x="1" y="0"/>
                </a:moveTo>
                <a:lnTo>
                  <a:pt x="1" y="2292"/>
                </a:lnTo>
                <a:lnTo>
                  <a:pt x="21361" y="2292"/>
                </a:lnTo>
                <a:lnTo>
                  <a:pt x="21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9"/>
          <p:cNvSpPr/>
          <p:nvPr/>
        </p:nvSpPr>
        <p:spPr>
          <a:xfrm>
            <a:off x="1095004" y="3742148"/>
            <a:ext cx="319454" cy="34277"/>
          </a:xfrm>
          <a:custGeom>
            <a:avLst/>
            <a:gdLst/>
            <a:ahLst/>
            <a:cxnLst/>
            <a:rect l="l" t="t" r="r" b="b"/>
            <a:pathLst>
              <a:path w="21361" h="2292" extrusionOk="0">
                <a:moveTo>
                  <a:pt x="1" y="0"/>
                </a:moveTo>
                <a:lnTo>
                  <a:pt x="1" y="2292"/>
                </a:lnTo>
                <a:lnTo>
                  <a:pt x="21361" y="2292"/>
                </a:lnTo>
                <a:lnTo>
                  <a:pt x="213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9"/>
          <p:cNvSpPr/>
          <p:nvPr/>
        </p:nvSpPr>
        <p:spPr>
          <a:xfrm>
            <a:off x="1095004" y="3817552"/>
            <a:ext cx="319454" cy="34277"/>
          </a:xfrm>
          <a:custGeom>
            <a:avLst/>
            <a:gdLst/>
            <a:ahLst/>
            <a:cxnLst/>
            <a:rect l="l" t="t" r="r" b="b"/>
            <a:pathLst>
              <a:path w="21361" h="2292" extrusionOk="0">
                <a:moveTo>
                  <a:pt x="1" y="0"/>
                </a:moveTo>
                <a:lnTo>
                  <a:pt x="1" y="2292"/>
                </a:lnTo>
                <a:lnTo>
                  <a:pt x="21361" y="2292"/>
                </a:lnTo>
                <a:lnTo>
                  <a:pt x="2136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9"/>
          <p:cNvSpPr/>
          <p:nvPr/>
        </p:nvSpPr>
        <p:spPr>
          <a:xfrm>
            <a:off x="1500827" y="3071726"/>
            <a:ext cx="516875" cy="319454"/>
          </a:xfrm>
          <a:custGeom>
            <a:avLst/>
            <a:gdLst/>
            <a:ahLst/>
            <a:cxnLst/>
            <a:rect l="l" t="t" r="r" b="b"/>
            <a:pathLst>
              <a:path w="34562" h="21361" extrusionOk="0">
                <a:moveTo>
                  <a:pt x="0" y="0"/>
                </a:moveTo>
                <a:lnTo>
                  <a:pt x="0" y="21360"/>
                </a:lnTo>
                <a:lnTo>
                  <a:pt x="34562" y="21360"/>
                </a:lnTo>
                <a:lnTo>
                  <a:pt x="345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9"/>
          <p:cNvSpPr/>
          <p:nvPr/>
        </p:nvSpPr>
        <p:spPr>
          <a:xfrm>
            <a:off x="1500827" y="3451496"/>
            <a:ext cx="516875" cy="91869"/>
          </a:xfrm>
          <a:custGeom>
            <a:avLst/>
            <a:gdLst/>
            <a:ahLst/>
            <a:cxnLst/>
            <a:rect l="l" t="t" r="r" b="b"/>
            <a:pathLst>
              <a:path w="34562" h="6143" extrusionOk="0">
                <a:moveTo>
                  <a:pt x="0" y="0"/>
                </a:moveTo>
                <a:lnTo>
                  <a:pt x="0" y="6142"/>
                </a:lnTo>
                <a:lnTo>
                  <a:pt x="34562" y="6142"/>
                </a:lnTo>
                <a:lnTo>
                  <a:pt x="345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a:off x="1500827" y="3589965"/>
            <a:ext cx="516875" cy="34292"/>
          </a:xfrm>
          <a:custGeom>
            <a:avLst/>
            <a:gdLst/>
            <a:ahLst/>
            <a:cxnLst/>
            <a:rect l="l" t="t" r="r" b="b"/>
            <a:pathLst>
              <a:path w="34562" h="2293" extrusionOk="0">
                <a:moveTo>
                  <a:pt x="0" y="0"/>
                </a:moveTo>
                <a:lnTo>
                  <a:pt x="0" y="2292"/>
                </a:lnTo>
                <a:lnTo>
                  <a:pt x="34562" y="2292"/>
                </a:lnTo>
                <a:lnTo>
                  <a:pt x="345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9"/>
          <p:cNvSpPr/>
          <p:nvPr/>
        </p:nvSpPr>
        <p:spPr>
          <a:xfrm>
            <a:off x="1500827" y="3665369"/>
            <a:ext cx="516875" cy="34292"/>
          </a:xfrm>
          <a:custGeom>
            <a:avLst/>
            <a:gdLst/>
            <a:ahLst/>
            <a:cxnLst/>
            <a:rect l="l" t="t" r="r" b="b"/>
            <a:pathLst>
              <a:path w="34562" h="2293" extrusionOk="0">
                <a:moveTo>
                  <a:pt x="0" y="0"/>
                </a:moveTo>
                <a:lnTo>
                  <a:pt x="0" y="2292"/>
                </a:lnTo>
                <a:lnTo>
                  <a:pt x="34562" y="2292"/>
                </a:lnTo>
                <a:lnTo>
                  <a:pt x="345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9"/>
          <p:cNvSpPr/>
          <p:nvPr/>
        </p:nvSpPr>
        <p:spPr>
          <a:xfrm>
            <a:off x="1500827" y="3742148"/>
            <a:ext cx="516875" cy="34277"/>
          </a:xfrm>
          <a:custGeom>
            <a:avLst/>
            <a:gdLst/>
            <a:ahLst/>
            <a:cxnLst/>
            <a:rect l="l" t="t" r="r" b="b"/>
            <a:pathLst>
              <a:path w="34562" h="2292" extrusionOk="0">
                <a:moveTo>
                  <a:pt x="0" y="0"/>
                </a:moveTo>
                <a:lnTo>
                  <a:pt x="0" y="2292"/>
                </a:lnTo>
                <a:lnTo>
                  <a:pt x="34562" y="2292"/>
                </a:lnTo>
                <a:lnTo>
                  <a:pt x="345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a:off x="1500827" y="3817552"/>
            <a:ext cx="319454" cy="34277"/>
          </a:xfrm>
          <a:custGeom>
            <a:avLst/>
            <a:gdLst/>
            <a:ahLst/>
            <a:cxnLst/>
            <a:rect l="l" t="t" r="r" b="b"/>
            <a:pathLst>
              <a:path w="21361" h="2292" extrusionOk="0">
                <a:moveTo>
                  <a:pt x="0" y="0"/>
                </a:moveTo>
                <a:lnTo>
                  <a:pt x="0" y="2292"/>
                </a:lnTo>
                <a:lnTo>
                  <a:pt x="21360" y="2292"/>
                </a:lnTo>
                <a:lnTo>
                  <a:pt x="213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9"/>
          <p:cNvSpPr/>
          <p:nvPr/>
        </p:nvSpPr>
        <p:spPr>
          <a:xfrm>
            <a:off x="3299591" y="3340439"/>
            <a:ext cx="1243508" cy="749948"/>
          </a:xfrm>
          <a:custGeom>
            <a:avLst/>
            <a:gdLst/>
            <a:ahLst/>
            <a:cxnLst/>
            <a:rect l="l" t="t" r="r" b="b"/>
            <a:pathLst>
              <a:path w="83150" h="50147" extrusionOk="0">
                <a:moveTo>
                  <a:pt x="2201" y="0"/>
                </a:moveTo>
                <a:cubicBezTo>
                  <a:pt x="917" y="0"/>
                  <a:pt x="0" y="917"/>
                  <a:pt x="0" y="2201"/>
                </a:cubicBezTo>
                <a:lnTo>
                  <a:pt x="0" y="47946"/>
                </a:lnTo>
                <a:cubicBezTo>
                  <a:pt x="0" y="49138"/>
                  <a:pt x="917" y="50146"/>
                  <a:pt x="2201" y="50146"/>
                </a:cubicBezTo>
                <a:lnTo>
                  <a:pt x="80949" y="50146"/>
                </a:lnTo>
                <a:cubicBezTo>
                  <a:pt x="82233" y="50146"/>
                  <a:pt x="83149" y="49138"/>
                  <a:pt x="83149" y="47946"/>
                </a:cubicBezTo>
                <a:lnTo>
                  <a:pt x="83149" y="2201"/>
                </a:lnTo>
                <a:cubicBezTo>
                  <a:pt x="83149" y="917"/>
                  <a:pt x="82233" y="0"/>
                  <a:pt x="809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9"/>
          <p:cNvSpPr/>
          <p:nvPr/>
        </p:nvSpPr>
        <p:spPr>
          <a:xfrm>
            <a:off x="3332492" y="3377453"/>
            <a:ext cx="1126979" cy="674545"/>
          </a:xfrm>
          <a:custGeom>
            <a:avLst/>
            <a:gdLst/>
            <a:ahLst/>
            <a:cxnLst/>
            <a:rect l="l" t="t" r="r" b="b"/>
            <a:pathLst>
              <a:path w="75358" h="45105" extrusionOk="0">
                <a:moveTo>
                  <a:pt x="1742" y="1"/>
                </a:moveTo>
                <a:cubicBezTo>
                  <a:pt x="734" y="1"/>
                  <a:pt x="1" y="826"/>
                  <a:pt x="1" y="1834"/>
                </a:cubicBezTo>
                <a:lnTo>
                  <a:pt x="1" y="43363"/>
                </a:lnTo>
                <a:cubicBezTo>
                  <a:pt x="1" y="44279"/>
                  <a:pt x="734" y="45104"/>
                  <a:pt x="1742" y="45104"/>
                </a:cubicBezTo>
                <a:lnTo>
                  <a:pt x="75357" y="45104"/>
                </a:lnTo>
                <a:lnTo>
                  <a:pt x="75357"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9"/>
          <p:cNvSpPr/>
          <p:nvPr/>
        </p:nvSpPr>
        <p:spPr>
          <a:xfrm>
            <a:off x="4466330" y="3688331"/>
            <a:ext cx="61719" cy="52791"/>
          </a:xfrm>
          <a:custGeom>
            <a:avLst/>
            <a:gdLst/>
            <a:ahLst/>
            <a:cxnLst/>
            <a:rect l="l" t="t" r="r" b="b"/>
            <a:pathLst>
              <a:path w="4127" h="3530" extrusionOk="0">
                <a:moveTo>
                  <a:pt x="2293" y="1"/>
                </a:moveTo>
                <a:cubicBezTo>
                  <a:pt x="734" y="1"/>
                  <a:pt x="1" y="1926"/>
                  <a:pt x="1101" y="3026"/>
                </a:cubicBezTo>
                <a:cubicBezTo>
                  <a:pt x="1449" y="3374"/>
                  <a:pt x="1872" y="3530"/>
                  <a:pt x="2289" y="3530"/>
                </a:cubicBezTo>
                <a:cubicBezTo>
                  <a:pt x="3188" y="3530"/>
                  <a:pt x="4064" y="2807"/>
                  <a:pt x="4126" y="1743"/>
                </a:cubicBezTo>
                <a:cubicBezTo>
                  <a:pt x="4126" y="826"/>
                  <a:pt x="3301" y="1"/>
                  <a:pt x="2293" y="1"/>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9"/>
          <p:cNvSpPr/>
          <p:nvPr/>
        </p:nvSpPr>
        <p:spPr>
          <a:xfrm>
            <a:off x="3332492" y="3377453"/>
            <a:ext cx="1126979" cy="57592"/>
          </a:xfrm>
          <a:custGeom>
            <a:avLst/>
            <a:gdLst/>
            <a:ahLst/>
            <a:cxnLst/>
            <a:rect l="l" t="t" r="r" b="b"/>
            <a:pathLst>
              <a:path w="75358" h="3851" extrusionOk="0">
                <a:moveTo>
                  <a:pt x="1742" y="1"/>
                </a:moveTo>
                <a:cubicBezTo>
                  <a:pt x="734" y="1"/>
                  <a:pt x="1" y="826"/>
                  <a:pt x="1" y="1834"/>
                </a:cubicBezTo>
                <a:lnTo>
                  <a:pt x="1" y="3851"/>
                </a:lnTo>
                <a:lnTo>
                  <a:pt x="75357" y="3851"/>
                </a:lnTo>
                <a:lnTo>
                  <a:pt x="75357"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9"/>
          <p:cNvSpPr/>
          <p:nvPr/>
        </p:nvSpPr>
        <p:spPr>
          <a:xfrm>
            <a:off x="4283970" y="3392543"/>
            <a:ext cx="27442" cy="23629"/>
          </a:xfrm>
          <a:custGeom>
            <a:avLst/>
            <a:gdLst/>
            <a:ahLst/>
            <a:cxnLst/>
            <a:rect l="l" t="t" r="r" b="b"/>
            <a:pathLst>
              <a:path w="1835" h="1580" extrusionOk="0">
                <a:moveTo>
                  <a:pt x="1101" y="0"/>
                </a:moveTo>
                <a:cubicBezTo>
                  <a:pt x="368" y="0"/>
                  <a:pt x="1" y="917"/>
                  <a:pt x="459" y="1375"/>
                </a:cubicBezTo>
                <a:cubicBezTo>
                  <a:pt x="630" y="1517"/>
                  <a:pt x="826" y="1580"/>
                  <a:pt x="1017" y="1580"/>
                </a:cubicBezTo>
                <a:cubicBezTo>
                  <a:pt x="1441" y="1580"/>
                  <a:pt x="1834" y="1268"/>
                  <a:pt x="1834" y="825"/>
                </a:cubicBezTo>
                <a:cubicBezTo>
                  <a:pt x="1834" y="367"/>
                  <a:pt x="1468" y="0"/>
                  <a:pt x="1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9"/>
          <p:cNvSpPr/>
          <p:nvPr/>
        </p:nvSpPr>
        <p:spPr>
          <a:xfrm>
            <a:off x="4341562" y="3392543"/>
            <a:ext cx="27427" cy="23629"/>
          </a:xfrm>
          <a:custGeom>
            <a:avLst/>
            <a:gdLst/>
            <a:ahLst/>
            <a:cxnLst/>
            <a:rect l="l" t="t" r="r" b="b"/>
            <a:pathLst>
              <a:path w="1834" h="1580" extrusionOk="0">
                <a:moveTo>
                  <a:pt x="1100" y="0"/>
                </a:moveTo>
                <a:cubicBezTo>
                  <a:pt x="367" y="0"/>
                  <a:pt x="0" y="917"/>
                  <a:pt x="459" y="1375"/>
                </a:cubicBezTo>
                <a:cubicBezTo>
                  <a:pt x="629" y="1517"/>
                  <a:pt x="826" y="1580"/>
                  <a:pt x="1016" y="1580"/>
                </a:cubicBezTo>
                <a:cubicBezTo>
                  <a:pt x="1441" y="1580"/>
                  <a:pt x="1834" y="1268"/>
                  <a:pt x="1834" y="825"/>
                </a:cubicBezTo>
                <a:cubicBezTo>
                  <a:pt x="1834" y="367"/>
                  <a:pt x="1467" y="0"/>
                  <a:pt x="11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9"/>
          <p:cNvSpPr/>
          <p:nvPr/>
        </p:nvSpPr>
        <p:spPr>
          <a:xfrm>
            <a:off x="4400515" y="3392543"/>
            <a:ext cx="27427" cy="23629"/>
          </a:xfrm>
          <a:custGeom>
            <a:avLst/>
            <a:gdLst/>
            <a:ahLst/>
            <a:cxnLst/>
            <a:rect l="l" t="t" r="r" b="b"/>
            <a:pathLst>
              <a:path w="1834" h="1580" extrusionOk="0">
                <a:moveTo>
                  <a:pt x="1009" y="0"/>
                </a:moveTo>
                <a:cubicBezTo>
                  <a:pt x="367" y="0"/>
                  <a:pt x="0" y="917"/>
                  <a:pt x="459" y="1375"/>
                </a:cubicBezTo>
                <a:cubicBezTo>
                  <a:pt x="629" y="1517"/>
                  <a:pt x="826" y="1580"/>
                  <a:pt x="1016" y="1580"/>
                </a:cubicBezTo>
                <a:cubicBezTo>
                  <a:pt x="1441" y="1580"/>
                  <a:pt x="1834" y="1268"/>
                  <a:pt x="1834" y="825"/>
                </a:cubicBezTo>
                <a:cubicBezTo>
                  <a:pt x="1834" y="367"/>
                  <a:pt x="1467" y="0"/>
                  <a:pt x="10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9"/>
          <p:cNvSpPr/>
          <p:nvPr/>
        </p:nvSpPr>
        <p:spPr>
          <a:xfrm>
            <a:off x="3332492" y="3435030"/>
            <a:ext cx="1126979" cy="46630"/>
          </a:xfrm>
          <a:custGeom>
            <a:avLst/>
            <a:gdLst/>
            <a:ahLst/>
            <a:cxnLst/>
            <a:rect l="l" t="t" r="r" b="b"/>
            <a:pathLst>
              <a:path w="75358" h="3118" extrusionOk="0">
                <a:moveTo>
                  <a:pt x="1" y="1"/>
                </a:moveTo>
                <a:lnTo>
                  <a:pt x="1" y="3118"/>
                </a:lnTo>
                <a:lnTo>
                  <a:pt x="75357" y="3118"/>
                </a:lnTo>
                <a:lnTo>
                  <a:pt x="753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9"/>
          <p:cNvSpPr/>
          <p:nvPr/>
        </p:nvSpPr>
        <p:spPr>
          <a:xfrm>
            <a:off x="4248332" y="3435030"/>
            <a:ext cx="211150" cy="46630"/>
          </a:xfrm>
          <a:custGeom>
            <a:avLst/>
            <a:gdLst/>
            <a:ahLst/>
            <a:cxnLst/>
            <a:rect l="l" t="t" r="r" b="b"/>
            <a:pathLst>
              <a:path w="14119" h="3118" extrusionOk="0">
                <a:moveTo>
                  <a:pt x="0" y="1"/>
                </a:moveTo>
                <a:lnTo>
                  <a:pt x="0" y="3118"/>
                </a:lnTo>
                <a:lnTo>
                  <a:pt x="14118" y="3118"/>
                </a:lnTo>
                <a:lnTo>
                  <a:pt x="1411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9"/>
          <p:cNvSpPr/>
          <p:nvPr/>
        </p:nvSpPr>
        <p:spPr>
          <a:xfrm>
            <a:off x="4090659" y="3435030"/>
            <a:ext cx="157686" cy="46630"/>
          </a:xfrm>
          <a:custGeom>
            <a:avLst/>
            <a:gdLst/>
            <a:ahLst/>
            <a:cxnLst/>
            <a:rect l="l" t="t" r="r" b="b"/>
            <a:pathLst>
              <a:path w="10544" h="3118" extrusionOk="0">
                <a:moveTo>
                  <a:pt x="1" y="1"/>
                </a:moveTo>
                <a:lnTo>
                  <a:pt x="1" y="3118"/>
                </a:lnTo>
                <a:lnTo>
                  <a:pt x="10543" y="3118"/>
                </a:lnTo>
                <a:lnTo>
                  <a:pt x="105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9"/>
          <p:cNvSpPr/>
          <p:nvPr/>
        </p:nvSpPr>
        <p:spPr>
          <a:xfrm>
            <a:off x="3938475" y="3521411"/>
            <a:ext cx="485350" cy="122033"/>
          </a:xfrm>
          <a:custGeom>
            <a:avLst/>
            <a:gdLst/>
            <a:ahLst/>
            <a:cxnLst/>
            <a:rect l="l" t="t" r="r" b="b"/>
            <a:pathLst>
              <a:path w="32454" h="8160" extrusionOk="0">
                <a:moveTo>
                  <a:pt x="1" y="0"/>
                </a:moveTo>
                <a:lnTo>
                  <a:pt x="1" y="8159"/>
                </a:lnTo>
                <a:lnTo>
                  <a:pt x="32454" y="8159"/>
                </a:lnTo>
                <a:lnTo>
                  <a:pt x="324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9"/>
          <p:cNvSpPr/>
          <p:nvPr/>
        </p:nvSpPr>
        <p:spPr>
          <a:xfrm>
            <a:off x="3938475" y="3677707"/>
            <a:ext cx="371557" cy="26067"/>
          </a:xfrm>
          <a:custGeom>
            <a:avLst/>
            <a:gdLst/>
            <a:ahLst/>
            <a:cxnLst/>
            <a:rect l="l" t="t" r="r" b="b"/>
            <a:pathLst>
              <a:path w="24845" h="1743" extrusionOk="0">
                <a:moveTo>
                  <a:pt x="1" y="0"/>
                </a:moveTo>
                <a:lnTo>
                  <a:pt x="1" y="1742"/>
                </a:lnTo>
                <a:lnTo>
                  <a:pt x="24845" y="1742"/>
                </a:lnTo>
                <a:lnTo>
                  <a:pt x="248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9"/>
          <p:cNvSpPr/>
          <p:nvPr/>
        </p:nvSpPr>
        <p:spPr>
          <a:xfrm>
            <a:off x="3938475" y="3733908"/>
            <a:ext cx="485350" cy="26067"/>
          </a:xfrm>
          <a:custGeom>
            <a:avLst/>
            <a:gdLst/>
            <a:ahLst/>
            <a:cxnLst/>
            <a:rect l="l" t="t" r="r" b="b"/>
            <a:pathLst>
              <a:path w="32454" h="1743" extrusionOk="0">
                <a:moveTo>
                  <a:pt x="1" y="1"/>
                </a:moveTo>
                <a:lnTo>
                  <a:pt x="1" y="1743"/>
                </a:lnTo>
                <a:lnTo>
                  <a:pt x="32454" y="1743"/>
                </a:lnTo>
                <a:lnTo>
                  <a:pt x="324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9"/>
          <p:cNvSpPr/>
          <p:nvPr/>
        </p:nvSpPr>
        <p:spPr>
          <a:xfrm>
            <a:off x="3938475" y="3790124"/>
            <a:ext cx="485350" cy="26067"/>
          </a:xfrm>
          <a:custGeom>
            <a:avLst/>
            <a:gdLst/>
            <a:ahLst/>
            <a:cxnLst/>
            <a:rect l="l" t="t" r="r" b="b"/>
            <a:pathLst>
              <a:path w="32454" h="1743" extrusionOk="0">
                <a:moveTo>
                  <a:pt x="1" y="1"/>
                </a:moveTo>
                <a:lnTo>
                  <a:pt x="1" y="1742"/>
                </a:lnTo>
                <a:lnTo>
                  <a:pt x="32454" y="1742"/>
                </a:lnTo>
                <a:lnTo>
                  <a:pt x="324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9"/>
          <p:cNvSpPr/>
          <p:nvPr/>
        </p:nvSpPr>
        <p:spPr>
          <a:xfrm>
            <a:off x="3938475" y="3847702"/>
            <a:ext cx="485350" cy="24706"/>
          </a:xfrm>
          <a:custGeom>
            <a:avLst/>
            <a:gdLst/>
            <a:ahLst/>
            <a:cxnLst/>
            <a:rect l="l" t="t" r="r" b="b"/>
            <a:pathLst>
              <a:path w="32454" h="1652" extrusionOk="0">
                <a:moveTo>
                  <a:pt x="1" y="1"/>
                </a:moveTo>
                <a:lnTo>
                  <a:pt x="1" y="1651"/>
                </a:lnTo>
                <a:lnTo>
                  <a:pt x="32454" y="1651"/>
                </a:lnTo>
                <a:lnTo>
                  <a:pt x="324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9"/>
          <p:cNvSpPr/>
          <p:nvPr/>
        </p:nvSpPr>
        <p:spPr>
          <a:xfrm>
            <a:off x="3938475" y="3903918"/>
            <a:ext cx="270102" cy="26067"/>
          </a:xfrm>
          <a:custGeom>
            <a:avLst/>
            <a:gdLst/>
            <a:ahLst/>
            <a:cxnLst/>
            <a:rect l="l" t="t" r="r" b="b"/>
            <a:pathLst>
              <a:path w="18061" h="1743" extrusionOk="0">
                <a:moveTo>
                  <a:pt x="1" y="1"/>
                </a:moveTo>
                <a:lnTo>
                  <a:pt x="1" y="1742"/>
                </a:lnTo>
                <a:lnTo>
                  <a:pt x="18061" y="1742"/>
                </a:lnTo>
                <a:lnTo>
                  <a:pt x="1806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9"/>
          <p:cNvSpPr/>
          <p:nvPr/>
        </p:nvSpPr>
        <p:spPr>
          <a:xfrm>
            <a:off x="4240106" y="3906655"/>
            <a:ext cx="47991" cy="45269"/>
          </a:xfrm>
          <a:custGeom>
            <a:avLst/>
            <a:gdLst/>
            <a:ahLst/>
            <a:cxnLst/>
            <a:rect l="l" t="t" r="r" b="b"/>
            <a:pathLst>
              <a:path w="3209" h="3027" extrusionOk="0">
                <a:moveTo>
                  <a:pt x="1650" y="1"/>
                </a:moveTo>
                <a:lnTo>
                  <a:pt x="1100" y="1009"/>
                </a:lnTo>
                <a:lnTo>
                  <a:pt x="0" y="1193"/>
                </a:lnTo>
                <a:lnTo>
                  <a:pt x="825" y="1926"/>
                </a:lnTo>
                <a:lnTo>
                  <a:pt x="642" y="3026"/>
                </a:lnTo>
                <a:lnTo>
                  <a:pt x="1650" y="2476"/>
                </a:lnTo>
                <a:lnTo>
                  <a:pt x="2659" y="3026"/>
                </a:lnTo>
                <a:lnTo>
                  <a:pt x="2475" y="1926"/>
                </a:lnTo>
                <a:lnTo>
                  <a:pt x="3209" y="1193"/>
                </a:lnTo>
                <a:lnTo>
                  <a:pt x="2109" y="1009"/>
                </a:lnTo>
                <a:lnTo>
                  <a:pt x="16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9"/>
          <p:cNvSpPr/>
          <p:nvPr/>
        </p:nvSpPr>
        <p:spPr>
          <a:xfrm>
            <a:off x="4303172" y="3906655"/>
            <a:ext cx="47991" cy="45269"/>
          </a:xfrm>
          <a:custGeom>
            <a:avLst/>
            <a:gdLst/>
            <a:ahLst/>
            <a:cxnLst/>
            <a:rect l="l" t="t" r="r" b="b"/>
            <a:pathLst>
              <a:path w="3209" h="3027" extrusionOk="0">
                <a:moveTo>
                  <a:pt x="1650" y="1"/>
                </a:moveTo>
                <a:lnTo>
                  <a:pt x="1100" y="1009"/>
                </a:lnTo>
                <a:lnTo>
                  <a:pt x="0" y="1193"/>
                </a:lnTo>
                <a:lnTo>
                  <a:pt x="825" y="1926"/>
                </a:lnTo>
                <a:lnTo>
                  <a:pt x="642" y="3026"/>
                </a:lnTo>
                <a:lnTo>
                  <a:pt x="1650" y="2476"/>
                </a:lnTo>
                <a:lnTo>
                  <a:pt x="2567" y="3026"/>
                </a:lnTo>
                <a:lnTo>
                  <a:pt x="2384" y="1926"/>
                </a:lnTo>
                <a:lnTo>
                  <a:pt x="3209" y="1193"/>
                </a:lnTo>
                <a:lnTo>
                  <a:pt x="2109" y="1009"/>
                </a:lnTo>
                <a:lnTo>
                  <a:pt x="16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9"/>
          <p:cNvSpPr/>
          <p:nvPr/>
        </p:nvSpPr>
        <p:spPr>
          <a:xfrm>
            <a:off x="4366238" y="3903905"/>
            <a:ext cx="47991" cy="45269"/>
          </a:xfrm>
          <a:custGeom>
            <a:avLst/>
            <a:gdLst/>
            <a:ahLst/>
            <a:cxnLst/>
            <a:rect l="l" t="t" r="r" b="b"/>
            <a:pathLst>
              <a:path w="3209" h="3027" extrusionOk="0">
                <a:moveTo>
                  <a:pt x="1559" y="1"/>
                </a:moveTo>
                <a:lnTo>
                  <a:pt x="1100" y="1009"/>
                </a:lnTo>
                <a:lnTo>
                  <a:pt x="0" y="1193"/>
                </a:lnTo>
                <a:lnTo>
                  <a:pt x="825" y="1926"/>
                </a:lnTo>
                <a:lnTo>
                  <a:pt x="642" y="3026"/>
                </a:lnTo>
                <a:lnTo>
                  <a:pt x="642" y="3026"/>
                </a:lnTo>
                <a:lnTo>
                  <a:pt x="1559" y="2476"/>
                </a:lnTo>
                <a:lnTo>
                  <a:pt x="2567" y="3026"/>
                </a:lnTo>
                <a:lnTo>
                  <a:pt x="2384" y="1926"/>
                </a:lnTo>
                <a:lnTo>
                  <a:pt x="3209" y="1193"/>
                </a:lnTo>
                <a:lnTo>
                  <a:pt x="2109" y="1009"/>
                </a:lnTo>
                <a:lnTo>
                  <a:pt x="15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9"/>
          <p:cNvSpPr/>
          <p:nvPr/>
        </p:nvSpPr>
        <p:spPr>
          <a:xfrm>
            <a:off x="3368145" y="3521411"/>
            <a:ext cx="182346" cy="182361"/>
          </a:xfrm>
          <a:custGeom>
            <a:avLst/>
            <a:gdLst/>
            <a:ahLst/>
            <a:cxnLst/>
            <a:rect l="l" t="t" r="r" b="b"/>
            <a:pathLst>
              <a:path w="12193" h="12194" extrusionOk="0">
                <a:moveTo>
                  <a:pt x="0" y="0"/>
                </a:moveTo>
                <a:lnTo>
                  <a:pt x="0" y="12193"/>
                </a:lnTo>
                <a:lnTo>
                  <a:pt x="12193" y="12193"/>
                </a:lnTo>
                <a:lnTo>
                  <a:pt x="121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9"/>
          <p:cNvSpPr/>
          <p:nvPr/>
        </p:nvSpPr>
        <p:spPr>
          <a:xfrm>
            <a:off x="3368145" y="3738036"/>
            <a:ext cx="182346" cy="52103"/>
          </a:xfrm>
          <a:custGeom>
            <a:avLst/>
            <a:gdLst/>
            <a:ahLst/>
            <a:cxnLst/>
            <a:rect l="l" t="t" r="r" b="b"/>
            <a:pathLst>
              <a:path w="12193" h="3484" extrusionOk="0">
                <a:moveTo>
                  <a:pt x="0" y="0"/>
                </a:moveTo>
                <a:lnTo>
                  <a:pt x="0" y="3484"/>
                </a:lnTo>
                <a:lnTo>
                  <a:pt x="12193" y="3484"/>
                </a:lnTo>
                <a:lnTo>
                  <a:pt x="121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9"/>
          <p:cNvSpPr/>
          <p:nvPr/>
        </p:nvSpPr>
        <p:spPr>
          <a:xfrm>
            <a:off x="3368145" y="3816176"/>
            <a:ext cx="182346" cy="19202"/>
          </a:xfrm>
          <a:custGeom>
            <a:avLst/>
            <a:gdLst/>
            <a:ahLst/>
            <a:cxnLst/>
            <a:rect l="l" t="t" r="r" b="b"/>
            <a:pathLst>
              <a:path w="12193" h="1284" extrusionOk="0">
                <a:moveTo>
                  <a:pt x="0" y="0"/>
                </a:moveTo>
                <a:lnTo>
                  <a:pt x="0" y="1284"/>
                </a:lnTo>
                <a:lnTo>
                  <a:pt x="12193" y="1284"/>
                </a:lnTo>
                <a:lnTo>
                  <a:pt x="121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9"/>
          <p:cNvSpPr/>
          <p:nvPr/>
        </p:nvSpPr>
        <p:spPr>
          <a:xfrm>
            <a:off x="3368145" y="3860054"/>
            <a:ext cx="182346" cy="19202"/>
          </a:xfrm>
          <a:custGeom>
            <a:avLst/>
            <a:gdLst/>
            <a:ahLst/>
            <a:cxnLst/>
            <a:rect l="l" t="t" r="r" b="b"/>
            <a:pathLst>
              <a:path w="12193" h="1284" extrusionOk="0">
                <a:moveTo>
                  <a:pt x="0" y="0"/>
                </a:moveTo>
                <a:lnTo>
                  <a:pt x="0" y="1283"/>
                </a:lnTo>
                <a:lnTo>
                  <a:pt x="12193" y="1283"/>
                </a:lnTo>
                <a:lnTo>
                  <a:pt x="121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9"/>
          <p:cNvSpPr/>
          <p:nvPr/>
        </p:nvSpPr>
        <p:spPr>
          <a:xfrm>
            <a:off x="3368145" y="3903918"/>
            <a:ext cx="182346" cy="19217"/>
          </a:xfrm>
          <a:custGeom>
            <a:avLst/>
            <a:gdLst/>
            <a:ahLst/>
            <a:cxnLst/>
            <a:rect l="l" t="t" r="r" b="b"/>
            <a:pathLst>
              <a:path w="12193" h="1285" extrusionOk="0">
                <a:moveTo>
                  <a:pt x="0" y="1"/>
                </a:moveTo>
                <a:lnTo>
                  <a:pt x="0" y="1284"/>
                </a:lnTo>
                <a:lnTo>
                  <a:pt x="12193" y="1284"/>
                </a:lnTo>
                <a:lnTo>
                  <a:pt x="121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9"/>
          <p:cNvSpPr/>
          <p:nvPr/>
        </p:nvSpPr>
        <p:spPr>
          <a:xfrm>
            <a:off x="3368145" y="3946420"/>
            <a:ext cx="182346" cy="20578"/>
          </a:xfrm>
          <a:custGeom>
            <a:avLst/>
            <a:gdLst/>
            <a:ahLst/>
            <a:cxnLst/>
            <a:rect l="l" t="t" r="r" b="b"/>
            <a:pathLst>
              <a:path w="12193" h="1376" extrusionOk="0">
                <a:moveTo>
                  <a:pt x="0" y="1"/>
                </a:moveTo>
                <a:lnTo>
                  <a:pt x="0" y="1376"/>
                </a:lnTo>
                <a:lnTo>
                  <a:pt x="12193" y="1376"/>
                </a:lnTo>
                <a:lnTo>
                  <a:pt x="121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9"/>
          <p:cNvSpPr/>
          <p:nvPr/>
        </p:nvSpPr>
        <p:spPr>
          <a:xfrm>
            <a:off x="3599846" y="3521411"/>
            <a:ext cx="296139" cy="182361"/>
          </a:xfrm>
          <a:custGeom>
            <a:avLst/>
            <a:gdLst/>
            <a:ahLst/>
            <a:cxnLst/>
            <a:rect l="l" t="t" r="r" b="b"/>
            <a:pathLst>
              <a:path w="19802" h="12194" extrusionOk="0">
                <a:moveTo>
                  <a:pt x="0" y="0"/>
                </a:moveTo>
                <a:lnTo>
                  <a:pt x="0" y="12193"/>
                </a:lnTo>
                <a:lnTo>
                  <a:pt x="19802" y="12193"/>
                </a:lnTo>
                <a:lnTo>
                  <a:pt x="19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9"/>
          <p:cNvSpPr/>
          <p:nvPr/>
        </p:nvSpPr>
        <p:spPr>
          <a:xfrm>
            <a:off x="3599846" y="3738036"/>
            <a:ext cx="296139" cy="52103"/>
          </a:xfrm>
          <a:custGeom>
            <a:avLst/>
            <a:gdLst/>
            <a:ahLst/>
            <a:cxnLst/>
            <a:rect l="l" t="t" r="r" b="b"/>
            <a:pathLst>
              <a:path w="19802" h="3484" extrusionOk="0">
                <a:moveTo>
                  <a:pt x="0" y="0"/>
                </a:moveTo>
                <a:lnTo>
                  <a:pt x="0" y="3484"/>
                </a:lnTo>
                <a:lnTo>
                  <a:pt x="19802" y="3484"/>
                </a:lnTo>
                <a:lnTo>
                  <a:pt x="19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9"/>
          <p:cNvSpPr/>
          <p:nvPr/>
        </p:nvSpPr>
        <p:spPr>
          <a:xfrm>
            <a:off x="3599846" y="3816176"/>
            <a:ext cx="296139" cy="19202"/>
          </a:xfrm>
          <a:custGeom>
            <a:avLst/>
            <a:gdLst/>
            <a:ahLst/>
            <a:cxnLst/>
            <a:rect l="l" t="t" r="r" b="b"/>
            <a:pathLst>
              <a:path w="19802" h="1284" extrusionOk="0">
                <a:moveTo>
                  <a:pt x="0" y="0"/>
                </a:moveTo>
                <a:lnTo>
                  <a:pt x="0" y="1284"/>
                </a:lnTo>
                <a:lnTo>
                  <a:pt x="19802" y="1284"/>
                </a:lnTo>
                <a:lnTo>
                  <a:pt x="19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9"/>
          <p:cNvSpPr/>
          <p:nvPr/>
        </p:nvSpPr>
        <p:spPr>
          <a:xfrm>
            <a:off x="3599846" y="3860054"/>
            <a:ext cx="296139" cy="19202"/>
          </a:xfrm>
          <a:custGeom>
            <a:avLst/>
            <a:gdLst/>
            <a:ahLst/>
            <a:cxnLst/>
            <a:rect l="l" t="t" r="r" b="b"/>
            <a:pathLst>
              <a:path w="19802" h="1284" extrusionOk="0">
                <a:moveTo>
                  <a:pt x="0" y="0"/>
                </a:moveTo>
                <a:lnTo>
                  <a:pt x="0" y="1283"/>
                </a:lnTo>
                <a:lnTo>
                  <a:pt x="19802" y="1283"/>
                </a:lnTo>
                <a:lnTo>
                  <a:pt x="19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9"/>
          <p:cNvSpPr/>
          <p:nvPr/>
        </p:nvSpPr>
        <p:spPr>
          <a:xfrm>
            <a:off x="3599846" y="3903918"/>
            <a:ext cx="296139" cy="19217"/>
          </a:xfrm>
          <a:custGeom>
            <a:avLst/>
            <a:gdLst/>
            <a:ahLst/>
            <a:cxnLst/>
            <a:rect l="l" t="t" r="r" b="b"/>
            <a:pathLst>
              <a:path w="19802" h="1285" extrusionOk="0">
                <a:moveTo>
                  <a:pt x="0" y="1"/>
                </a:moveTo>
                <a:lnTo>
                  <a:pt x="0" y="1284"/>
                </a:lnTo>
                <a:lnTo>
                  <a:pt x="19802" y="1284"/>
                </a:lnTo>
                <a:lnTo>
                  <a:pt x="198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9"/>
          <p:cNvSpPr/>
          <p:nvPr/>
        </p:nvSpPr>
        <p:spPr>
          <a:xfrm>
            <a:off x="3599846" y="3946420"/>
            <a:ext cx="182346" cy="20578"/>
          </a:xfrm>
          <a:custGeom>
            <a:avLst/>
            <a:gdLst/>
            <a:ahLst/>
            <a:cxnLst/>
            <a:rect l="l" t="t" r="r" b="b"/>
            <a:pathLst>
              <a:path w="12193" h="1376" extrusionOk="0">
                <a:moveTo>
                  <a:pt x="0" y="1"/>
                </a:moveTo>
                <a:lnTo>
                  <a:pt x="0" y="1376"/>
                </a:lnTo>
                <a:lnTo>
                  <a:pt x="12193" y="1376"/>
                </a:lnTo>
                <a:lnTo>
                  <a:pt x="121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9"/>
          <p:cNvSpPr txBox="1">
            <a:spLocks noGrp="1"/>
          </p:cNvSpPr>
          <p:nvPr>
            <p:ph type="ctrTitle"/>
          </p:nvPr>
        </p:nvSpPr>
        <p:spPr>
          <a:xfrm>
            <a:off x="5393881" y="2071888"/>
            <a:ext cx="2076000" cy="19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rgbClr val="0E2A47"/>
                </a:solidFill>
              </a:rPr>
              <a:t>BRANDING</a:t>
            </a:r>
            <a:endParaRPr>
              <a:solidFill>
                <a:srgbClr val="0E2A47"/>
              </a:solidFill>
            </a:endParaRPr>
          </a:p>
        </p:txBody>
      </p:sp>
      <p:sp>
        <p:nvSpPr>
          <p:cNvPr id="557" name="Google Shape;557;p29"/>
          <p:cNvSpPr txBox="1">
            <a:spLocks noGrp="1"/>
          </p:cNvSpPr>
          <p:nvPr>
            <p:ph type="ctrTitle" idx="2"/>
          </p:nvPr>
        </p:nvSpPr>
        <p:spPr>
          <a:xfrm>
            <a:off x="5393881" y="3474575"/>
            <a:ext cx="2076000" cy="19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rgbClr val="0E2A47"/>
                </a:solidFill>
              </a:rPr>
              <a:t>ADAPTABILITY</a:t>
            </a:r>
            <a:endParaRPr>
              <a:solidFill>
                <a:srgbClr val="0E2A47"/>
              </a:solidFill>
            </a:endParaRPr>
          </a:p>
        </p:txBody>
      </p:sp>
      <p:sp>
        <p:nvSpPr>
          <p:cNvPr id="558" name="Google Shape;558;p29"/>
          <p:cNvSpPr txBox="1">
            <a:spLocks noGrp="1"/>
          </p:cNvSpPr>
          <p:nvPr>
            <p:ph type="ctrTitle" idx="3"/>
          </p:nvPr>
        </p:nvSpPr>
        <p:spPr>
          <a:xfrm>
            <a:off x="5393881" y="2773231"/>
            <a:ext cx="2076000" cy="196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rgbClr val="0E2A47"/>
                </a:solidFill>
              </a:rPr>
              <a:t>POSITIONING</a:t>
            </a:r>
            <a:endParaRPr>
              <a:solidFill>
                <a:srgbClr val="0E2A4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31" title="Chart">
            <a:hlinkClick r:id="rId3"/>
          </p:cNvPr>
          <p:cNvPicPr preferRelativeResize="0"/>
          <p:nvPr/>
        </p:nvPicPr>
        <p:blipFill>
          <a:blip r:embed="rId4">
            <a:alphaModFix/>
          </a:blip>
          <a:stretch>
            <a:fillRect/>
          </a:stretch>
        </p:blipFill>
        <p:spPr>
          <a:xfrm>
            <a:off x="2880249" y="1841700"/>
            <a:ext cx="3383505" cy="2092125"/>
          </a:xfrm>
          <a:prstGeom prst="rect">
            <a:avLst/>
          </a:prstGeom>
          <a:noFill/>
          <a:ln>
            <a:noFill/>
          </a:ln>
        </p:spPr>
      </p:pic>
      <p:sp>
        <p:nvSpPr>
          <p:cNvPr id="606" name="Google Shape;606;p31"/>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BUDGET</a:t>
            </a:r>
            <a:endParaRPr/>
          </a:p>
        </p:txBody>
      </p:sp>
      <p:sp>
        <p:nvSpPr>
          <p:cNvPr id="607" name="Google Shape;607;p31"/>
          <p:cNvSpPr txBox="1">
            <a:spLocks noGrp="1"/>
          </p:cNvSpPr>
          <p:nvPr>
            <p:ph type="title" idx="4294967295"/>
          </p:nvPr>
        </p:nvSpPr>
        <p:spPr>
          <a:xfrm>
            <a:off x="1053750" y="1547550"/>
            <a:ext cx="1176900" cy="60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a:t>40%</a:t>
            </a:r>
            <a:endParaRPr/>
          </a:p>
        </p:txBody>
      </p:sp>
      <p:sp>
        <p:nvSpPr>
          <p:cNvPr id="608" name="Google Shape;608;p31"/>
          <p:cNvSpPr txBox="1">
            <a:spLocks noGrp="1"/>
          </p:cNvSpPr>
          <p:nvPr>
            <p:ph type="title" idx="4294967295"/>
          </p:nvPr>
        </p:nvSpPr>
        <p:spPr>
          <a:xfrm>
            <a:off x="1053750" y="3079638"/>
            <a:ext cx="1176900" cy="60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a:t>10%</a:t>
            </a:r>
            <a:endParaRPr/>
          </a:p>
        </p:txBody>
      </p:sp>
      <p:sp>
        <p:nvSpPr>
          <p:cNvPr id="609" name="Google Shape;609;p31"/>
          <p:cNvSpPr txBox="1">
            <a:spLocks noGrp="1"/>
          </p:cNvSpPr>
          <p:nvPr>
            <p:ph type="ctrTitle" idx="4294967295"/>
          </p:nvPr>
        </p:nvSpPr>
        <p:spPr>
          <a:xfrm>
            <a:off x="154650" y="3591100"/>
            <a:ext cx="2076000" cy="196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sz="1200">
                <a:solidFill>
                  <a:schemeClr val="accent1"/>
                </a:solidFill>
              </a:rPr>
              <a:t>DATABASE</a:t>
            </a:r>
            <a:endParaRPr sz="1200">
              <a:solidFill>
                <a:schemeClr val="accent1"/>
              </a:solidFill>
            </a:endParaRPr>
          </a:p>
        </p:txBody>
      </p:sp>
      <p:sp>
        <p:nvSpPr>
          <p:cNvPr id="610" name="Google Shape;610;p31"/>
          <p:cNvSpPr txBox="1">
            <a:spLocks noGrp="1"/>
          </p:cNvSpPr>
          <p:nvPr>
            <p:ph type="title" idx="4294967295"/>
          </p:nvPr>
        </p:nvSpPr>
        <p:spPr>
          <a:xfrm>
            <a:off x="6824075" y="1547550"/>
            <a:ext cx="11769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20%</a:t>
            </a:r>
            <a:endParaRPr/>
          </a:p>
        </p:txBody>
      </p:sp>
      <p:sp>
        <p:nvSpPr>
          <p:cNvPr id="611" name="Google Shape;611;p31"/>
          <p:cNvSpPr txBox="1">
            <a:spLocks noGrp="1"/>
          </p:cNvSpPr>
          <p:nvPr>
            <p:ph type="ctrTitle" idx="4294967295"/>
          </p:nvPr>
        </p:nvSpPr>
        <p:spPr>
          <a:xfrm>
            <a:off x="6824075" y="2059013"/>
            <a:ext cx="2076000"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solidFill>
                  <a:schemeClr val="accent1"/>
                </a:solidFill>
              </a:rPr>
              <a:t>PROGRAMMING</a:t>
            </a:r>
            <a:endParaRPr sz="1200">
              <a:solidFill>
                <a:schemeClr val="accent1"/>
              </a:solidFill>
            </a:endParaRPr>
          </a:p>
        </p:txBody>
      </p:sp>
      <p:sp>
        <p:nvSpPr>
          <p:cNvPr id="612" name="Google Shape;612;p31"/>
          <p:cNvSpPr txBox="1">
            <a:spLocks noGrp="1"/>
          </p:cNvSpPr>
          <p:nvPr>
            <p:ph type="title" idx="4294967295"/>
          </p:nvPr>
        </p:nvSpPr>
        <p:spPr>
          <a:xfrm>
            <a:off x="6824075" y="3079638"/>
            <a:ext cx="11769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30%</a:t>
            </a:r>
            <a:endParaRPr/>
          </a:p>
        </p:txBody>
      </p:sp>
      <p:sp>
        <p:nvSpPr>
          <p:cNvPr id="613" name="Google Shape;613;p31"/>
          <p:cNvSpPr txBox="1">
            <a:spLocks noGrp="1"/>
          </p:cNvSpPr>
          <p:nvPr>
            <p:ph type="ctrTitle" idx="4294967295"/>
          </p:nvPr>
        </p:nvSpPr>
        <p:spPr>
          <a:xfrm>
            <a:off x="6824075" y="3591100"/>
            <a:ext cx="2076000"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solidFill>
                  <a:schemeClr val="accent1"/>
                </a:solidFill>
              </a:rPr>
              <a:t>WEB DESIGN</a:t>
            </a:r>
            <a:endParaRPr sz="1200">
              <a:solidFill>
                <a:schemeClr val="accent1"/>
              </a:solidFill>
            </a:endParaRPr>
          </a:p>
        </p:txBody>
      </p:sp>
      <p:cxnSp>
        <p:nvCxnSpPr>
          <p:cNvPr id="614" name="Google Shape;614;p31"/>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
        <p:nvSpPr>
          <p:cNvPr id="615" name="Google Shape;615;p31"/>
          <p:cNvSpPr txBox="1"/>
          <p:nvPr/>
        </p:nvSpPr>
        <p:spPr>
          <a:xfrm>
            <a:off x="811050" y="2059025"/>
            <a:ext cx="1419600" cy="8358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200">
                <a:solidFill>
                  <a:schemeClr val="accent1"/>
                </a:solidFill>
                <a:latin typeface="Roboto Black"/>
                <a:ea typeface="Roboto Black"/>
                <a:cs typeface="Roboto Black"/>
                <a:sym typeface="Roboto Black"/>
              </a:rPr>
              <a:t>UX RESEARCH</a:t>
            </a:r>
            <a:endParaRPr sz="1200">
              <a:solidFill>
                <a:schemeClr val="accent1"/>
              </a:solidFill>
              <a:latin typeface="Roboto Black"/>
              <a:ea typeface="Roboto Black"/>
              <a:cs typeface="Roboto Black"/>
              <a:sym typeface="Roboto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52643"/>
            </a:gs>
            <a:gs pos="100000">
              <a:srgbClr val="041523"/>
            </a:gs>
          </a:gsLst>
          <a:path path="circle">
            <a:fillToRect l="50000" t="50000" r="50000" b="50000"/>
          </a:path>
          <a:tileRect/>
        </a:gradFill>
        <a:effectLst/>
      </p:bgPr>
    </p:bg>
    <p:spTree>
      <p:nvGrpSpPr>
        <p:cNvPr id="1" name="Shape 651"/>
        <p:cNvGrpSpPr/>
        <p:nvPr/>
      </p:nvGrpSpPr>
      <p:grpSpPr>
        <a:xfrm>
          <a:off x="0" y="0"/>
          <a:ext cx="0" cy="0"/>
          <a:chOff x="0" y="0"/>
          <a:chExt cx="0" cy="0"/>
        </a:xfrm>
      </p:grpSpPr>
      <p:pic>
        <p:nvPicPr>
          <p:cNvPr id="652" name="Google Shape;652;p33" title="Chart">
            <a:hlinkClick r:id="rId3"/>
          </p:cNvPr>
          <p:cNvPicPr preferRelativeResize="0"/>
          <p:nvPr/>
        </p:nvPicPr>
        <p:blipFill rotWithShape="1">
          <a:blip r:embed="rId4">
            <a:alphaModFix/>
          </a:blip>
          <a:srcRect b="13808"/>
          <a:stretch/>
        </p:blipFill>
        <p:spPr>
          <a:xfrm>
            <a:off x="1410500" y="2271125"/>
            <a:ext cx="3769999" cy="2009225"/>
          </a:xfrm>
          <a:prstGeom prst="rect">
            <a:avLst/>
          </a:prstGeom>
          <a:noFill/>
          <a:ln>
            <a:noFill/>
          </a:ln>
        </p:spPr>
      </p:pic>
      <p:sp>
        <p:nvSpPr>
          <p:cNvPr id="653" name="Google Shape;653;p33"/>
          <p:cNvSpPr txBox="1">
            <a:spLocks noGrp="1"/>
          </p:cNvSpPr>
          <p:nvPr>
            <p:ph type="ctrTitle" idx="7"/>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PREDICTED RESULTS</a:t>
            </a:r>
            <a:endParaRPr/>
          </a:p>
        </p:txBody>
      </p:sp>
      <p:sp>
        <p:nvSpPr>
          <p:cNvPr id="654" name="Google Shape;654;p33"/>
          <p:cNvSpPr txBox="1">
            <a:spLocks noGrp="1"/>
          </p:cNvSpPr>
          <p:nvPr>
            <p:ph type="ctrTitle"/>
          </p:nvPr>
        </p:nvSpPr>
        <p:spPr>
          <a:xfrm>
            <a:off x="5842956" y="2706688"/>
            <a:ext cx="2076000" cy="1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MONTHLY VISITS</a:t>
            </a:r>
            <a:endParaRPr/>
          </a:p>
        </p:txBody>
      </p:sp>
      <p:sp>
        <p:nvSpPr>
          <p:cNvPr id="655" name="Google Shape;655;p33"/>
          <p:cNvSpPr txBox="1">
            <a:spLocks noGrp="1"/>
          </p:cNvSpPr>
          <p:nvPr>
            <p:ph type="ctrTitle" idx="2"/>
          </p:nvPr>
        </p:nvSpPr>
        <p:spPr>
          <a:xfrm>
            <a:off x="5842956" y="4171313"/>
            <a:ext cx="2076000" cy="1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ANNUAL ORDERS</a:t>
            </a:r>
            <a:endParaRPr/>
          </a:p>
        </p:txBody>
      </p:sp>
      <p:sp>
        <p:nvSpPr>
          <p:cNvPr id="656" name="Google Shape;656;p33"/>
          <p:cNvSpPr txBox="1">
            <a:spLocks noGrp="1"/>
          </p:cNvSpPr>
          <p:nvPr>
            <p:ph type="ctrTitle" idx="3"/>
          </p:nvPr>
        </p:nvSpPr>
        <p:spPr>
          <a:xfrm>
            <a:off x="5842956" y="3418613"/>
            <a:ext cx="2076000" cy="1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CONVERSION RATE</a:t>
            </a:r>
            <a:endParaRPr/>
          </a:p>
        </p:txBody>
      </p:sp>
      <p:sp>
        <p:nvSpPr>
          <p:cNvPr id="657" name="Google Shape;657;p33"/>
          <p:cNvSpPr txBox="1">
            <a:spLocks noGrp="1"/>
          </p:cNvSpPr>
          <p:nvPr>
            <p:ph type="title" idx="4"/>
          </p:nvPr>
        </p:nvSpPr>
        <p:spPr>
          <a:xfrm>
            <a:off x="5842956" y="2158950"/>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+20%</a:t>
            </a:r>
            <a:endParaRPr>
              <a:solidFill>
                <a:schemeClr val="accent1"/>
              </a:solidFill>
            </a:endParaRPr>
          </a:p>
        </p:txBody>
      </p:sp>
      <p:sp>
        <p:nvSpPr>
          <p:cNvPr id="658" name="Google Shape;658;p33"/>
          <p:cNvSpPr txBox="1">
            <a:spLocks noGrp="1"/>
          </p:cNvSpPr>
          <p:nvPr>
            <p:ph type="title" idx="5"/>
          </p:nvPr>
        </p:nvSpPr>
        <p:spPr>
          <a:xfrm>
            <a:off x="5842956" y="2899500"/>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+33%</a:t>
            </a:r>
            <a:endParaRPr>
              <a:solidFill>
                <a:schemeClr val="accent1"/>
              </a:solidFill>
            </a:endParaRPr>
          </a:p>
        </p:txBody>
      </p:sp>
      <p:sp>
        <p:nvSpPr>
          <p:cNvPr id="659" name="Google Shape;659;p33"/>
          <p:cNvSpPr txBox="1">
            <a:spLocks noGrp="1"/>
          </p:cNvSpPr>
          <p:nvPr>
            <p:ph type="title" idx="6"/>
          </p:nvPr>
        </p:nvSpPr>
        <p:spPr>
          <a:xfrm>
            <a:off x="5842956" y="3629325"/>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+40%</a:t>
            </a:r>
            <a:endParaRPr>
              <a:solidFill>
                <a:schemeClr val="accent1"/>
              </a:solidFill>
            </a:endParaRPr>
          </a:p>
        </p:txBody>
      </p:sp>
      <p:sp>
        <p:nvSpPr>
          <p:cNvPr id="660" name="Google Shape;660;p33"/>
          <p:cNvSpPr txBox="1">
            <a:spLocks noGrp="1"/>
          </p:cNvSpPr>
          <p:nvPr>
            <p:ph type="ctrTitle" idx="3"/>
          </p:nvPr>
        </p:nvSpPr>
        <p:spPr>
          <a:xfrm>
            <a:off x="1881923" y="1843717"/>
            <a:ext cx="2901600" cy="267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chemeClr val="accent1"/>
                </a:solidFill>
              </a:rPr>
              <a:t>CONVERSIONS NEXT YEAR</a:t>
            </a:r>
            <a:endParaRPr>
              <a:solidFill>
                <a:schemeClr val="accent1"/>
              </a:solidFill>
            </a:endParaRPr>
          </a:p>
        </p:txBody>
      </p:sp>
      <p:cxnSp>
        <p:nvCxnSpPr>
          <p:cNvPr id="661" name="Google Shape;661;p33"/>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34"/>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SNEAK PEEK</a:t>
            </a:r>
            <a:endParaRPr/>
          </a:p>
        </p:txBody>
      </p:sp>
      <p:sp>
        <p:nvSpPr>
          <p:cNvPr id="667" name="Google Shape;667;p34"/>
          <p:cNvSpPr/>
          <p:nvPr/>
        </p:nvSpPr>
        <p:spPr>
          <a:xfrm>
            <a:off x="2483399" y="1412873"/>
            <a:ext cx="4173650" cy="3483508"/>
          </a:xfrm>
          <a:custGeom>
            <a:avLst/>
            <a:gdLst/>
            <a:ahLst/>
            <a:cxnLst/>
            <a:rect l="l" t="t" r="r" b="b"/>
            <a:pathLst>
              <a:path w="209468" h="174831" extrusionOk="0">
                <a:moveTo>
                  <a:pt x="198077" y="11364"/>
                </a:moveTo>
                <a:lnTo>
                  <a:pt x="198105" y="12377"/>
                </a:lnTo>
                <a:lnTo>
                  <a:pt x="198105" y="134115"/>
                </a:lnTo>
                <a:cubicBezTo>
                  <a:pt x="198105" y="134854"/>
                  <a:pt x="197803" y="135155"/>
                  <a:pt x="197064" y="135155"/>
                </a:cubicBezTo>
                <a:lnTo>
                  <a:pt x="12294" y="135155"/>
                </a:lnTo>
                <a:cubicBezTo>
                  <a:pt x="11555" y="135155"/>
                  <a:pt x="11254" y="134854"/>
                  <a:pt x="11254" y="134115"/>
                </a:cubicBezTo>
                <a:lnTo>
                  <a:pt x="11254" y="12377"/>
                </a:lnTo>
                <a:lnTo>
                  <a:pt x="11254" y="11364"/>
                </a:lnTo>
                <a:close/>
                <a:moveTo>
                  <a:pt x="11254" y="0"/>
                </a:moveTo>
                <a:lnTo>
                  <a:pt x="11254" y="302"/>
                </a:lnTo>
                <a:cubicBezTo>
                  <a:pt x="5230" y="712"/>
                  <a:pt x="712" y="5531"/>
                  <a:pt x="0" y="11364"/>
                </a:cubicBezTo>
                <a:lnTo>
                  <a:pt x="0" y="12377"/>
                </a:lnTo>
                <a:lnTo>
                  <a:pt x="0" y="134115"/>
                </a:lnTo>
                <a:cubicBezTo>
                  <a:pt x="0" y="136497"/>
                  <a:pt x="630" y="138468"/>
                  <a:pt x="1643" y="140248"/>
                </a:cubicBezTo>
                <a:cubicBezTo>
                  <a:pt x="3998" y="144383"/>
                  <a:pt x="7503" y="146518"/>
                  <a:pt x="12294" y="146518"/>
                </a:cubicBezTo>
                <a:lnTo>
                  <a:pt x="79707" y="146518"/>
                </a:lnTo>
                <a:lnTo>
                  <a:pt x="79707" y="163522"/>
                </a:lnTo>
                <a:lnTo>
                  <a:pt x="66920" y="163522"/>
                </a:lnTo>
                <a:cubicBezTo>
                  <a:pt x="63744" y="163522"/>
                  <a:pt x="61280" y="165987"/>
                  <a:pt x="61280" y="169163"/>
                </a:cubicBezTo>
                <a:cubicBezTo>
                  <a:pt x="61280" y="172339"/>
                  <a:pt x="63744" y="174831"/>
                  <a:pt x="66920" y="174831"/>
                </a:cubicBezTo>
                <a:lnTo>
                  <a:pt x="142466" y="174831"/>
                </a:lnTo>
                <a:cubicBezTo>
                  <a:pt x="145642" y="174831"/>
                  <a:pt x="148216" y="172339"/>
                  <a:pt x="148216" y="169163"/>
                </a:cubicBezTo>
                <a:cubicBezTo>
                  <a:pt x="148216" y="165987"/>
                  <a:pt x="145642" y="163522"/>
                  <a:pt x="142466" y="163522"/>
                </a:cubicBezTo>
                <a:lnTo>
                  <a:pt x="129651" y="163522"/>
                </a:lnTo>
                <a:lnTo>
                  <a:pt x="129651" y="146518"/>
                </a:lnTo>
                <a:lnTo>
                  <a:pt x="197064" y="146518"/>
                </a:lnTo>
                <a:cubicBezTo>
                  <a:pt x="201911" y="146518"/>
                  <a:pt x="205388" y="144437"/>
                  <a:pt x="207715" y="140248"/>
                </a:cubicBezTo>
                <a:cubicBezTo>
                  <a:pt x="208783" y="138359"/>
                  <a:pt x="209468" y="136360"/>
                  <a:pt x="209468" y="134115"/>
                </a:cubicBezTo>
                <a:lnTo>
                  <a:pt x="209468" y="12377"/>
                </a:lnTo>
                <a:lnTo>
                  <a:pt x="209468" y="11364"/>
                </a:lnTo>
                <a:cubicBezTo>
                  <a:pt x="208756" y="5531"/>
                  <a:pt x="203909" y="712"/>
                  <a:pt x="198105" y="302"/>
                </a:cubicBezTo>
                <a:lnTo>
                  <a:pt x="198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4"/>
          <p:cNvSpPr/>
          <p:nvPr/>
        </p:nvSpPr>
        <p:spPr>
          <a:xfrm>
            <a:off x="2781850" y="1698625"/>
            <a:ext cx="3571800" cy="876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4"/>
          <p:cNvSpPr/>
          <p:nvPr/>
        </p:nvSpPr>
        <p:spPr>
          <a:xfrm>
            <a:off x="2786100" y="2671025"/>
            <a:ext cx="919800" cy="876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4"/>
          <p:cNvSpPr/>
          <p:nvPr/>
        </p:nvSpPr>
        <p:spPr>
          <a:xfrm>
            <a:off x="3795875" y="2671025"/>
            <a:ext cx="2557800" cy="876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1" name="Google Shape;671;p34"/>
          <p:cNvGrpSpPr/>
          <p:nvPr/>
        </p:nvGrpSpPr>
        <p:grpSpPr>
          <a:xfrm>
            <a:off x="2786120" y="3643425"/>
            <a:ext cx="3567611" cy="379200"/>
            <a:chOff x="1071175" y="3688175"/>
            <a:chExt cx="3257200" cy="379200"/>
          </a:xfrm>
        </p:grpSpPr>
        <p:sp>
          <p:nvSpPr>
            <p:cNvPr id="672" name="Google Shape;672;p34"/>
            <p:cNvSpPr/>
            <p:nvPr/>
          </p:nvSpPr>
          <p:spPr>
            <a:xfrm>
              <a:off x="1071175"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4"/>
            <p:cNvSpPr/>
            <p:nvPr/>
          </p:nvSpPr>
          <p:spPr>
            <a:xfrm>
              <a:off x="1547425"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4"/>
            <p:cNvSpPr/>
            <p:nvPr/>
          </p:nvSpPr>
          <p:spPr>
            <a:xfrm>
              <a:off x="2023675"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4"/>
            <p:cNvSpPr/>
            <p:nvPr/>
          </p:nvSpPr>
          <p:spPr>
            <a:xfrm>
              <a:off x="2499925"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4"/>
            <p:cNvSpPr/>
            <p:nvPr/>
          </p:nvSpPr>
          <p:spPr>
            <a:xfrm>
              <a:off x="2976175"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4"/>
            <p:cNvSpPr/>
            <p:nvPr/>
          </p:nvSpPr>
          <p:spPr>
            <a:xfrm>
              <a:off x="3446838"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4"/>
            <p:cNvSpPr/>
            <p:nvPr/>
          </p:nvSpPr>
          <p:spPr>
            <a:xfrm>
              <a:off x="3923075" y="3688175"/>
              <a:ext cx="405300" cy="379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79" name="Google Shape;679;p34"/>
          <p:cNvCxnSpPr/>
          <p:nvPr/>
        </p:nvCxnSpPr>
        <p:spPr>
          <a:xfrm>
            <a:off x="2800900" y="1717675"/>
            <a:ext cx="3552900" cy="838200"/>
          </a:xfrm>
          <a:prstGeom prst="straightConnector1">
            <a:avLst/>
          </a:prstGeom>
          <a:noFill/>
          <a:ln w="9525" cap="flat" cmpd="sng">
            <a:solidFill>
              <a:schemeClr val="accent1"/>
            </a:solidFill>
            <a:prstDash val="solid"/>
            <a:round/>
            <a:headEnd type="none" w="med" len="med"/>
            <a:tailEnd type="none" w="med" len="med"/>
          </a:ln>
        </p:spPr>
      </p:cxnSp>
      <p:cxnSp>
        <p:nvCxnSpPr>
          <p:cNvPr id="680" name="Google Shape;680;p34"/>
          <p:cNvCxnSpPr/>
          <p:nvPr/>
        </p:nvCxnSpPr>
        <p:spPr>
          <a:xfrm rot="10800000" flipH="1">
            <a:off x="2810425" y="1703725"/>
            <a:ext cx="3536400" cy="871200"/>
          </a:xfrm>
          <a:prstGeom prst="straightConnector1">
            <a:avLst/>
          </a:prstGeom>
          <a:noFill/>
          <a:ln w="9525" cap="flat" cmpd="sng">
            <a:solidFill>
              <a:schemeClr val="accent1"/>
            </a:solidFill>
            <a:prstDash val="solid"/>
            <a:round/>
            <a:headEnd type="none" w="med" len="med"/>
            <a:tailEnd type="none" w="med" len="med"/>
          </a:ln>
        </p:spPr>
      </p:cxnSp>
      <p:cxnSp>
        <p:nvCxnSpPr>
          <p:cNvPr id="681" name="Google Shape;681;p34"/>
          <p:cNvCxnSpPr/>
          <p:nvPr/>
        </p:nvCxnSpPr>
        <p:spPr>
          <a:xfrm>
            <a:off x="2788800" y="2822575"/>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2" name="Google Shape;682;p34"/>
          <p:cNvCxnSpPr/>
          <p:nvPr/>
        </p:nvCxnSpPr>
        <p:spPr>
          <a:xfrm>
            <a:off x="2788800" y="2927350"/>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3" name="Google Shape;683;p34"/>
          <p:cNvCxnSpPr/>
          <p:nvPr/>
        </p:nvCxnSpPr>
        <p:spPr>
          <a:xfrm>
            <a:off x="2788800" y="3027375"/>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4" name="Google Shape;684;p34"/>
          <p:cNvCxnSpPr/>
          <p:nvPr/>
        </p:nvCxnSpPr>
        <p:spPr>
          <a:xfrm>
            <a:off x="2788800" y="3109175"/>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5" name="Google Shape;685;p34"/>
          <p:cNvCxnSpPr/>
          <p:nvPr/>
        </p:nvCxnSpPr>
        <p:spPr>
          <a:xfrm>
            <a:off x="2788800" y="3194900"/>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6" name="Google Shape;686;p34"/>
          <p:cNvCxnSpPr/>
          <p:nvPr/>
        </p:nvCxnSpPr>
        <p:spPr>
          <a:xfrm>
            <a:off x="2788800" y="3275850"/>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7" name="Google Shape;687;p34"/>
          <p:cNvCxnSpPr/>
          <p:nvPr/>
        </p:nvCxnSpPr>
        <p:spPr>
          <a:xfrm>
            <a:off x="2788800" y="3347300"/>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8" name="Google Shape;688;p34"/>
          <p:cNvCxnSpPr/>
          <p:nvPr/>
        </p:nvCxnSpPr>
        <p:spPr>
          <a:xfrm>
            <a:off x="2788800" y="3428125"/>
            <a:ext cx="914400" cy="0"/>
          </a:xfrm>
          <a:prstGeom prst="straightConnector1">
            <a:avLst/>
          </a:prstGeom>
          <a:noFill/>
          <a:ln w="9525" cap="flat" cmpd="sng">
            <a:solidFill>
              <a:schemeClr val="accent1"/>
            </a:solidFill>
            <a:prstDash val="solid"/>
            <a:round/>
            <a:headEnd type="none" w="med" len="med"/>
            <a:tailEnd type="none" w="med" len="med"/>
          </a:ln>
        </p:spPr>
      </p:cxnSp>
      <p:cxnSp>
        <p:nvCxnSpPr>
          <p:cNvPr id="689" name="Google Shape;689;p34"/>
          <p:cNvCxnSpPr/>
          <p:nvPr/>
        </p:nvCxnSpPr>
        <p:spPr>
          <a:xfrm>
            <a:off x="2781850" y="2745525"/>
            <a:ext cx="914400" cy="0"/>
          </a:xfrm>
          <a:prstGeom prst="straightConnector1">
            <a:avLst/>
          </a:prstGeom>
          <a:noFill/>
          <a:ln w="9525" cap="flat" cmpd="sng">
            <a:solidFill>
              <a:schemeClr val="accent1"/>
            </a:solidFill>
            <a:prstDash val="solid"/>
            <a:round/>
            <a:headEnd type="none" w="med" len="med"/>
            <a:tailEnd type="none" w="med" len="med"/>
          </a:ln>
        </p:spPr>
      </p:cxnSp>
      <p:sp>
        <p:nvSpPr>
          <p:cNvPr id="690" name="Google Shape;690;p34"/>
          <p:cNvSpPr txBox="1">
            <a:spLocks noGrp="1"/>
          </p:cNvSpPr>
          <p:nvPr>
            <p:ph type="ctrTitle" idx="4294967295"/>
          </p:nvPr>
        </p:nvSpPr>
        <p:spPr>
          <a:xfrm>
            <a:off x="7512303" y="1743374"/>
            <a:ext cx="1064100"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t>HEADER</a:t>
            </a:r>
            <a:endParaRPr sz="1200"/>
          </a:p>
        </p:txBody>
      </p:sp>
      <p:sp>
        <p:nvSpPr>
          <p:cNvPr id="691" name="Google Shape;691;p34"/>
          <p:cNvSpPr txBox="1">
            <a:spLocks noGrp="1"/>
          </p:cNvSpPr>
          <p:nvPr>
            <p:ph type="ctrTitle" idx="4294967295"/>
          </p:nvPr>
        </p:nvSpPr>
        <p:spPr>
          <a:xfrm>
            <a:off x="643803" y="2574925"/>
            <a:ext cx="1064100" cy="196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sz="1200"/>
              <a:t>TEXT</a:t>
            </a:r>
            <a:endParaRPr sz="1200"/>
          </a:p>
        </p:txBody>
      </p:sp>
      <p:sp>
        <p:nvSpPr>
          <p:cNvPr id="692" name="Google Shape;692;p34"/>
          <p:cNvSpPr txBox="1">
            <a:spLocks noGrp="1"/>
          </p:cNvSpPr>
          <p:nvPr>
            <p:ph type="ctrTitle" idx="4294967295"/>
          </p:nvPr>
        </p:nvSpPr>
        <p:spPr>
          <a:xfrm>
            <a:off x="7512303" y="3734924"/>
            <a:ext cx="1064100" cy="1962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s" sz="1200"/>
              <a:t>SLIDER</a:t>
            </a:r>
            <a:endParaRPr sz="1200"/>
          </a:p>
        </p:txBody>
      </p:sp>
      <p:sp>
        <p:nvSpPr>
          <p:cNvPr id="693" name="Google Shape;693;p34"/>
          <p:cNvSpPr txBox="1">
            <a:spLocks noGrp="1"/>
          </p:cNvSpPr>
          <p:nvPr>
            <p:ph type="ctrTitle" idx="4294967295"/>
          </p:nvPr>
        </p:nvSpPr>
        <p:spPr>
          <a:xfrm>
            <a:off x="643803" y="3931125"/>
            <a:ext cx="1064100" cy="196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sz="1200"/>
              <a:t>ICONS</a:t>
            </a:r>
            <a:endParaRPr sz="1200"/>
          </a:p>
        </p:txBody>
      </p:sp>
      <p:cxnSp>
        <p:nvCxnSpPr>
          <p:cNvPr id="694" name="Google Shape;694;p34"/>
          <p:cNvCxnSpPr/>
          <p:nvPr/>
        </p:nvCxnSpPr>
        <p:spPr>
          <a:xfrm>
            <a:off x="1707800" y="2745525"/>
            <a:ext cx="1002000" cy="436200"/>
          </a:xfrm>
          <a:prstGeom prst="bentConnector3">
            <a:avLst>
              <a:gd name="adj1" fmla="val 50000"/>
            </a:avLst>
          </a:prstGeom>
          <a:noFill/>
          <a:ln w="28575" cap="flat" cmpd="sng">
            <a:solidFill>
              <a:schemeClr val="lt1"/>
            </a:solidFill>
            <a:prstDash val="solid"/>
            <a:round/>
            <a:headEnd type="none" w="med" len="med"/>
            <a:tailEnd type="none" w="med" len="med"/>
          </a:ln>
        </p:spPr>
      </p:cxnSp>
      <p:cxnSp>
        <p:nvCxnSpPr>
          <p:cNvPr id="695" name="Google Shape;695;p34"/>
          <p:cNvCxnSpPr>
            <a:endCxn id="674" idx="1"/>
          </p:cNvCxnSpPr>
          <p:nvPr/>
        </p:nvCxnSpPr>
        <p:spPr>
          <a:xfrm rot="10800000" flipH="1">
            <a:off x="1783993" y="3833025"/>
            <a:ext cx="2045400" cy="285600"/>
          </a:xfrm>
          <a:prstGeom prst="bentConnector3">
            <a:avLst>
              <a:gd name="adj1" fmla="val 20352"/>
            </a:avLst>
          </a:prstGeom>
          <a:noFill/>
          <a:ln w="28575" cap="flat" cmpd="sng">
            <a:solidFill>
              <a:schemeClr val="lt1"/>
            </a:solidFill>
            <a:prstDash val="solid"/>
            <a:round/>
            <a:headEnd type="none" w="med" len="med"/>
            <a:tailEnd type="none" w="med" len="med"/>
          </a:ln>
        </p:spPr>
      </p:cxnSp>
      <p:cxnSp>
        <p:nvCxnSpPr>
          <p:cNvPr id="696" name="Google Shape;696;p34"/>
          <p:cNvCxnSpPr/>
          <p:nvPr/>
        </p:nvCxnSpPr>
        <p:spPr>
          <a:xfrm rot="10800000" flipH="1">
            <a:off x="6196253" y="1939474"/>
            <a:ext cx="1234800" cy="295200"/>
          </a:xfrm>
          <a:prstGeom prst="bentConnector3">
            <a:avLst>
              <a:gd name="adj1" fmla="val 50000"/>
            </a:avLst>
          </a:prstGeom>
          <a:noFill/>
          <a:ln w="28575" cap="flat" cmpd="sng">
            <a:solidFill>
              <a:schemeClr val="lt1"/>
            </a:solidFill>
            <a:prstDash val="solid"/>
            <a:round/>
            <a:headEnd type="none" w="med" len="med"/>
            <a:tailEnd type="none" w="med" len="med"/>
          </a:ln>
        </p:spPr>
      </p:cxnSp>
      <p:cxnSp>
        <p:nvCxnSpPr>
          <p:cNvPr id="697" name="Google Shape;697;p34"/>
          <p:cNvCxnSpPr/>
          <p:nvPr/>
        </p:nvCxnSpPr>
        <p:spPr>
          <a:xfrm>
            <a:off x="6114903" y="3194899"/>
            <a:ext cx="1397400" cy="727800"/>
          </a:xfrm>
          <a:prstGeom prst="bentConnector3">
            <a:avLst>
              <a:gd name="adj1" fmla="val 50000"/>
            </a:avLst>
          </a:prstGeom>
          <a:noFill/>
          <a:ln w="28575" cap="flat" cmpd="sng">
            <a:solidFill>
              <a:schemeClr val="lt1"/>
            </a:solidFill>
            <a:prstDash val="solid"/>
            <a:round/>
            <a:headEnd type="none" w="med" len="med"/>
            <a:tailEnd type="none" w="med" len="med"/>
          </a:ln>
        </p:spPr>
      </p:cxnSp>
      <p:cxnSp>
        <p:nvCxnSpPr>
          <p:cNvPr id="698" name="Google Shape;698;p34"/>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37"/>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OUR TIMELINE</a:t>
            </a:r>
            <a:endParaRPr/>
          </a:p>
        </p:txBody>
      </p:sp>
      <p:sp>
        <p:nvSpPr>
          <p:cNvPr id="1004" name="Google Shape;1004;p37"/>
          <p:cNvSpPr/>
          <p:nvPr/>
        </p:nvSpPr>
        <p:spPr>
          <a:xfrm>
            <a:off x="2293016" y="2645636"/>
            <a:ext cx="4557964" cy="779241"/>
          </a:xfrm>
          <a:custGeom>
            <a:avLst/>
            <a:gdLst/>
            <a:ahLst/>
            <a:cxnLst/>
            <a:rect l="l" t="t" r="r" b="b"/>
            <a:pathLst>
              <a:path w="285542" h="48817" extrusionOk="0">
                <a:moveTo>
                  <a:pt x="281108" y="21018"/>
                </a:moveTo>
                <a:cubicBezTo>
                  <a:pt x="279335" y="21018"/>
                  <a:pt x="277927" y="22322"/>
                  <a:pt x="277771" y="24095"/>
                </a:cubicBezTo>
                <a:lnTo>
                  <a:pt x="266766" y="24095"/>
                </a:lnTo>
                <a:cubicBezTo>
                  <a:pt x="266505" y="22479"/>
                  <a:pt x="264576" y="21853"/>
                  <a:pt x="263428" y="22896"/>
                </a:cubicBezTo>
                <a:cubicBezTo>
                  <a:pt x="262229" y="23991"/>
                  <a:pt x="262750" y="25921"/>
                  <a:pt x="264263" y="26338"/>
                </a:cubicBezTo>
                <a:cubicBezTo>
                  <a:pt x="263272" y="38646"/>
                  <a:pt x="252998" y="48138"/>
                  <a:pt x="240637" y="48138"/>
                </a:cubicBezTo>
                <a:cubicBezTo>
                  <a:pt x="228277" y="48138"/>
                  <a:pt x="218002" y="38646"/>
                  <a:pt x="216959" y="26338"/>
                </a:cubicBezTo>
                <a:cubicBezTo>
                  <a:pt x="218472" y="25921"/>
                  <a:pt x="218993" y="23991"/>
                  <a:pt x="217794" y="22948"/>
                </a:cubicBezTo>
                <a:cubicBezTo>
                  <a:pt x="216646" y="21853"/>
                  <a:pt x="214769" y="22479"/>
                  <a:pt x="214508" y="24095"/>
                </a:cubicBezTo>
                <a:lnTo>
                  <a:pt x="201835" y="24095"/>
                </a:lnTo>
                <a:cubicBezTo>
                  <a:pt x="201678" y="23157"/>
                  <a:pt x="200896" y="22479"/>
                  <a:pt x="200009" y="22427"/>
                </a:cubicBezTo>
                <a:cubicBezTo>
                  <a:pt x="198966" y="9753"/>
                  <a:pt x="188379" y="1"/>
                  <a:pt x="175654" y="1"/>
                </a:cubicBezTo>
                <a:cubicBezTo>
                  <a:pt x="162980" y="1"/>
                  <a:pt x="152393" y="9753"/>
                  <a:pt x="151350" y="22427"/>
                </a:cubicBezTo>
                <a:cubicBezTo>
                  <a:pt x="150411" y="22479"/>
                  <a:pt x="149681" y="23157"/>
                  <a:pt x="149525" y="24095"/>
                </a:cubicBezTo>
                <a:lnTo>
                  <a:pt x="136903" y="24095"/>
                </a:lnTo>
                <a:cubicBezTo>
                  <a:pt x="136643" y="22479"/>
                  <a:pt x="134765" y="21853"/>
                  <a:pt x="133566" y="22896"/>
                </a:cubicBezTo>
                <a:cubicBezTo>
                  <a:pt x="132418" y="23991"/>
                  <a:pt x="132888" y="25921"/>
                  <a:pt x="134400" y="26338"/>
                </a:cubicBezTo>
                <a:cubicBezTo>
                  <a:pt x="133409" y="38646"/>
                  <a:pt x="123135" y="48138"/>
                  <a:pt x="110774" y="48138"/>
                </a:cubicBezTo>
                <a:cubicBezTo>
                  <a:pt x="98414" y="48138"/>
                  <a:pt x="88088" y="38646"/>
                  <a:pt x="87097" y="26338"/>
                </a:cubicBezTo>
                <a:cubicBezTo>
                  <a:pt x="88609" y="25921"/>
                  <a:pt x="89131" y="23991"/>
                  <a:pt x="87931" y="22896"/>
                </a:cubicBezTo>
                <a:cubicBezTo>
                  <a:pt x="86732" y="21853"/>
                  <a:pt x="84854" y="22479"/>
                  <a:pt x="84593" y="24095"/>
                </a:cubicBezTo>
                <a:lnTo>
                  <a:pt x="71972" y="24095"/>
                </a:lnTo>
                <a:cubicBezTo>
                  <a:pt x="71816" y="23157"/>
                  <a:pt x="71033" y="22479"/>
                  <a:pt x="70095" y="22427"/>
                </a:cubicBezTo>
                <a:cubicBezTo>
                  <a:pt x="68999" y="9805"/>
                  <a:pt x="58464" y="157"/>
                  <a:pt x="45791" y="157"/>
                </a:cubicBezTo>
                <a:cubicBezTo>
                  <a:pt x="33170" y="157"/>
                  <a:pt x="22635" y="9805"/>
                  <a:pt x="21539" y="22427"/>
                </a:cubicBezTo>
                <a:cubicBezTo>
                  <a:pt x="20601" y="22479"/>
                  <a:pt x="19818" y="23157"/>
                  <a:pt x="19662" y="24095"/>
                </a:cubicBezTo>
                <a:lnTo>
                  <a:pt x="6728" y="24095"/>
                </a:lnTo>
                <a:cubicBezTo>
                  <a:pt x="6311" y="19767"/>
                  <a:pt x="0" y="20132"/>
                  <a:pt x="0" y="24408"/>
                </a:cubicBezTo>
                <a:cubicBezTo>
                  <a:pt x="0" y="28633"/>
                  <a:pt x="6311" y="28998"/>
                  <a:pt x="6728" y="24721"/>
                </a:cubicBezTo>
                <a:lnTo>
                  <a:pt x="19662" y="24721"/>
                </a:lnTo>
                <a:cubicBezTo>
                  <a:pt x="19871" y="26286"/>
                  <a:pt x="21800" y="26964"/>
                  <a:pt x="23000" y="25869"/>
                </a:cubicBezTo>
                <a:cubicBezTo>
                  <a:pt x="24147" y="24826"/>
                  <a:pt x="23678" y="22844"/>
                  <a:pt x="22113" y="22479"/>
                </a:cubicBezTo>
                <a:cubicBezTo>
                  <a:pt x="23104" y="10118"/>
                  <a:pt x="33431" y="626"/>
                  <a:pt x="45791" y="626"/>
                </a:cubicBezTo>
                <a:cubicBezTo>
                  <a:pt x="58151" y="626"/>
                  <a:pt x="68478" y="10118"/>
                  <a:pt x="69469" y="22479"/>
                </a:cubicBezTo>
                <a:cubicBezTo>
                  <a:pt x="67904" y="22896"/>
                  <a:pt x="67435" y="24826"/>
                  <a:pt x="68634" y="25869"/>
                </a:cubicBezTo>
                <a:cubicBezTo>
                  <a:pt x="69834" y="26964"/>
                  <a:pt x="71711" y="26286"/>
                  <a:pt x="71972" y="24721"/>
                </a:cubicBezTo>
                <a:lnTo>
                  <a:pt x="84593" y="24721"/>
                </a:lnTo>
                <a:cubicBezTo>
                  <a:pt x="84750" y="25608"/>
                  <a:pt x="85480" y="26338"/>
                  <a:pt x="86419" y="26390"/>
                </a:cubicBezTo>
                <a:cubicBezTo>
                  <a:pt x="87462" y="39064"/>
                  <a:pt x="98049" y="48764"/>
                  <a:pt x="110722" y="48764"/>
                </a:cubicBezTo>
                <a:cubicBezTo>
                  <a:pt x="123448" y="48764"/>
                  <a:pt x="133983" y="39064"/>
                  <a:pt x="135026" y="26390"/>
                </a:cubicBezTo>
                <a:cubicBezTo>
                  <a:pt x="135965" y="26338"/>
                  <a:pt x="136747" y="25660"/>
                  <a:pt x="136903" y="24721"/>
                </a:cubicBezTo>
                <a:lnTo>
                  <a:pt x="149525" y="24721"/>
                </a:lnTo>
                <a:cubicBezTo>
                  <a:pt x="149785" y="26286"/>
                  <a:pt x="151663" y="26964"/>
                  <a:pt x="152862" y="25869"/>
                </a:cubicBezTo>
                <a:cubicBezTo>
                  <a:pt x="154010" y="24826"/>
                  <a:pt x="153540" y="22896"/>
                  <a:pt x="152028" y="22479"/>
                </a:cubicBezTo>
                <a:cubicBezTo>
                  <a:pt x="153019" y="10118"/>
                  <a:pt x="163293" y="626"/>
                  <a:pt x="175706" y="626"/>
                </a:cubicBezTo>
                <a:cubicBezTo>
                  <a:pt x="188066" y="626"/>
                  <a:pt x="198393" y="10118"/>
                  <a:pt x="199384" y="22479"/>
                </a:cubicBezTo>
                <a:cubicBezTo>
                  <a:pt x="197819" y="22844"/>
                  <a:pt x="197350" y="24826"/>
                  <a:pt x="198497" y="25869"/>
                </a:cubicBezTo>
                <a:cubicBezTo>
                  <a:pt x="199696" y="26964"/>
                  <a:pt x="201574" y="26286"/>
                  <a:pt x="201835" y="24721"/>
                </a:cubicBezTo>
                <a:lnTo>
                  <a:pt x="214508" y="24721"/>
                </a:lnTo>
                <a:cubicBezTo>
                  <a:pt x="214612" y="25660"/>
                  <a:pt x="215395" y="26338"/>
                  <a:pt x="216333" y="26390"/>
                </a:cubicBezTo>
                <a:cubicBezTo>
                  <a:pt x="217377" y="39064"/>
                  <a:pt x="227964" y="48816"/>
                  <a:pt x="240637" y="48816"/>
                </a:cubicBezTo>
                <a:cubicBezTo>
                  <a:pt x="253363" y="48816"/>
                  <a:pt x="263898" y="39064"/>
                  <a:pt x="264941" y="26390"/>
                </a:cubicBezTo>
                <a:cubicBezTo>
                  <a:pt x="265879" y="26338"/>
                  <a:pt x="266610" y="25660"/>
                  <a:pt x="266766" y="24721"/>
                </a:cubicBezTo>
                <a:lnTo>
                  <a:pt x="277771" y="24721"/>
                </a:lnTo>
                <a:cubicBezTo>
                  <a:pt x="278083" y="27642"/>
                  <a:pt x="281682" y="28789"/>
                  <a:pt x="283612" y="26651"/>
                </a:cubicBezTo>
                <a:cubicBezTo>
                  <a:pt x="285541" y="24461"/>
                  <a:pt x="284029" y="21018"/>
                  <a:pt x="281108" y="21018"/>
                </a:cubicBezTo>
                <a:close/>
              </a:path>
            </a:pathLst>
          </a:cu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7"/>
          <p:cNvSpPr/>
          <p:nvPr/>
        </p:nvSpPr>
        <p:spPr>
          <a:xfrm>
            <a:off x="2707594" y="2718904"/>
            <a:ext cx="632722" cy="632706"/>
          </a:xfrm>
          <a:custGeom>
            <a:avLst/>
            <a:gdLst/>
            <a:ahLst/>
            <a:cxnLst/>
            <a:rect l="l" t="t" r="r" b="b"/>
            <a:pathLst>
              <a:path w="39638" h="39637" extrusionOk="0">
                <a:moveTo>
                  <a:pt x="19819" y="0"/>
                </a:moveTo>
                <a:cubicBezTo>
                  <a:pt x="8867" y="0"/>
                  <a:pt x="1" y="8866"/>
                  <a:pt x="1" y="19818"/>
                </a:cubicBezTo>
                <a:cubicBezTo>
                  <a:pt x="1" y="30771"/>
                  <a:pt x="8867" y="39637"/>
                  <a:pt x="19819" y="39637"/>
                </a:cubicBezTo>
                <a:cubicBezTo>
                  <a:pt x="30771" y="39637"/>
                  <a:pt x="39637" y="30771"/>
                  <a:pt x="39637" y="19818"/>
                </a:cubicBezTo>
                <a:cubicBezTo>
                  <a:pt x="39637" y="8866"/>
                  <a:pt x="30771" y="0"/>
                  <a:pt x="198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7"/>
          <p:cNvSpPr/>
          <p:nvPr/>
        </p:nvSpPr>
        <p:spPr>
          <a:xfrm>
            <a:off x="2963999" y="2667282"/>
            <a:ext cx="119894" cy="57465"/>
          </a:xfrm>
          <a:custGeom>
            <a:avLst/>
            <a:gdLst/>
            <a:ahLst/>
            <a:cxnLst/>
            <a:rect l="l" t="t" r="r" b="b"/>
            <a:pathLst>
              <a:path w="7511" h="3600" extrusionOk="0">
                <a:moveTo>
                  <a:pt x="3756" y="1"/>
                </a:moveTo>
                <a:lnTo>
                  <a:pt x="1" y="3599"/>
                </a:lnTo>
                <a:lnTo>
                  <a:pt x="7511" y="3599"/>
                </a:lnTo>
                <a:lnTo>
                  <a:pt x="37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7"/>
          <p:cNvSpPr/>
          <p:nvPr/>
        </p:nvSpPr>
        <p:spPr>
          <a:xfrm>
            <a:off x="2959003" y="2002124"/>
            <a:ext cx="129887" cy="129871"/>
          </a:xfrm>
          <a:custGeom>
            <a:avLst/>
            <a:gdLst/>
            <a:ahLst/>
            <a:cxnLst/>
            <a:rect l="l" t="t" r="r" b="b"/>
            <a:pathLst>
              <a:path w="8137" h="8136" extrusionOk="0">
                <a:moveTo>
                  <a:pt x="4069" y="0"/>
                </a:moveTo>
                <a:cubicBezTo>
                  <a:pt x="1826" y="0"/>
                  <a:pt x="1" y="1825"/>
                  <a:pt x="1" y="4068"/>
                </a:cubicBezTo>
                <a:cubicBezTo>
                  <a:pt x="1" y="6311"/>
                  <a:pt x="1826" y="8136"/>
                  <a:pt x="4069" y="8136"/>
                </a:cubicBezTo>
                <a:cubicBezTo>
                  <a:pt x="6312" y="8136"/>
                  <a:pt x="8137" y="6311"/>
                  <a:pt x="8137" y="4068"/>
                </a:cubicBezTo>
                <a:cubicBezTo>
                  <a:pt x="8137" y="1825"/>
                  <a:pt x="6312" y="0"/>
                  <a:pt x="40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7"/>
          <p:cNvSpPr/>
          <p:nvPr/>
        </p:nvSpPr>
        <p:spPr>
          <a:xfrm>
            <a:off x="2987320" y="2030426"/>
            <a:ext cx="73268" cy="73268"/>
          </a:xfrm>
          <a:custGeom>
            <a:avLst/>
            <a:gdLst/>
            <a:ahLst/>
            <a:cxnLst/>
            <a:rect l="l" t="t" r="r" b="b"/>
            <a:pathLst>
              <a:path w="4590" h="4590" extrusionOk="0">
                <a:moveTo>
                  <a:pt x="2295" y="0"/>
                </a:moveTo>
                <a:cubicBezTo>
                  <a:pt x="1043" y="0"/>
                  <a:pt x="0" y="1043"/>
                  <a:pt x="0" y="2295"/>
                </a:cubicBezTo>
                <a:cubicBezTo>
                  <a:pt x="0" y="3547"/>
                  <a:pt x="1043" y="4590"/>
                  <a:pt x="2295" y="4590"/>
                </a:cubicBezTo>
                <a:cubicBezTo>
                  <a:pt x="3547" y="4590"/>
                  <a:pt x="4590" y="3547"/>
                  <a:pt x="4590" y="2295"/>
                </a:cubicBezTo>
                <a:cubicBezTo>
                  <a:pt x="4590" y="1043"/>
                  <a:pt x="3547" y="0"/>
                  <a:pt x="22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7"/>
          <p:cNvSpPr/>
          <p:nvPr/>
        </p:nvSpPr>
        <p:spPr>
          <a:xfrm>
            <a:off x="3023938" y="2122003"/>
            <a:ext cx="16" cy="617717"/>
          </a:xfrm>
          <a:custGeom>
            <a:avLst/>
            <a:gdLst/>
            <a:ahLst/>
            <a:cxnLst/>
            <a:rect l="l" t="t" r="r" b="b"/>
            <a:pathLst>
              <a:path w="1" h="38698" fill="none" extrusionOk="0">
                <a:moveTo>
                  <a:pt x="1" y="38698"/>
                </a:moveTo>
                <a:lnTo>
                  <a:pt x="1" y="0"/>
                </a:lnTo>
              </a:path>
            </a:pathLst>
          </a:custGeom>
          <a:solidFill>
            <a:schemeClr val="accent1"/>
          </a:solidFill>
          <a:ln w="24775" cap="rnd" cmpd="sng">
            <a:solidFill>
              <a:schemeClr val="accent1"/>
            </a:solidFill>
            <a:prstDash val="solid"/>
            <a:miter lim="521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7"/>
          <p:cNvSpPr/>
          <p:nvPr/>
        </p:nvSpPr>
        <p:spPr>
          <a:xfrm>
            <a:off x="2793344" y="2804639"/>
            <a:ext cx="460390" cy="460390"/>
          </a:xfrm>
          <a:custGeom>
            <a:avLst/>
            <a:gdLst/>
            <a:ahLst/>
            <a:cxnLst/>
            <a:rect l="l" t="t" r="r" b="b"/>
            <a:pathLst>
              <a:path w="28842" h="28842" extrusionOk="0">
                <a:moveTo>
                  <a:pt x="14447" y="1"/>
                </a:moveTo>
                <a:cubicBezTo>
                  <a:pt x="6467" y="1"/>
                  <a:pt x="0" y="6468"/>
                  <a:pt x="0" y="14447"/>
                </a:cubicBezTo>
                <a:cubicBezTo>
                  <a:pt x="0" y="22375"/>
                  <a:pt x="6467" y="28842"/>
                  <a:pt x="14447" y="28842"/>
                </a:cubicBezTo>
                <a:cubicBezTo>
                  <a:pt x="22426" y="28842"/>
                  <a:pt x="28841" y="22375"/>
                  <a:pt x="28841" y="14447"/>
                </a:cubicBezTo>
                <a:cubicBezTo>
                  <a:pt x="28841" y="6468"/>
                  <a:pt x="22426" y="1"/>
                  <a:pt x="14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7"/>
          <p:cNvSpPr/>
          <p:nvPr/>
        </p:nvSpPr>
        <p:spPr>
          <a:xfrm>
            <a:off x="2793344" y="2804639"/>
            <a:ext cx="460390" cy="460390"/>
          </a:xfrm>
          <a:custGeom>
            <a:avLst/>
            <a:gdLst/>
            <a:ahLst/>
            <a:cxnLst/>
            <a:rect l="l" t="t" r="r" b="b"/>
            <a:pathLst>
              <a:path w="28842" h="28842" extrusionOk="0">
                <a:moveTo>
                  <a:pt x="14447" y="1"/>
                </a:moveTo>
                <a:cubicBezTo>
                  <a:pt x="6467" y="1"/>
                  <a:pt x="0" y="6468"/>
                  <a:pt x="0" y="14447"/>
                </a:cubicBezTo>
                <a:cubicBezTo>
                  <a:pt x="0" y="22375"/>
                  <a:pt x="6467" y="28842"/>
                  <a:pt x="14447" y="28842"/>
                </a:cubicBezTo>
                <a:cubicBezTo>
                  <a:pt x="22426" y="28842"/>
                  <a:pt x="28841" y="22375"/>
                  <a:pt x="28841" y="14447"/>
                </a:cubicBezTo>
                <a:cubicBezTo>
                  <a:pt x="28841" y="6468"/>
                  <a:pt x="22426" y="1"/>
                  <a:pt x="14447" y="1"/>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2" name="Google Shape;1012;p37"/>
          <p:cNvGrpSpPr/>
          <p:nvPr/>
        </p:nvGrpSpPr>
        <p:grpSpPr>
          <a:xfrm>
            <a:off x="2905736" y="2888729"/>
            <a:ext cx="235606" cy="294716"/>
            <a:chOff x="2905736" y="2888729"/>
            <a:chExt cx="235606" cy="294716"/>
          </a:xfrm>
        </p:grpSpPr>
        <p:sp>
          <p:nvSpPr>
            <p:cNvPr id="1013" name="Google Shape;1013;p37"/>
            <p:cNvSpPr/>
            <p:nvPr/>
          </p:nvSpPr>
          <p:spPr>
            <a:xfrm>
              <a:off x="2956513" y="2888729"/>
              <a:ext cx="184830" cy="184830"/>
            </a:xfrm>
            <a:custGeom>
              <a:avLst/>
              <a:gdLst/>
              <a:ahLst/>
              <a:cxnLst/>
              <a:rect l="l" t="t" r="r" b="b"/>
              <a:pathLst>
                <a:path w="11579" h="11579" extrusionOk="0">
                  <a:moveTo>
                    <a:pt x="5761" y="1819"/>
                  </a:moveTo>
                  <a:cubicBezTo>
                    <a:pt x="7989" y="1819"/>
                    <a:pt x="10085" y="3763"/>
                    <a:pt x="9649" y="6415"/>
                  </a:cubicBezTo>
                  <a:cubicBezTo>
                    <a:pt x="9388" y="8084"/>
                    <a:pt x="8084" y="9388"/>
                    <a:pt x="6468" y="9701"/>
                  </a:cubicBezTo>
                  <a:cubicBezTo>
                    <a:pt x="6229" y="9740"/>
                    <a:pt x="5996" y="9759"/>
                    <a:pt x="5769" y="9759"/>
                  </a:cubicBezTo>
                  <a:cubicBezTo>
                    <a:pt x="2380" y="9759"/>
                    <a:pt x="431" y="5567"/>
                    <a:pt x="2973" y="3025"/>
                  </a:cubicBezTo>
                  <a:cubicBezTo>
                    <a:pt x="3796" y="2187"/>
                    <a:pt x="4791" y="1819"/>
                    <a:pt x="5761" y="1819"/>
                  </a:cubicBezTo>
                  <a:close/>
                  <a:moveTo>
                    <a:pt x="4799" y="0"/>
                  </a:moveTo>
                  <a:cubicBezTo>
                    <a:pt x="4642" y="0"/>
                    <a:pt x="4486" y="157"/>
                    <a:pt x="4486" y="313"/>
                  </a:cubicBezTo>
                  <a:lnTo>
                    <a:pt x="4486" y="626"/>
                  </a:lnTo>
                  <a:cubicBezTo>
                    <a:pt x="4486" y="731"/>
                    <a:pt x="4381" y="835"/>
                    <a:pt x="4277" y="887"/>
                  </a:cubicBezTo>
                  <a:cubicBezTo>
                    <a:pt x="3964" y="991"/>
                    <a:pt x="3651" y="1096"/>
                    <a:pt x="3390" y="1252"/>
                  </a:cubicBezTo>
                  <a:cubicBezTo>
                    <a:pt x="3326" y="1274"/>
                    <a:pt x="3270" y="1286"/>
                    <a:pt x="3219" y="1286"/>
                  </a:cubicBezTo>
                  <a:cubicBezTo>
                    <a:pt x="3148" y="1286"/>
                    <a:pt x="3086" y="1261"/>
                    <a:pt x="3025" y="1200"/>
                  </a:cubicBezTo>
                  <a:lnTo>
                    <a:pt x="2817" y="991"/>
                  </a:lnTo>
                  <a:cubicBezTo>
                    <a:pt x="2765" y="939"/>
                    <a:pt x="2686" y="913"/>
                    <a:pt x="2608" y="913"/>
                  </a:cubicBezTo>
                  <a:cubicBezTo>
                    <a:pt x="2530" y="913"/>
                    <a:pt x="2452" y="939"/>
                    <a:pt x="2400" y="991"/>
                  </a:cubicBezTo>
                  <a:lnTo>
                    <a:pt x="991" y="2399"/>
                  </a:lnTo>
                  <a:cubicBezTo>
                    <a:pt x="887" y="2504"/>
                    <a:pt x="887" y="2712"/>
                    <a:pt x="991" y="2817"/>
                  </a:cubicBezTo>
                  <a:lnTo>
                    <a:pt x="1200" y="3025"/>
                  </a:lnTo>
                  <a:cubicBezTo>
                    <a:pt x="1304" y="3130"/>
                    <a:pt x="1304" y="3286"/>
                    <a:pt x="1252" y="3390"/>
                  </a:cubicBezTo>
                  <a:cubicBezTo>
                    <a:pt x="1096" y="3703"/>
                    <a:pt x="991" y="3964"/>
                    <a:pt x="887" y="4277"/>
                  </a:cubicBezTo>
                  <a:cubicBezTo>
                    <a:pt x="835" y="4433"/>
                    <a:pt x="731" y="4486"/>
                    <a:pt x="574" y="4538"/>
                  </a:cubicBezTo>
                  <a:lnTo>
                    <a:pt x="313" y="4538"/>
                  </a:lnTo>
                  <a:cubicBezTo>
                    <a:pt x="105" y="4538"/>
                    <a:pt x="0" y="4642"/>
                    <a:pt x="0" y="4799"/>
                  </a:cubicBezTo>
                  <a:lnTo>
                    <a:pt x="0" y="6780"/>
                  </a:lnTo>
                  <a:cubicBezTo>
                    <a:pt x="0" y="6937"/>
                    <a:pt x="105" y="7093"/>
                    <a:pt x="313" y="7093"/>
                  </a:cubicBezTo>
                  <a:lnTo>
                    <a:pt x="574" y="7093"/>
                  </a:lnTo>
                  <a:cubicBezTo>
                    <a:pt x="731" y="7093"/>
                    <a:pt x="835" y="7198"/>
                    <a:pt x="887" y="7302"/>
                  </a:cubicBezTo>
                  <a:cubicBezTo>
                    <a:pt x="991" y="7615"/>
                    <a:pt x="1096" y="7928"/>
                    <a:pt x="1252" y="8188"/>
                  </a:cubicBezTo>
                  <a:cubicBezTo>
                    <a:pt x="1304" y="8293"/>
                    <a:pt x="1304" y="8449"/>
                    <a:pt x="1200" y="8554"/>
                  </a:cubicBezTo>
                  <a:lnTo>
                    <a:pt x="991" y="8762"/>
                  </a:lnTo>
                  <a:cubicBezTo>
                    <a:pt x="887" y="8866"/>
                    <a:pt x="887" y="9075"/>
                    <a:pt x="991" y="9179"/>
                  </a:cubicBezTo>
                  <a:lnTo>
                    <a:pt x="2400" y="10588"/>
                  </a:lnTo>
                  <a:cubicBezTo>
                    <a:pt x="2452" y="10640"/>
                    <a:pt x="2517" y="10666"/>
                    <a:pt x="2589" y="10666"/>
                  </a:cubicBezTo>
                  <a:cubicBezTo>
                    <a:pt x="2660" y="10666"/>
                    <a:pt x="2739" y="10640"/>
                    <a:pt x="2817" y="10588"/>
                  </a:cubicBezTo>
                  <a:lnTo>
                    <a:pt x="3025" y="10379"/>
                  </a:lnTo>
                  <a:cubicBezTo>
                    <a:pt x="3086" y="10318"/>
                    <a:pt x="3165" y="10293"/>
                    <a:pt x="3241" y="10293"/>
                  </a:cubicBezTo>
                  <a:cubicBezTo>
                    <a:pt x="3295" y="10293"/>
                    <a:pt x="3347" y="10305"/>
                    <a:pt x="3390" y="10327"/>
                  </a:cubicBezTo>
                  <a:cubicBezTo>
                    <a:pt x="3651" y="10483"/>
                    <a:pt x="3964" y="10588"/>
                    <a:pt x="4277" y="10692"/>
                  </a:cubicBezTo>
                  <a:cubicBezTo>
                    <a:pt x="4381" y="10744"/>
                    <a:pt x="4486" y="10848"/>
                    <a:pt x="4486" y="11005"/>
                  </a:cubicBezTo>
                  <a:lnTo>
                    <a:pt x="4486" y="11318"/>
                  </a:lnTo>
                  <a:cubicBezTo>
                    <a:pt x="4486" y="11474"/>
                    <a:pt x="4642" y="11578"/>
                    <a:pt x="4799" y="11578"/>
                  </a:cubicBezTo>
                  <a:lnTo>
                    <a:pt x="6780" y="11578"/>
                  </a:lnTo>
                  <a:cubicBezTo>
                    <a:pt x="6937" y="11578"/>
                    <a:pt x="7041" y="11474"/>
                    <a:pt x="7041" y="11318"/>
                  </a:cubicBezTo>
                  <a:lnTo>
                    <a:pt x="7041" y="10953"/>
                  </a:lnTo>
                  <a:cubicBezTo>
                    <a:pt x="7041" y="10796"/>
                    <a:pt x="7146" y="10692"/>
                    <a:pt x="7302" y="10640"/>
                  </a:cubicBezTo>
                  <a:cubicBezTo>
                    <a:pt x="7615" y="10588"/>
                    <a:pt x="7876" y="10431"/>
                    <a:pt x="8189" y="10327"/>
                  </a:cubicBezTo>
                  <a:cubicBezTo>
                    <a:pt x="8233" y="10283"/>
                    <a:pt x="8286" y="10267"/>
                    <a:pt x="8341" y="10267"/>
                  </a:cubicBezTo>
                  <a:cubicBezTo>
                    <a:pt x="8416" y="10267"/>
                    <a:pt x="8493" y="10297"/>
                    <a:pt x="8554" y="10327"/>
                  </a:cubicBezTo>
                  <a:lnTo>
                    <a:pt x="8762" y="10588"/>
                  </a:lnTo>
                  <a:cubicBezTo>
                    <a:pt x="8814" y="10640"/>
                    <a:pt x="8893" y="10666"/>
                    <a:pt x="8971" y="10666"/>
                  </a:cubicBezTo>
                  <a:cubicBezTo>
                    <a:pt x="9049" y="10666"/>
                    <a:pt x="9127" y="10640"/>
                    <a:pt x="9180" y="10588"/>
                  </a:cubicBezTo>
                  <a:lnTo>
                    <a:pt x="10588" y="9179"/>
                  </a:lnTo>
                  <a:cubicBezTo>
                    <a:pt x="10692" y="9075"/>
                    <a:pt x="10692" y="8866"/>
                    <a:pt x="10588" y="8762"/>
                  </a:cubicBezTo>
                  <a:lnTo>
                    <a:pt x="10379" y="8554"/>
                  </a:lnTo>
                  <a:cubicBezTo>
                    <a:pt x="10275" y="8449"/>
                    <a:pt x="10275" y="8293"/>
                    <a:pt x="10327" y="8188"/>
                  </a:cubicBezTo>
                  <a:cubicBezTo>
                    <a:pt x="10483" y="7928"/>
                    <a:pt x="10588" y="7615"/>
                    <a:pt x="10692" y="7302"/>
                  </a:cubicBezTo>
                  <a:cubicBezTo>
                    <a:pt x="10744" y="7198"/>
                    <a:pt x="10848" y="7093"/>
                    <a:pt x="10953" y="7093"/>
                  </a:cubicBezTo>
                  <a:lnTo>
                    <a:pt x="11266" y="7093"/>
                  </a:lnTo>
                  <a:cubicBezTo>
                    <a:pt x="11422" y="7093"/>
                    <a:pt x="11579" y="6937"/>
                    <a:pt x="11579" y="6780"/>
                  </a:cubicBezTo>
                  <a:lnTo>
                    <a:pt x="11579" y="4799"/>
                  </a:lnTo>
                  <a:cubicBezTo>
                    <a:pt x="11579" y="4642"/>
                    <a:pt x="11422" y="4538"/>
                    <a:pt x="11266" y="4538"/>
                  </a:cubicBezTo>
                  <a:lnTo>
                    <a:pt x="10953" y="4538"/>
                  </a:lnTo>
                  <a:cubicBezTo>
                    <a:pt x="10848" y="4486"/>
                    <a:pt x="10692" y="4433"/>
                    <a:pt x="10692" y="4277"/>
                  </a:cubicBezTo>
                  <a:cubicBezTo>
                    <a:pt x="10588" y="3964"/>
                    <a:pt x="10483" y="3703"/>
                    <a:pt x="10327" y="3390"/>
                  </a:cubicBezTo>
                  <a:cubicBezTo>
                    <a:pt x="10223" y="3286"/>
                    <a:pt x="10275" y="3130"/>
                    <a:pt x="10379" y="3025"/>
                  </a:cubicBezTo>
                  <a:lnTo>
                    <a:pt x="10588" y="2817"/>
                  </a:lnTo>
                  <a:cubicBezTo>
                    <a:pt x="10692" y="2712"/>
                    <a:pt x="10692" y="2504"/>
                    <a:pt x="10588" y="2399"/>
                  </a:cubicBezTo>
                  <a:lnTo>
                    <a:pt x="9180" y="991"/>
                  </a:lnTo>
                  <a:cubicBezTo>
                    <a:pt x="9127" y="939"/>
                    <a:pt x="9049" y="913"/>
                    <a:pt x="8971" y="913"/>
                  </a:cubicBezTo>
                  <a:cubicBezTo>
                    <a:pt x="8893" y="913"/>
                    <a:pt x="8814" y="939"/>
                    <a:pt x="8762" y="991"/>
                  </a:cubicBezTo>
                  <a:lnTo>
                    <a:pt x="8554" y="1200"/>
                  </a:lnTo>
                  <a:cubicBezTo>
                    <a:pt x="8489" y="1264"/>
                    <a:pt x="8405" y="1309"/>
                    <a:pt x="8325" y="1309"/>
                  </a:cubicBezTo>
                  <a:cubicBezTo>
                    <a:pt x="8276" y="1309"/>
                    <a:pt x="8228" y="1292"/>
                    <a:pt x="8189" y="1252"/>
                  </a:cubicBezTo>
                  <a:cubicBezTo>
                    <a:pt x="7876" y="1096"/>
                    <a:pt x="7615" y="991"/>
                    <a:pt x="7302" y="887"/>
                  </a:cubicBezTo>
                  <a:cubicBezTo>
                    <a:pt x="7146" y="835"/>
                    <a:pt x="7041" y="731"/>
                    <a:pt x="7041" y="626"/>
                  </a:cubicBezTo>
                  <a:lnTo>
                    <a:pt x="7041" y="313"/>
                  </a:lnTo>
                  <a:cubicBezTo>
                    <a:pt x="7041" y="157"/>
                    <a:pt x="6937" y="0"/>
                    <a:pt x="67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7"/>
            <p:cNvSpPr/>
            <p:nvPr/>
          </p:nvSpPr>
          <p:spPr>
            <a:xfrm>
              <a:off x="2978158" y="2928683"/>
              <a:ext cx="123231" cy="105400"/>
            </a:xfrm>
            <a:custGeom>
              <a:avLst/>
              <a:gdLst/>
              <a:ahLst/>
              <a:cxnLst/>
              <a:rect l="l" t="t" r="r" b="b"/>
              <a:pathLst>
                <a:path w="7720" h="6603" extrusionOk="0">
                  <a:moveTo>
                    <a:pt x="4434" y="1"/>
                  </a:moveTo>
                  <a:cubicBezTo>
                    <a:pt x="1513" y="1"/>
                    <a:pt x="0" y="3547"/>
                    <a:pt x="2087" y="5633"/>
                  </a:cubicBezTo>
                  <a:cubicBezTo>
                    <a:pt x="2757" y="6304"/>
                    <a:pt x="3578" y="6602"/>
                    <a:pt x="4383" y="6602"/>
                  </a:cubicBezTo>
                  <a:cubicBezTo>
                    <a:pt x="6085" y="6602"/>
                    <a:pt x="7719" y="5269"/>
                    <a:pt x="7719" y="3286"/>
                  </a:cubicBezTo>
                  <a:cubicBezTo>
                    <a:pt x="7719" y="1461"/>
                    <a:pt x="6259" y="1"/>
                    <a:pt x="44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7"/>
            <p:cNvSpPr/>
            <p:nvPr/>
          </p:nvSpPr>
          <p:spPr>
            <a:xfrm>
              <a:off x="2905736" y="3051898"/>
              <a:ext cx="130717" cy="131547"/>
            </a:xfrm>
            <a:custGeom>
              <a:avLst/>
              <a:gdLst/>
              <a:ahLst/>
              <a:cxnLst/>
              <a:rect l="l" t="t" r="r" b="b"/>
              <a:pathLst>
                <a:path w="8189" h="8241" extrusionOk="0">
                  <a:moveTo>
                    <a:pt x="4122" y="1305"/>
                  </a:moveTo>
                  <a:cubicBezTo>
                    <a:pt x="5702" y="1305"/>
                    <a:pt x="7213" y="2692"/>
                    <a:pt x="6884" y="4590"/>
                  </a:cubicBezTo>
                  <a:cubicBezTo>
                    <a:pt x="6676" y="5737"/>
                    <a:pt x="5737" y="6624"/>
                    <a:pt x="4590" y="6833"/>
                  </a:cubicBezTo>
                  <a:cubicBezTo>
                    <a:pt x="4413" y="6864"/>
                    <a:pt x="4241" y="6879"/>
                    <a:pt x="4074" y="6879"/>
                  </a:cubicBezTo>
                  <a:cubicBezTo>
                    <a:pt x="1724" y="6879"/>
                    <a:pt x="389" y="3940"/>
                    <a:pt x="2191" y="2139"/>
                  </a:cubicBezTo>
                  <a:cubicBezTo>
                    <a:pt x="2754" y="1560"/>
                    <a:pt x="3444" y="1305"/>
                    <a:pt x="4122" y="1305"/>
                  </a:cubicBezTo>
                  <a:close/>
                  <a:moveTo>
                    <a:pt x="3442" y="0"/>
                  </a:moveTo>
                  <a:cubicBezTo>
                    <a:pt x="3338" y="0"/>
                    <a:pt x="3234" y="105"/>
                    <a:pt x="3234" y="209"/>
                  </a:cubicBezTo>
                  <a:lnTo>
                    <a:pt x="3234" y="418"/>
                  </a:lnTo>
                  <a:cubicBezTo>
                    <a:pt x="3234" y="522"/>
                    <a:pt x="3181" y="574"/>
                    <a:pt x="3077" y="626"/>
                  </a:cubicBezTo>
                  <a:cubicBezTo>
                    <a:pt x="2869" y="678"/>
                    <a:pt x="2608" y="783"/>
                    <a:pt x="2399" y="887"/>
                  </a:cubicBezTo>
                  <a:cubicBezTo>
                    <a:pt x="2373" y="913"/>
                    <a:pt x="2334" y="926"/>
                    <a:pt x="2295" y="926"/>
                  </a:cubicBezTo>
                  <a:cubicBezTo>
                    <a:pt x="2256" y="926"/>
                    <a:pt x="2217" y="913"/>
                    <a:pt x="2191" y="887"/>
                  </a:cubicBezTo>
                  <a:lnTo>
                    <a:pt x="2034" y="731"/>
                  </a:lnTo>
                  <a:cubicBezTo>
                    <a:pt x="1982" y="705"/>
                    <a:pt x="1930" y="691"/>
                    <a:pt x="1878" y="691"/>
                  </a:cubicBezTo>
                  <a:cubicBezTo>
                    <a:pt x="1825" y="691"/>
                    <a:pt x="1773" y="705"/>
                    <a:pt x="1721" y="731"/>
                  </a:cubicBezTo>
                  <a:lnTo>
                    <a:pt x="782" y="1722"/>
                  </a:lnTo>
                  <a:cubicBezTo>
                    <a:pt x="678" y="1774"/>
                    <a:pt x="678" y="1930"/>
                    <a:pt x="782" y="2034"/>
                  </a:cubicBezTo>
                  <a:lnTo>
                    <a:pt x="887" y="2139"/>
                  </a:lnTo>
                  <a:cubicBezTo>
                    <a:pt x="939" y="2243"/>
                    <a:pt x="939" y="2347"/>
                    <a:pt x="887" y="2400"/>
                  </a:cubicBezTo>
                  <a:cubicBezTo>
                    <a:pt x="782" y="2608"/>
                    <a:pt x="730" y="2817"/>
                    <a:pt x="626" y="3078"/>
                  </a:cubicBezTo>
                  <a:cubicBezTo>
                    <a:pt x="626" y="3130"/>
                    <a:pt x="522" y="3234"/>
                    <a:pt x="417" y="3234"/>
                  </a:cubicBezTo>
                  <a:lnTo>
                    <a:pt x="209" y="3234"/>
                  </a:lnTo>
                  <a:cubicBezTo>
                    <a:pt x="104" y="3234"/>
                    <a:pt x="0" y="3286"/>
                    <a:pt x="0" y="3443"/>
                  </a:cubicBezTo>
                  <a:lnTo>
                    <a:pt x="0" y="4799"/>
                  </a:lnTo>
                  <a:cubicBezTo>
                    <a:pt x="0" y="4955"/>
                    <a:pt x="104" y="5007"/>
                    <a:pt x="209" y="5007"/>
                  </a:cubicBezTo>
                  <a:lnTo>
                    <a:pt x="469" y="5007"/>
                  </a:lnTo>
                  <a:cubicBezTo>
                    <a:pt x="522" y="5007"/>
                    <a:pt x="626" y="5111"/>
                    <a:pt x="678" y="5164"/>
                  </a:cubicBezTo>
                  <a:cubicBezTo>
                    <a:pt x="730" y="5424"/>
                    <a:pt x="782" y="5633"/>
                    <a:pt x="939" y="5842"/>
                  </a:cubicBezTo>
                  <a:cubicBezTo>
                    <a:pt x="939" y="5894"/>
                    <a:pt x="939" y="5998"/>
                    <a:pt x="887" y="6102"/>
                  </a:cubicBezTo>
                  <a:lnTo>
                    <a:pt x="730" y="6259"/>
                  </a:lnTo>
                  <a:cubicBezTo>
                    <a:pt x="626" y="6311"/>
                    <a:pt x="626" y="6467"/>
                    <a:pt x="730" y="6520"/>
                  </a:cubicBezTo>
                  <a:lnTo>
                    <a:pt x="1721" y="7511"/>
                  </a:lnTo>
                  <a:cubicBezTo>
                    <a:pt x="1747" y="7563"/>
                    <a:pt x="1799" y="7589"/>
                    <a:pt x="1852" y="7589"/>
                  </a:cubicBezTo>
                  <a:cubicBezTo>
                    <a:pt x="1904" y="7589"/>
                    <a:pt x="1956" y="7563"/>
                    <a:pt x="1982" y="7511"/>
                  </a:cubicBezTo>
                  <a:lnTo>
                    <a:pt x="2138" y="7354"/>
                  </a:lnTo>
                  <a:cubicBezTo>
                    <a:pt x="2191" y="7328"/>
                    <a:pt x="2243" y="7315"/>
                    <a:pt x="2288" y="7315"/>
                  </a:cubicBezTo>
                  <a:cubicBezTo>
                    <a:pt x="2334" y="7315"/>
                    <a:pt x="2373" y="7328"/>
                    <a:pt x="2399" y="7354"/>
                  </a:cubicBezTo>
                  <a:cubicBezTo>
                    <a:pt x="2608" y="7458"/>
                    <a:pt x="2816" y="7563"/>
                    <a:pt x="3077" y="7615"/>
                  </a:cubicBezTo>
                  <a:cubicBezTo>
                    <a:pt x="3129" y="7615"/>
                    <a:pt x="3234" y="7719"/>
                    <a:pt x="3234" y="7823"/>
                  </a:cubicBezTo>
                  <a:lnTo>
                    <a:pt x="3234" y="8032"/>
                  </a:lnTo>
                  <a:cubicBezTo>
                    <a:pt x="3234" y="8136"/>
                    <a:pt x="3286" y="8241"/>
                    <a:pt x="3442" y="8241"/>
                  </a:cubicBezTo>
                  <a:lnTo>
                    <a:pt x="4798" y="8241"/>
                  </a:lnTo>
                  <a:cubicBezTo>
                    <a:pt x="4903" y="8241"/>
                    <a:pt x="5007" y="8136"/>
                    <a:pt x="5007" y="8032"/>
                  </a:cubicBezTo>
                  <a:lnTo>
                    <a:pt x="5007" y="7823"/>
                  </a:lnTo>
                  <a:cubicBezTo>
                    <a:pt x="5007" y="7719"/>
                    <a:pt x="5059" y="7615"/>
                    <a:pt x="5163" y="7615"/>
                  </a:cubicBezTo>
                  <a:cubicBezTo>
                    <a:pt x="5424" y="7563"/>
                    <a:pt x="5633" y="7458"/>
                    <a:pt x="5841" y="7354"/>
                  </a:cubicBezTo>
                  <a:cubicBezTo>
                    <a:pt x="5867" y="7328"/>
                    <a:pt x="5907" y="7315"/>
                    <a:pt x="5952" y="7315"/>
                  </a:cubicBezTo>
                  <a:cubicBezTo>
                    <a:pt x="5998" y="7315"/>
                    <a:pt x="6050" y="7328"/>
                    <a:pt x="6102" y="7354"/>
                  </a:cubicBezTo>
                  <a:lnTo>
                    <a:pt x="6259" y="7511"/>
                  </a:lnTo>
                  <a:cubicBezTo>
                    <a:pt x="6285" y="7563"/>
                    <a:pt x="6337" y="7589"/>
                    <a:pt x="6389" y="7589"/>
                  </a:cubicBezTo>
                  <a:cubicBezTo>
                    <a:pt x="6441" y="7589"/>
                    <a:pt x="6493" y="7563"/>
                    <a:pt x="6519" y="7511"/>
                  </a:cubicBezTo>
                  <a:lnTo>
                    <a:pt x="7510" y="6520"/>
                  </a:lnTo>
                  <a:cubicBezTo>
                    <a:pt x="7615" y="6467"/>
                    <a:pt x="7615" y="6311"/>
                    <a:pt x="7510" y="6259"/>
                  </a:cubicBezTo>
                  <a:lnTo>
                    <a:pt x="7354" y="6102"/>
                  </a:lnTo>
                  <a:cubicBezTo>
                    <a:pt x="7302" y="5998"/>
                    <a:pt x="7302" y="5894"/>
                    <a:pt x="7302" y="5842"/>
                  </a:cubicBezTo>
                  <a:cubicBezTo>
                    <a:pt x="7406" y="5633"/>
                    <a:pt x="7510" y="5424"/>
                    <a:pt x="7562" y="5164"/>
                  </a:cubicBezTo>
                  <a:cubicBezTo>
                    <a:pt x="7615" y="5059"/>
                    <a:pt x="7719" y="5007"/>
                    <a:pt x="7771" y="5007"/>
                  </a:cubicBezTo>
                  <a:lnTo>
                    <a:pt x="7980" y="5007"/>
                  </a:lnTo>
                  <a:cubicBezTo>
                    <a:pt x="8136" y="5007"/>
                    <a:pt x="8188" y="4903"/>
                    <a:pt x="8188" y="4799"/>
                  </a:cubicBezTo>
                  <a:lnTo>
                    <a:pt x="8188" y="3390"/>
                  </a:lnTo>
                  <a:cubicBezTo>
                    <a:pt x="8188" y="3286"/>
                    <a:pt x="8136" y="3182"/>
                    <a:pt x="7980" y="3182"/>
                  </a:cubicBezTo>
                  <a:lnTo>
                    <a:pt x="7771" y="3182"/>
                  </a:lnTo>
                  <a:cubicBezTo>
                    <a:pt x="7667" y="3182"/>
                    <a:pt x="7615" y="3130"/>
                    <a:pt x="7562" y="3025"/>
                  </a:cubicBezTo>
                  <a:cubicBezTo>
                    <a:pt x="7510" y="2817"/>
                    <a:pt x="7406" y="2608"/>
                    <a:pt x="7302" y="2400"/>
                  </a:cubicBezTo>
                  <a:cubicBezTo>
                    <a:pt x="7249" y="2295"/>
                    <a:pt x="7302" y="2191"/>
                    <a:pt x="7354" y="2139"/>
                  </a:cubicBezTo>
                  <a:lnTo>
                    <a:pt x="7510" y="1982"/>
                  </a:lnTo>
                  <a:cubicBezTo>
                    <a:pt x="7562" y="1930"/>
                    <a:pt x="7562" y="1774"/>
                    <a:pt x="7510" y="1669"/>
                  </a:cubicBezTo>
                  <a:lnTo>
                    <a:pt x="6519" y="731"/>
                  </a:lnTo>
                  <a:cubicBezTo>
                    <a:pt x="6467" y="678"/>
                    <a:pt x="6415" y="652"/>
                    <a:pt x="6363" y="652"/>
                  </a:cubicBezTo>
                  <a:cubicBezTo>
                    <a:pt x="6311" y="652"/>
                    <a:pt x="6259" y="678"/>
                    <a:pt x="6206" y="731"/>
                  </a:cubicBezTo>
                  <a:lnTo>
                    <a:pt x="6102" y="887"/>
                  </a:lnTo>
                  <a:cubicBezTo>
                    <a:pt x="6050" y="913"/>
                    <a:pt x="5998" y="926"/>
                    <a:pt x="5952" y="926"/>
                  </a:cubicBezTo>
                  <a:cubicBezTo>
                    <a:pt x="5907" y="926"/>
                    <a:pt x="5867" y="913"/>
                    <a:pt x="5841" y="887"/>
                  </a:cubicBezTo>
                  <a:cubicBezTo>
                    <a:pt x="5633" y="783"/>
                    <a:pt x="5372" y="678"/>
                    <a:pt x="5163" y="626"/>
                  </a:cubicBezTo>
                  <a:cubicBezTo>
                    <a:pt x="5059" y="574"/>
                    <a:pt x="5007" y="522"/>
                    <a:pt x="5007" y="418"/>
                  </a:cubicBezTo>
                  <a:lnTo>
                    <a:pt x="5007" y="209"/>
                  </a:lnTo>
                  <a:cubicBezTo>
                    <a:pt x="5007" y="105"/>
                    <a:pt x="4903" y="0"/>
                    <a:pt x="47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7"/>
            <p:cNvSpPr/>
            <p:nvPr/>
          </p:nvSpPr>
          <p:spPr>
            <a:xfrm>
              <a:off x="2923215" y="3081030"/>
              <a:ext cx="84936" cy="72550"/>
            </a:xfrm>
            <a:custGeom>
              <a:avLst/>
              <a:gdLst/>
              <a:ahLst/>
              <a:cxnLst/>
              <a:rect l="l" t="t" r="r" b="b"/>
              <a:pathLst>
                <a:path w="5321" h="4545" extrusionOk="0">
                  <a:moveTo>
                    <a:pt x="3025" y="1"/>
                  </a:moveTo>
                  <a:cubicBezTo>
                    <a:pt x="991" y="1"/>
                    <a:pt x="0" y="2452"/>
                    <a:pt x="1408" y="3860"/>
                  </a:cubicBezTo>
                  <a:cubicBezTo>
                    <a:pt x="1882" y="4334"/>
                    <a:pt x="2461" y="4544"/>
                    <a:pt x="3026" y="4544"/>
                  </a:cubicBezTo>
                  <a:cubicBezTo>
                    <a:pt x="4202" y="4544"/>
                    <a:pt x="5320" y="3634"/>
                    <a:pt x="5320" y="2296"/>
                  </a:cubicBezTo>
                  <a:cubicBezTo>
                    <a:pt x="5320" y="992"/>
                    <a:pt x="4277" y="1"/>
                    <a:pt x="30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7" name="Google Shape;1017;p37"/>
          <p:cNvSpPr/>
          <p:nvPr/>
        </p:nvSpPr>
        <p:spPr>
          <a:xfrm>
            <a:off x="5031941" y="2002124"/>
            <a:ext cx="130717" cy="129871"/>
          </a:xfrm>
          <a:custGeom>
            <a:avLst/>
            <a:gdLst/>
            <a:ahLst/>
            <a:cxnLst/>
            <a:rect l="l" t="t" r="r" b="b"/>
            <a:pathLst>
              <a:path w="8189" h="8136" extrusionOk="0">
                <a:moveTo>
                  <a:pt x="4121" y="0"/>
                </a:moveTo>
                <a:cubicBezTo>
                  <a:pt x="1826" y="0"/>
                  <a:pt x="1" y="1825"/>
                  <a:pt x="1" y="4068"/>
                </a:cubicBezTo>
                <a:cubicBezTo>
                  <a:pt x="1" y="6311"/>
                  <a:pt x="1826" y="8136"/>
                  <a:pt x="4121" y="8136"/>
                </a:cubicBezTo>
                <a:cubicBezTo>
                  <a:pt x="6363" y="8136"/>
                  <a:pt x="8189" y="6311"/>
                  <a:pt x="8189" y="4068"/>
                </a:cubicBezTo>
                <a:cubicBezTo>
                  <a:pt x="8189" y="1825"/>
                  <a:pt x="6363" y="0"/>
                  <a:pt x="4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7"/>
          <p:cNvSpPr/>
          <p:nvPr/>
        </p:nvSpPr>
        <p:spPr>
          <a:xfrm>
            <a:off x="4780532" y="2718904"/>
            <a:ext cx="633552" cy="632706"/>
          </a:xfrm>
          <a:custGeom>
            <a:avLst/>
            <a:gdLst/>
            <a:ahLst/>
            <a:cxnLst/>
            <a:rect l="l" t="t" r="r" b="b"/>
            <a:pathLst>
              <a:path w="39690" h="39637" extrusionOk="0">
                <a:moveTo>
                  <a:pt x="19871" y="0"/>
                </a:moveTo>
                <a:cubicBezTo>
                  <a:pt x="8918" y="0"/>
                  <a:pt x="0" y="8866"/>
                  <a:pt x="0" y="19818"/>
                </a:cubicBezTo>
                <a:cubicBezTo>
                  <a:pt x="0" y="30771"/>
                  <a:pt x="8918" y="39637"/>
                  <a:pt x="19871" y="39637"/>
                </a:cubicBezTo>
                <a:cubicBezTo>
                  <a:pt x="30771" y="39637"/>
                  <a:pt x="39689" y="30771"/>
                  <a:pt x="39689" y="19818"/>
                </a:cubicBezTo>
                <a:cubicBezTo>
                  <a:pt x="39689" y="8866"/>
                  <a:pt x="30771" y="0"/>
                  <a:pt x="198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7"/>
          <p:cNvSpPr/>
          <p:nvPr/>
        </p:nvSpPr>
        <p:spPr>
          <a:xfrm>
            <a:off x="5036937" y="2667282"/>
            <a:ext cx="120724" cy="57465"/>
          </a:xfrm>
          <a:custGeom>
            <a:avLst/>
            <a:gdLst/>
            <a:ahLst/>
            <a:cxnLst/>
            <a:rect l="l" t="t" r="r" b="b"/>
            <a:pathLst>
              <a:path w="7563" h="3600" extrusionOk="0">
                <a:moveTo>
                  <a:pt x="3808" y="1"/>
                </a:moveTo>
                <a:lnTo>
                  <a:pt x="1" y="3599"/>
                </a:lnTo>
                <a:lnTo>
                  <a:pt x="7563" y="3599"/>
                </a:lnTo>
                <a:lnTo>
                  <a:pt x="380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7"/>
          <p:cNvSpPr/>
          <p:nvPr/>
        </p:nvSpPr>
        <p:spPr>
          <a:xfrm>
            <a:off x="5097707" y="2067044"/>
            <a:ext cx="16" cy="690171"/>
          </a:xfrm>
          <a:custGeom>
            <a:avLst/>
            <a:gdLst/>
            <a:ahLst/>
            <a:cxnLst/>
            <a:rect l="l" t="t" r="r" b="b"/>
            <a:pathLst>
              <a:path w="1" h="43237" fill="none" extrusionOk="0">
                <a:moveTo>
                  <a:pt x="1" y="43236"/>
                </a:moveTo>
                <a:lnTo>
                  <a:pt x="1" y="1"/>
                </a:lnTo>
              </a:path>
            </a:pathLst>
          </a:custGeom>
          <a:solidFill>
            <a:schemeClr val="accent1"/>
          </a:solidFill>
          <a:ln w="24775" cap="rnd" cmpd="sng">
            <a:solidFill>
              <a:schemeClr val="accent1"/>
            </a:solidFill>
            <a:prstDash val="solid"/>
            <a:miter lim="521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7"/>
          <p:cNvSpPr/>
          <p:nvPr/>
        </p:nvSpPr>
        <p:spPr>
          <a:xfrm>
            <a:off x="5061073" y="2030426"/>
            <a:ext cx="72454" cy="72438"/>
          </a:xfrm>
          <a:custGeom>
            <a:avLst/>
            <a:gdLst/>
            <a:ahLst/>
            <a:cxnLst/>
            <a:rect l="l" t="t" r="r" b="b"/>
            <a:pathLst>
              <a:path w="4539" h="4538" extrusionOk="0">
                <a:moveTo>
                  <a:pt x="2244" y="0"/>
                </a:moveTo>
                <a:cubicBezTo>
                  <a:pt x="992" y="0"/>
                  <a:pt x="1" y="991"/>
                  <a:pt x="1" y="2243"/>
                </a:cubicBezTo>
                <a:cubicBezTo>
                  <a:pt x="1" y="3494"/>
                  <a:pt x="992" y="4538"/>
                  <a:pt x="2244" y="4538"/>
                </a:cubicBezTo>
                <a:cubicBezTo>
                  <a:pt x="3495" y="4538"/>
                  <a:pt x="4538" y="3494"/>
                  <a:pt x="4538" y="2243"/>
                </a:cubicBezTo>
                <a:cubicBezTo>
                  <a:pt x="4538" y="991"/>
                  <a:pt x="3495" y="0"/>
                  <a:pt x="22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7"/>
          <p:cNvSpPr/>
          <p:nvPr/>
        </p:nvSpPr>
        <p:spPr>
          <a:xfrm>
            <a:off x="4867112" y="2804639"/>
            <a:ext cx="460390" cy="460390"/>
          </a:xfrm>
          <a:custGeom>
            <a:avLst/>
            <a:gdLst/>
            <a:ahLst/>
            <a:cxnLst/>
            <a:rect l="l" t="t" r="r" b="b"/>
            <a:pathLst>
              <a:path w="28842" h="28842" extrusionOk="0">
                <a:moveTo>
                  <a:pt x="14447" y="1"/>
                </a:moveTo>
                <a:cubicBezTo>
                  <a:pt x="6467" y="1"/>
                  <a:pt x="0" y="6468"/>
                  <a:pt x="0" y="14447"/>
                </a:cubicBezTo>
                <a:cubicBezTo>
                  <a:pt x="0" y="22375"/>
                  <a:pt x="6467" y="28842"/>
                  <a:pt x="14447" y="28842"/>
                </a:cubicBezTo>
                <a:cubicBezTo>
                  <a:pt x="22374" y="28842"/>
                  <a:pt x="28841" y="22375"/>
                  <a:pt x="28841" y="14447"/>
                </a:cubicBezTo>
                <a:cubicBezTo>
                  <a:pt x="28841" y="6468"/>
                  <a:pt x="22374" y="1"/>
                  <a:pt x="14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7"/>
          <p:cNvSpPr/>
          <p:nvPr/>
        </p:nvSpPr>
        <p:spPr>
          <a:xfrm>
            <a:off x="4867112" y="2804639"/>
            <a:ext cx="460390" cy="460390"/>
          </a:xfrm>
          <a:custGeom>
            <a:avLst/>
            <a:gdLst/>
            <a:ahLst/>
            <a:cxnLst/>
            <a:rect l="l" t="t" r="r" b="b"/>
            <a:pathLst>
              <a:path w="28842" h="28842" extrusionOk="0">
                <a:moveTo>
                  <a:pt x="14447" y="1"/>
                </a:moveTo>
                <a:cubicBezTo>
                  <a:pt x="6467" y="1"/>
                  <a:pt x="0" y="6468"/>
                  <a:pt x="0" y="14447"/>
                </a:cubicBezTo>
                <a:cubicBezTo>
                  <a:pt x="0" y="22375"/>
                  <a:pt x="6467" y="28842"/>
                  <a:pt x="14447" y="28842"/>
                </a:cubicBezTo>
                <a:cubicBezTo>
                  <a:pt x="22374" y="28842"/>
                  <a:pt x="28841" y="22375"/>
                  <a:pt x="28841" y="14447"/>
                </a:cubicBezTo>
                <a:cubicBezTo>
                  <a:pt x="28841" y="6468"/>
                  <a:pt x="22374" y="1"/>
                  <a:pt x="14447" y="1"/>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7"/>
          <p:cNvSpPr/>
          <p:nvPr/>
        </p:nvSpPr>
        <p:spPr>
          <a:xfrm>
            <a:off x="3995480" y="3937673"/>
            <a:ext cx="129887" cy="130717"/>
          </a:xfrm>
          <a:custGeom>
            <a:avLst/>
            <a:gdLst/>
            <a:ahLst/>
            <a:cxnLst/>
            <a:rect l="l" t="t" r="r" b="b"/>
            <a:pathLst>
              <a:path w="8137" h="8189" extrusionOk="0">
                <a:moveTo>
                  <a:pt x="4068" y="1"/>
                </a:moveTo>
                <a:cubicBezTo>
                  <a:pt x="1826" y="1"/>
                  <a:pt x="0" y="1826"/>
                  <a:pt x="0" y="4069"/>
                </a:cubicBezTo>
                <a:cubicBezTo>
                  <a:pt x="0" y="6363"/>
                  <a:pt x="1826" y="8189"/>
                  <a:pt x="4068" y="8189"/>
                </a:cubicBezTo>
                <a:cubicBezTo>
                  <a:pt x="6311" y="8189"/>
                  <a:pt x="8136" y="6363"/>
                  <a:pt x="8136" y="4069"/>
                </a:cubicBezTo>
                <a:cubicBezTo>
                  <a:pt x="8136" y="1826"/>
                  <a:pt x="6311" y="1"/>
                  <a:pt x="40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7"/>
          <p:cNvSpPr/>
          <p:nvPr/>
        </p:nvSpPr>
        <p:spPr>
          <a:xfrm>
            <a:off x="3744055" y="2718904"/>
            <a:ext cx="632722" cy="632706"/>
          </a:xfrm>
          <a:custGeom>
            <a:avLst/>
            <a:gdLst/>
            <a:ahLst/>
            <a:cxnLst/>
            <a:rect l="l" t="t" r="r" b="b"/>
            <a:pathLst>
              <a:path w="39638" h="39637" extrusionOk="0">
                <a:moveTo>
                  <a:pt x="19819" y="0"/>
                </a:moveTo>
                <a:cubicBezTo>
                  <a:pt x="8867" y="0"/>
                  <a:pt x="1" y="8866"/>
                  <a:pt x="1" y="19818"/>
                </a:cubicBezTo>
                <a:cubicBezTo>
                  <a:pt x="1" y="30771"/>
                  <a:pt x="8867" y="39637"/>
                  <a:pt x="19819" y="39637"/>
                </a:cubicBezTo>
                <a:cubicBezTo>
                  <a:pt x="30772" y="39637"/>
                  <a:pt x="39638" y="30771"/>
                  <a:pt x="39638" y="19818"/>
                </a:cubicBezTo>
                <a:cubicBezTo>
                  <a:pt x="39638" y="8866"/>
                  <a:pt x="30772" y="0"/>
                  <a:pt x="198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7"/>
          <p:cNvSpPr/>
          <p:nvPr/>
        </p:nvSpPr>
        <p:spPr>
          <a:xfrm>
            <a:off x="3998800" y="3344938"/>
            <a:ext cx="119910" cy="57465"/>
          </a:xfrm>
          <a:custGeom>
            <a:avLst/>
            <a:gdLst/>
            <a:ahLst/>
            <a:cxnLst/>
            <a:rect l="l" t="t" r="r" b="b"/>
            <a:pathLst>
              <a:path w="7512" h="3600" extrusionOk="0">
                <a:moveTo>
                  <a:pt x="1" y="0"/>
                </a:moveTo>
                <a:lnTo>
                  <a:pt x="3756" y="3599"/>
                </a:lnTo>
                <a:lnTo>
                  <a:pt x="75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7"/>
          <p:cNvSpPr/>
          <p:nvPr/>
        </p:nvSpPr>
        <p:spPr>
          <a:xfrm>
            <a:off x="4060415" y="3250025"/>
            <a:ext cx="16" cy="752600"/>
          </a:xfrm>
          <a:custGeom>
            <a:avLst/>
            <a:gdLst/>
            <a:ahLst/>
            <a:cxnLst/>
            <a:rect l="l" t="t" r="r" b="b"/>
            <a:pathLst>
              <a:path w="1" h="47148" fill="none" extrusionOk="0">
                <a:moveTo>
                  <a:pt x="0" y="47148"/>
                </a:moveTo>
                <a:lnTo>
                  <a:pt x="0" y="1"/>
                </a:lnTo>
              </a:path>
            </a:pathLst>
          </a:custGeom>
          <a:solidFill>
            <a:schemeClr val="accent1"/>
          </a:solidFill>
          <a:ln w="24775" cap="flat" cmpd="sng">
            <a:solidFill>
              <a:schemeClr val="accent1"/>
            </a:solidFill>
            <a:prstDash val="solid"/>
            <a:miter lim="521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7"/>
          <p:cNvSpPr/>
          <p:nvPr/>
        </p:nvSpPr>
        <p:spPr>
          <a:xfrm>
            <a:off x="4024612" y="3966821"/>
            <a:ext cx="72454" cy="72438"/>
          </a:xfrm>
          <a:custGeom>
            <a:avLst/>
            <a:gdLst/>
            <a:ahLst/>
            <a:cxnLst/>
            <a:rect l="l" t="t" r="r" b="b"/>
            <a:pathLst>
              <a:path w="4539" h="4538" extrusionOk="0">
                <a:moveTo>
                  <a:pt x="2243" y="0"/>
                </a:moveTo>
                <a:cubicBezTo>
                  <a:pt x="992" y="0"/>
                  <a:pt x="1" y="991"/>
                  <a:pt x="1" y="2243"/>
                </a:cubicBezTo>
                <a:cubicBezTo>
                  <a:pt x="1" y="3494"/>
                  <a:pt x="992" y="4537"/>
                  <a:pt x="2243" y="4537"/>
                </a:cubicBezTo>
                <a:cubicBezTo>
                  <a:pt x="3495" y="4537"/>
                  <a:pt x="4538" y="3494"/>
                  <a:pt x="4538" y="2243"/>
                </a:cubicBezTo>
                <a:cubicBezTo>
                  <a:pt x="4538" y="991"/>
                  <a:pt x="3495" y="0"/>
                  <a:pt x="22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7"/>
          <p:cNvSpPr/>
          <p:nvPr/>
        </p:nvSpPr>
        <p:spPr>
          <a:xfrm>
            <a:off x="3830635" y="2804639"/>
            <a:ext cx="460390" cy="460390"/>
          </a:xfrm>
          <a:custGeom>
            <a:avLst/>
            <a:gdLst/>
            <a:ahLst/>
            <a:cxnLst/>
            <a:rect l="l" t="t" r="r" b="b"/>
            <a:pathLst>
              <a:path w="28842" h="28842" extrusionOk="0">
                <a:moveTo>
                  <a:pt x="14395" y="1"/>
                </a:moveTo>
                <a:cubicBezTo>
                  <a:pt x="6468" y="1"/>
                  <a:pt x="1" y="6468"/>
                  <a:pt x="1" y="14447"/>
                </a:cubicBezTo>
                <a:cubicBezTo>
                  <a:pt x="1" y="22375"/>
                  <a:pt x="6468" y="28842"/>
                  <a:pt x="14395" y="28842"/>
                </a:cubicBezTo>
                <a:cubicBezTo>
                  <a:pt x="22375" y="28842"/>
                  <a:pt x="28842" y="22375"/>
                  <a:pt x="28842" y="14447"/>
                </a:cubicBezTo>
                <a:cubicBezTo>
                  <a:pt x="28842" y="6468"/>
                  <a:pt x="22375" y="1"/>
                  <a:pt x="143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7"/>
          <p:cNvSpPr/>
          <p:nvPr/>
        </p:nvSpPr>
        <p:spPr>
          <a:xfrm>
            <a:off x="3830635" y="2804639"/>
            <a:ext cx="460390" cy="460390"/>
          </a:xfrm>
          <a:custGeom>
            <a:avLst/>
            <a:gdLst/>
            <a:ahLst/>
            <a:cxnLst/>
            <a:rect l="l" t="t" r="r" b="b"/>
            <a:pathLst>
              <a:path w="28842" h="28842" extrusionOk="0">
                <a:moveTo>
                  <a:pt x="14395" y="1"/>
                </a:moveTo>
                <a:cubicBezTo>
                  <a:pt x="6468" y="1"/>
                  <a:pt x="1" y="6468"/>
                  <a:pt x="1" y="14447"/>
                </a:cubicBezTo>
                <a:cubicBezTo>
                  <a:pt x="1" y="22375"/>
                  <a:pt x="6468" y="28842"/>
                  <a:pt x="14395" y="28842"/>
                </a:cubicBezTo>
                <a:cubicBezTo>
                  <a:pt x="22375" y="28842"/>
                  <a:pt x="28842" y="22375"/>
                  <a:pt x="28842" y="14447"/>
                </a:cubicBezTo>
                <a:cubicBezTo>
                  <a:pt x="28842" y="6468"/>
                  <a:pt x="22375" y="1"/>
                  <a:pt x="14395" y="1"/>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7"/>
          <p:cNvSpPr/>
          <p:nvPr/>
        </p:nvSpPr>
        <p:spPr>
          <a:xfrm>
            <a:off x="6068402" y="3937673"/>
            <a:ext cx="130733" cy="130717"/>
          </a:xfrm>
          <a:custGeom>
            <a:avLst/>
            <a:gdLst/>
            <a:ahLst/>
            <a:cxnLst/>
            <a:rect l="l" t="t" r="r" b="b"/>
            <a:pathLst>
              <a:path w="8190" h="8189" extrusionOk="0">
                <a:moveTo>
                  <a:pt x="4121" y="1"/>
                </a:moveTo>
                <a:cubicBezTo>
                  <a:pt x="1826" y="1"/>
                  <a:pt x="1" y="1826"/>
                  <a:pt x="1" y="4069"/>
                </a:cubicBezTo>
                <a:cubicBezTo>
                  <a:pt x="1" y="6363"/>
                  <a:pt x="1826" y="8189"/>
                  <a:pt x="4121" y="8189"/>
                </a:cubicBezTo>
                <a:cubicBezTo>
                  <a:pt x="6364" y="8189"/>
                  <a:pt x="8189" y="6363"/>
                  <a:pt x="8189" y="4069"/>
                </a:cubicBezTo>
                <a:cubicBezTo>
                  <a:pt x="8189" y="1826"/>
                  <a:pt x="6364" y="1"/>
                  <a:pt x="41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7"/>
          <p:cNvSpPr/>
          <p:nvPr/>
        </p:nvSpPr>
        <p:spPr>
          <a:xfrm>
            <a:off x="5816993" y="2718904"/>
            <a:ext cx="633552" cy="632706"/>
          </a:xfrm>
          <a:custGeom>
            <a:avLst/>
            <a:gdLst/>
            <a:ahLst/>
            <a:cxnLst/>
            <a:rect l="l" t="t" r="r" b="b"/>
            <a:pathLst>
              <a:path w="39690" h="39637" extrusionOk="0">
                <a:moveTo>
                  <a:pt x="19871" y="0"/>
                </a:moveTo>
                <a:cubicBezTo>
                  <a:pt x="8919" y="0"/>
                  <a:pt x="1" y="8866"/>
                  <a:pt x="1" y="19818"/>
                </a:cubicBezTo>
                <a:cubicBezTo>
                  <a:pt x="1" y="30771"/>
                  <a:pt x="8919" y="39637"/>
                  <a:pt x="19871" y="39637"/>
                </a:cubicBezTo>
                <a:cubicBezTo>
                  <a:pt x="30823" y="39637"/>
                  <a:pt x="39689" y="30771"/>
                  <a:pt x="39689" y="19818"/>
                </a:cubicBezTo>
                <a:cubicBezTo>
                  <a:pt x="39689" y="8866"/>
                  <a:pt x="30823" y="0"/>
                  <a:pt x="198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7"/>
          <p:cNvSpPr/>
          <p:nvPr/>
        </p:nvSpPr>
        <p:spPr>
          <a:xfrm>
            <a:off x="6072568" y="3344938"/>
            <a:ext cx="119894" cy="57465"/>
          </a:xfrm>
          <a:custGeom>
            <a:avLst/>
            <a:gdLst/>
            <a:ahLst/>
            <a:cxnLst/>
            <a:rect l="l" t="t" r="r" b="b"/>
            <a:pathLst>
              <a:path w="7511" h="3600" extrusionOk="0">
                <a:moveTo>
                  <a:pt x="1" y="0"/>
                </a:moveTo>
                <a:lnTo>
                  <a:pt x="3756" y="3599"/>
                </a:lnTo>
                <a:lnTo>
                  <a:pt x="75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7"/>
          <p:cNvSpPr/>
          <p:nvPr/>
        </p:nvSpPr>
        <p:spPr>
          <a:xfrm>
            <a:off x="6134184" y="3161784"/>
            <a:ext cx="16" cy="840841"/>
          </a:xfrm>
          <a:custGeom>
            <a:avLst/>
            <a:gdLst/>
            <a:ahLst/>
            <a:cxnLst/>
            <a:rect l="l" t="t" r="r" b="b"/>
            <a:pathLst>
              <a:path w="1" h="52676" fill="none" extrusionOk="0">
                <a:moveTo>
                  <a:pt x="0" y="52676"/>
                </a:moveTo>
                <a:lnTo>
                  <a:pt x="0" y="1"/>
                </a:lnTo>
              </a:path>
            </a:pathLst>
          </a:custGeom>
          <a:solidFill>
            <a:schemeClr val="accent1"/>
          </a:solidFill>
          <a:ln w="24775" cap="rnd" cmpd="sng">
            <a:solidFill>
              <a:schemeClr val="accent1"/>
            </a:solidFill>
            <a:prstDash val="solid"/>
            <a:miter lim="5215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7"/>
          <p:cNvSpPr/>
          <p:nvPr/>
        </p:nvSpPr>
        <p:spPr>
          <a:xfrm>
            <a:off x="6097550" y="3965975"/>
            <a:ext cx="72438" cy="72454"/>
          </a:xfrm>
          <a:custGeom>
            <a:avLst/>
            <a:gdLst/>
            <a:ahLst/>
            <a:cxnLst/>
            <a:rect l="l" t="t" r="r" b="b"/>
            <a:pathLst>
              <a:path w="4538" h="4539" extrusionOk="0">
                <a:moveTo>
                  <a:pt x="2243" y="1"/>
                </a:moveTo>
                <a:cubicBezTo>
                  <a:pt x="991" y="1"/>
                  <a:pt x="0" y="992"/>
                  <a:pt x="0" y="2244"/>
                </a:cubicBezTo>
                <a:cubicBezTo>
                  <a:pt x="0" y="3547"/>
                  <a:pt x="991" y="4538"/>
                  <a:pt x="2243" y="4538"/>
                </a:cubicBezTo>
                <a:cubicBezTo>
                  <a:pt x="3547" y="4538"/>
                  <a:pt x="4538" y="3547"/>
                  <a:pt x="4538" y="2244"/>
                </a:cubicBezTo>
                <a:cubicBezTo>
                  <a:pt x="4538" y="992"/>
                  <a:pt x="3547" y="1"/>
                  <a:pt x="22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7"/>
          <p:cNvSpPr/>
          <p:nvPr/>
        </p:nvSpPr>
        <p:spPr>
          <a:xfrm>
            <a:off x="5903573" y="2804639"/>
            <a:ext cx="460390" cy="460390"/>
          </a:xfrm>
          <a:custGeom>
            <a:avLst/>
            <a:gdLst/>
            <a:ahLst/>
            <a:cxnLst/>
            <a:rect l="l" t="t" r="r" b="b"/>
            <a:pathLst>
              <a:path w="28842" h="28842" extrusionOk="0">
                <a:moveTo>
                  <a:pt x="14447" y="1"/>
                </a:moveTo>
                <a:cubicBezTo>
                  <a:pt x="6468" y="1"/>
                  <a:pt x="1" y="6468"/>
                  <a:pt x="1" y="14447"/>
                </a:cubicBezTo>
                <a:cubicBezTo>
                  <a:pt x="1" y="22375"/>
                  <a:pt x="6468" y="28842"/>
                  <a:pt x="14447" y="28842"/>
                </a:cubicBezTo>
                <a:cubicBezTo>
                  <a:pt x="22374" y="28842"/>
                  <a:pt x="28841" y="22375"/>
                  <a:pt x="28841" y="14447"/>
                </a:cubicBezTo>
                <a:cubicBezTo>
                  <a:pt x="28841" y="6468"/>
                  <a:pt x="22374" y="1"/>
                  <a:pt x="14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7"/>
          <p:cNvSpPr/>
          <p:nvPr/>
        </p:nvSpPr>
        <p:spPr>
          <a:xfrm>
            <a:off x="5903573" y="2804639"/>
            <a:ext cx="460390" cy="460390"/>
          </a:xfrm>
          <a:custGeom>
            <a:avLst/>
            <a:gdLst/>
            <a:ahLst/>
            <a:cxnLst/>
            <a:rect l="l" t="t" r="r" b="b"/>
            <a:pathLst>
              <a:path w="28842" h="28842" extrusionOk="0">
                <a:moveTo>
                  <a:pt x="14447" y="1"/>
                </a:moveTo>
                <a:cubicBezTo>
                  <a:pt x="6468" y="1"/>
                  <a:pt x="1" y="6468"/>
                  <a:pt x="1" y="14447"/>
                </a:cubicBezTo>
                <a:cubicBezTo>
                  <a:pt x="1" y="22375"/>
                  <a:pt x="6468" y="28842"/>
                  <a:pt x="14447" y="28842"/>
                </a:cubicBezTo>
                <a:cubicBezTo>
                  <a:pt x="22374" y="28842"/>
                  <a:pt x="28841" y="22375"/>
                  <a:pt x="28841" y="14447"/>
                </a:cubicBezTo>
                <a:cubicBezTo>
                  <a:pt x="28841" y="6468"/>
                  <a:pt x="22374" y="1"/>
                  <a:pt x="14447" y="1"/>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7"/>
          <p:cNvSpPr txBox="1">
            <a:spLocks noGrp="1"/>
          </p:cNvSpPr>
          <p:nvPr>
            <p:ph type="subTitle" idx="4294967295"/>
          </p:nvPr>
        </p:nvSpPr>
        <p:spPr>
          <a:xfrm>
            <a:off x="3574575" y="4194595"/>
            <a:ext cx="983100" cy="408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s" sz="1000"/>
              <a:t>Focus group</a:t>
            </a:r>
            <a:endParaRPr sz="1000"/>
          </a:p>
        </p:txBody>
      </p:sp>
      <p:sp>
        <p:nvSpPr>
          <p:cNvPr id="1039" name="Google Shape;1039;p37"/>
          <p:cNvSpPr txBox="1">
            <a:spLocks noGrp="1"/>
          </p:cNvSpPr>
          <p:nvPr>
            <p:ph type="ctrTitle" idx="4294967295"/>
          </p:nvPr>
        </p:nvSpPr>
        <p:spPr>
          <a:xfrm>
            <a:off x="2684100" y="1551150"/>
            <a:ext cx="697200" cy="19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1000"/>
              <a:t>WEEK 1</a:t>
            </a:r>
            <a:endParaRPr sz="1000"/>
          </a:p>
        </p:txBody>
      </p:sp>
      <p:sp>
        <p:nvSpPr>
          <p:cNvPr id="1040" name="Google Shape;1040;p37"/>
          <p:cNvSpPr txBox="1">
            <a:spLocks noGrp="1"/>
          </p:cNvSpPr>
          <p:nvPr>
            <p:ph type="ctrTitle" idx="4294967295"/>
          </p:nvPr>
        </p:nvSpPr>
        <p:spPr>
          <a:xfrm>
            <a:off x="3717525" y="4046700"/>
            <a:ext cx="697200" cy="19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1000"/>
              <a:t>WEEK 2</a:t>
            </a:r>
            <a:endParaRPr sz="1000"/>
          </a:p>
        </p:txBody>
      </p:sp>
      <p:sp>
        <p:nvSpPr>
          <p:cNvPr id="1041" name="Google Shape;1041;p37"/>
          <p:cNvSpPr txBox="1">
            <a:spLocks noGrp="1"/>
          </p:cNvSpPr>
          <p:nvPr>
            <p:ph type="ctrTitle" idx="4294967295"/>
          </p:nvPr>
        </p:nvSpPr>
        <p:spPr>
          <a:xfrm>
            <a:off x="4741450" y="1551150"/>
            <a:ext cx="697200" cy="19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1000"/>
              <a:t>WEEK 3</a:t>
            </a:r>
            <a:endParaRPr sz="1000"/>
          </a:p>
        </p:txBody>
      </p:sp>
      <p:sp>
        <p:nvSpPr>
          <p:cNvPr id="1042" name="Google Shape;1042;p37"/>
          <p:cNvSpPr txBox="1">
            <a:spLocks noGrp="1"/>
          </p:cNvSpPr>
          <p:nvPr>
            <p:ph type="ctrTitle" idx="4294967295"/>
          </p:nvPr>
        </p:nvSpPr>
        <p:spPr>
          <a:xfrm>
            <a:off x="5784450" y="4046700"/>
            <a:ext cx="697200" cy="19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1000"/>
              <a:t>WEEK 4</a:t>
            </a:r>
            <a:endParaRPr sz="1000"/>
          </a:p>
        </p:txBody>
      </p:sp>
      <p:sp>
        <p:nvSpPr>
          <p:cNvPr id="1043" name="Google Shape;1043;p37"/>
          <p:cNvSpPr txBox="1">
            <a:spLocks noGrp="1"/>
          </p:cNvSpPr>
          <p:nvPr>
            <p:ph type="subTitle" idx="4294967295"/>
          </p:nvPr>
        </p:nvSpPr>
        <p:spPr>
          <a:xfrm>
            <a:off x="4414725" y="1689550"/>
            <a:ext cx="1369800" cy="408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s" sz="1000"/>
              <a:t>Increased traffic</a:t>
            </a:r>
            <a:endParaRPr sz="1000"/>
          </a:p>
        </p:txBody>
      </p:sp>
      <p:sp>
        <p:nvSpPr>
          <p:cNvPr id="1044" name="Google Shape;1044;p37"/>
          <p:cNvSpPr txBox="1">
            <a:spLocks noGrp="1"/>
          </p:cNvSpPr>
          <p:nvPr>
            <p:ph type="subTitle" idx="4294967295"/>
          </p:nvPr>
        </p:nvSpPr>
        <p:spPr>
          <a:xfrm>
            <a:off x="5528200" y="4194600"/>
            <a:ext cx="1218300" cy="408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s" sz="1000"/>
              <a:t>Progress review</a:t>
            </a:r>
            <a:endParaRPr sz="1000"/>
          </a:p>
        </p:txBody>
      </p:sp>
      <p:sp>
        <p:nvSpPr>
          <p:cNvPr id="1045" name="Google Shape;1045;p37"/>
          <p:cNvSpPr txBox="1">
            <a:spLocks noGrp="1"/>
          </p:cNvSpPr>
          <p:nvPr>
            <p:ph type="subTitle" idx="4294967295"/>
          </p:nvPr>
        </p:nvSpPr>
        <p:spPr>
          <a:xfrm>
            <a:off x="2103000" y="1689550"/>
            <a:ext cx="1859400" cy="408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s" sz="1000"/>
              <a:t>Improvements</a:t>
            </a:r>
            <a:endParaRPr sz="1000"/>
          </a:p>
        </p:txBody>
      </p:sp>
      <p:sp>
        <p:nvSpPr>
          <p:cNvPr id="1046" name="Google Shape;1046;p37"/>
          <p:cNvSpPr txBox="1">
            <a:spLocks noGrp="1"/>
          </p:cNvSpPr>
          <p:nvPr>
            <p:ph type="ctrTitle" idx="4294967295"/>
          </p:nvPr>
        </p:nvSpPr>
        <p:spPr>
          <a:xfrm>
            <a:off x="1309675" y="2827625"/>
            <a:ext cx="885600" cy="196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s" sz="1000"/>
              <a:t>BETA</a:t>
            </a:r>
            <a:endParaRPr sz="1000"/>
          </a:p>
          <a:p>
            <a:pPr marL="0" lvl="0" indent="0" algn="r" rtl="0">
              <a:spcBef>
                <a:spcPts val="0"/>
              </a:spcBef>
              <a:spcAft>
                <a:spcPts val="0"/>
              </a:spcAft>
              <a:buNone/>
            </a:pPr>
            <a:r>
              <a:rPr lang="es" sz="1000"/>
              <a:t>RELEASE</a:t>
            </a:r>
            <a:endParaRPr sz="1000"/>
          </a:p>
        </p:txBody>
      </p:sp>
      <p:sp>
        <p:nvSpPr>
          <p:cNvPr id="1047" name="Google Shape;1047;p37"/>
          <p:cNvSpPr txBox="1">
            <a:spLocks noGrp="1"/>
          </p:cNvSpPr>
          <p:nvPr>
            <p:ph type="ctrTitle" idx="4294967295"/>
          </p:nvPr>
        </p:nvSpPr>
        <p:spPr>
          <a:xfrm>
            <a:off x="6967550" y="2827625"/>
            <a:ext cx="885600" cy="19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000"/>
              <a:t>FINAL</a:t>
            </a:r>
            <a:endParaRPr sz="1000"/>
          </a:p>
          <a:p>
            <a:pPr marL="0" lvl="0" indent="0" algn="l" rtl="0">
              <a:spcBef>
                <a:spcPts val="0"/>
              </a:spcBef>
              <a:spcAft>
                <a:spcPts val="0"/>
              </a:spcAft>
              <a:buNone/>
            </a:pPr>
            <a:r>
              <a:rPr lang="es" sz="1000"/>
              <a:t>VERSION</a:t>
            </a:r>
            <a:endParaRPr sz="1000"/>
          </a:p>
        </p:txBody>
      </p:sp>
      <p:grpSp>
        <p:nvGrpSpPr>
          <p:cNvPr id="1048" name="Google Shape;1048;p37"/>
          <p:cNvGrpSpPr/>
          <p:nvPr/>
        </p:nvGrpSpPr>
        <p:grpSpPr>
          <a:xfrm>
            <a:off x="4985744" y="2902518"/>
            <a:ext cx="222293" cy="237986"/>
            <a:chOff x="5029650" y="894850"/>
            <a:chExt cx="1559950" cy="1670075"/>
          </a:xfrm>
        </p:grpSpPr>
        <p:sp>
          <p:nvSpPr>
            <p:cNvPr id="1049" name="Google Shape;1049;p37"/>
            <p:cNvSpPr/>
            <p:nvPr/>
          </p:nvSpPr>
          <p:spPr>
            <a:xfrm>
              <a:off x="5029650" y="2203275"/>
              <a:ext cx="243300" cy="361650"/>
            </a:xfrm>
            <a:custGeom>
              <a:avLst/>
              <a:gdLst/>
              <a:ahLst/>
              <a:cxnLst/>
              <a:rect l="l" t="t" r="r" b="b"/>
              <a:pathLst>
                <a:path w="9732" h="14466" extrusionOk="0">
                  <a:moveTo>
                    <a:pt x="6773" y="0"/>
                  </a:moveTo>
                  <a:cubicBezTo>
                    <a:pt x="3025" y="0"/>
                    <a:pt x="1" y="3222"/>
                    <a:pt x="1" y="7233"/>
                  </a:cubicBezTo>
                  <a:lnTo>
                    <a:pt x="1" y="12493"/>
                  </a:lnTo>
                  <a:cubicBezTo>
                    <a:pt x="1" y="13545"/>
                    <a:pt x="855" y="14465"/>
                    <a:pt x="1842" y="14465"/>
                  </a:cubicBezTo>
                  <a:lnTo>
                    <a:pt x="9732" y="14465"/>
                  </a:lnTo>
                  <a:cubicBezTo>
                    <a:pt x="9534" y="13873"/>
                    <a:pt x="9403" y="13216"/>
                    <a:pt x="9403" y="12493"/>
                  </a:cubicBezTo>
                  <a:lnTo>
                    <a:pt x="94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7"/>
            <p:cNvSpPr/>
            <p:nvPr/>
          </p:nvSpPr>
          <p:spPr>
            <a:xfrm>
              <a:off x="5356750" y="1941900"/>
              <a:ext cx="241675" cy="623025"/>
            </a:xfrm>
            <a:custGeom>
              <a:avLst/>
              <a:gdLst/>
              <a:ahLst/>
              <a:cxnLst/>
              <a:rect l="l" t="t" r="r" b="b"/>
              <a:pathLst>
                <a:path w="9667" h="24921" extrusionOk="0">
                  <a:moveTo>
                    <a:pt x="6707" y="1"/>
                  </a:moveTo>
                  <a:cubicBezTo>
                    <a:pt x="3025" y="1"/>
                    <a:pt x="1" y="3223"/>
                    <a:pt x="1" y="7233"/>
                  </a:cubicBezTo>
                  <a:lnTo>
                    <a:pt x="1" y="22948"/>
                  </a:lnTo>
                  <a:cubicBezTo>
                    <a:pt x="1" y="24000"/>
                    <a:pt x="790" y="24920"/>
                    <a:pt x="1776" y="24920"/>
                  </a:cubicBezTo>
                  <a:lnTo>
                    <a:pt x="9666" y="24920"/>
                  </a:lnTo>
                  <a:cubicBezTo>
                    <a:pt x="9535" y="24328"/>
                    <a:pt x="9337" y="23671"/>
                    <a:pt x="9337" y="22948"/>
                  </a:cubicBezTo>
                  <a:lnTo>
                    <a:pt x="93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7"/>
            <p:cNvSpPr/>
            <p:nvPr/>
          </p:nvSpPr>
          <p:spPr>
            <a:xfrm>
              <a:off x="5836725" y="894850"/>
              <a:ext cx="752875" cy="1670075"/>
            </a:xfrm>
            <a:custGeom>
              <a:avLst/>
              <a:gdLst/>
              <a:ahLst/>
              <a:cxnLst/>
              <a:rect l="l" t="t" r="r" b="b"/>
              <a:pathLst>
                <a:path w="30115" h="66803" extrusionOk="0">
                  <a:moveTo>
                    <a:pt x="15058" y="0"/>
                  </a:moveTo>
                  <a:cubicBezTo>
                    <a:pt x="14466" y="0"/>
                    <a:pt x="13940" y="329"/>
                    <a:pt x="13611" y="789"/>
                  </a:cubicBezTo>
                  <a:lnTo>
                    <a:pt x="527" y="19594"/>
                  </a:lnTo>
                  <a:cubicBezTo>
                    <a:pt x="132" y="20185"/>
                    <a:pt x="1" y="21040"/>
                    <a:pt x="330" y="21698"/>
                  </a:cubicBezTo>
                  <a:cubicBezTo>
                    <a:pt x="658" y="22355"/>
                    <a:pt x="1250" y="22750"/>
                    <a:pt x="1973" y="22750"/>
                  </a:cubicBezTo>
                  <a:lnTo>
                    <a:pt x="6707" y="22750"/>
                  </a:lnTo>
                  <a:lnTo>
                    <a:pt x="6707" y="64830"/>
                  </a:lnTo>
                  <a:cubicBezTo>
                    <a:pt x="6707" y="65882"/>
                    <a:pt x="7496" y="66802"/>
                    <a:pt x="8483" y="66802"/>
                  </a:cubicBezTo>
                  <a:lnTo>
                    <a:pt x="21567" y="66802"/>
                  </a:lnTo>
                  <a:cubicBezTo>
                    <a:pt x="22553" y="66802"/>
                    <a:pt x="23342" y="65882"/>
                    <a:pt x="23342" y="64830"/>
                  </a:cubicBezTo>
                  <a:lnTo>
                    <a:pt x="23342" y="22750"/>
                  </a:lnTo>
                  <a:lnTo>
                    <a:pt x="28010" y="22750"/>
                  </a:lnTo>
                  <a:cubicBezTo>
                    <a:pt x="28668" y="22750"/>
                    <a:pt x="29391" y="22355"/>
                    <a:pt x="29654" y="21698"/>
                  </a:cubicBezTo>
                  <a:cubicBezTo>
                    <a:pt x="30114" y="21040"/>
                    <a:pt x="30049" y="20185"/>
                    <a:pt x="29588" y="19594"/>
                  </a:cubicBezTo>
                  <a:lnTo>
                    <a:pt x="16570" y="789"/>
                  </a:lnTo>
                  <a:cubicBezTo>
                    <a:pt x="16241" y="329"/>
                    <a:pt x="15649" y="0"/>
                    <a:pt x="150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7"/>
            <p:cNvSpPr/>
            <p:nvPr/>
          </p:nvSpPr>
          <p:spPr>
            <a:xfrm>
              <a:off x="5680575" y="1678900"/>
              <a:ext cx="243300" cy="886025"/>
            </a:xfrm>
            <a:custGeom>
              <a:avLst/>
              <a:gdLst/>
              <a:ahLst/>
              <a:cxnLst/>
              <a:rect l="l" t="t" r="r" b="b"/>
              <a:pathLst>
                <a:path w="9732" h="35441" extrusionOk="0">
                  <a:moveTo>
                    <a:pt x="6773" y="1"/>
                  </a:moveTo>
                  <a:cubicBezTo>
                    <a:pt x="3091" y="1"/>
                    <a:pt x="1" y="3223"/>
                    <a:pt x="1" y="7233"/>
                  </a:cubicBezTo>
                  <a:lnTo>
                    <a:pt x="1" y="33468"/>
                  </a:lnTo>
                  <a:cubicBezTo>
                    <a:pt x="1" y="34520"/>
                    <a:pt x="855" y="35440"/>
                    <a:pt x="1842" y="35440"/>
                  </a:cubicBezTo>
                  <a:lnTo>
                    <a:pt x="9732" y="35440"/>
                  </a:lnTo>
                  <a:cubicBezTo>
                    <a:pt x="9534" y="34848"/>
                    <a:pt x="9403" y="34191"/>
                    <a:pt x="9403" y="33468"/>
                  </a:cubicBezTo>
                  <a:lnTo>
                    <a:pt x="94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3" name="Google Shape;1053;p37"/>
          <p:cNvGrpSpPr/>
          <p:nvPr/>
        </p:nvGrpSpPr>
        <p:grpSpPr>
          <a:xfrm>
            <a:off x="6035044" y="2913719"/>
            <a:ext cx="196025" cy="243061"/>
            <a:chOff x="736175" y="1051000"/>
            <a:chExt cx="1678300" cy="2081000"/>
          </a:xfrm>
        </p:grpSpPr>
        <p:sp>
          <p:nvSpPr>
            <p:cNvPr id="1054" name="Google Shape;1054;p37"/>
            <p:cNvSpPr/>
            <p:nvPr/>
          </p:nvSpPr>
          <p:spPr>
            <a:xfrm>
              <a:off x="849600" y="1051000"/>
              <a:ext cx="1449800" cy="1414800"/>
            </a:xfrm>
            <a:custGeom>
              <a:avLst/>
              <a:gdLst/>
              <a:ahLst/>
              <a:cxnLst/>
              <a:rect l="l" t="t" r="r" b="b"/>
              <a:pathLst>
                <a:path w="57992" h="56592" extrusionOk="0">
                  <a:moveTo>
                    <a:pt x="29062" y="11507"/>
                  </a:moveTo>
                  <a:cubicBezTo>
                    <a:pt x="38267" y="11507"/>
                    <a:pt x="45762" y="19002"/>
                    <a:pt x="45762" y="28207"/>
                  </a:cubicBezTo>
                  <a:cubicBezTo>
                    <a:pt x="45762" y="37412"/>
                    <a:pt x="38267" y="44842"/>
                    <a:pt x="29062" y="44842"/>
                  </a:cubicBezTo>
                  <a:cubicBezTo>
                    <a:pt x="19857" y="44842"/>
                    <a:pt x="12361" y="37412"/>
                    <a:pt x="12361" y="28207"/>
                  </a:cubicBezTo>
                  <a:cubicBezTo>
                    <a:pt x="12361" y="18936"/>
                    <a:pt x="19857" y="11507"/>
                    <a:pt x="29062" y="11507"/>
                  </a:cubicBezTo>
                  <a:close/>
                  <a:moveTo>
                    <a:pt x="22334" y="0"/>
                  </a:moveTo>
                  <a:cubicBezTo>
                    <a:pt x="20900" y="0"/>
                    <a:pt x="19679" y="822"/>
                    <a:pt x="18673" y="2499"/>
                  </a:cubicBezTo>
                  <a:cubicBezTo>
                    <a:pt x="17095" y="5129"/>
                    <a:pt x="14794" y="6444"/>
                    <a:pt x="11769" y="6444"/>
                  </a:cubicBezTo>
                  <a:cubicBezTo>
                    <a:pt x="8745" y="6444"/>
                    <a:pt x="7167" y="8022"/>
                    <a:pt x="7167" y="11046"/>
                  </a:cubicBezTo>
                  <a:cubicBezTo>
                    <a:pt x="7101" y="14137"/>
                    <a:pt x="5786" y="16438"/>
                    <a:pt x="3222" y="17950"/>
                  </a:cubicBezTo>
                  <a:cubicBezTo>
                    <a:pt x="592" y="19528"/>
                    <a:pt x="0" y="21566"/>
                    <a:pt x="1512" y="24328"/>
                  </a:cubicBezTo>
                  <a:cubicBezTo>
                    <a:pt x="2959" y="26958"/>
                    <a:pt x="2959" y="29654"/>
                    <a:pt x="1512" y="32284"/>
                  </a:cubicBezTo>
                  <a:cubicBezTo>
                    <a:pt x="0" y="34914"/>
                    <a:pt x="592" y="37018"/>
                    <a:pt x="3222" y="38596"/>
                  </a:cubicBezTo>
                  <a:cubicBezTo>
                    <a:pt x="5852" y="40174"/>
                    <a:pt x="7167" y="42475"/>
                    <a:pt x="7167" y="45499"/>
                  </a:cubicBezTo>
                  <a:cubicBezTo>
                    <a:pt x="7233" y="48590"/>
                    <a:pt x="8745" y="50102"/>
                    <a:pt x="11769" y="50102"/>
                  </a:cubicBezTo>
                  <a:cubicBezTo>
                    <a:pt x="14794" y="50102"/>
                    <a:pt x="17095" y="51548"/>
                    <a:pt x="18673" y="54047"/>
                  </a:cubicBezTo>
                  <a:cubicBezTo>
                    <a:pt x="19691" y="55744"/>
                    <a:pt x="20928" y="56592"/>
                    <a:pt x="22384" y="56592"/>
                  </a:cubicBezTo>
                  <a:cubicBezTo>
                    <a:pt x="23185" y="56592"/>
                    <a:pt x="24052" y="56335"/>
                    <a:pt x="24985" y="55822"/>
                  </a:cubicBezTo>
                  <a:cubicBezTo>
                    <a:pt x="26300" y="55066"/>
                    <a:pt x="27648" y="54688"/>
                    <a:pt x="28996" y="54688"/>
                  </a:cubicBezTo>
                  <a:cubicBezTo>
                    <a:pt x="30344" y="54688"/>
                    <a:pt x="31692" y="55066"/>
                    <a:pt x="33007" y="55822"/>
                  </a:cubicBezTo>
                  <a:cubicBezTo>
                    <a:pt x="33942" y="56313"/>
                    <a:pt x="34810" y="56563"/>
                    <a:pt x="35612" y="56563"/>
                  </a:cubicBezTo>
                  <a:cubicBezTo>
                    <a:pt x="37066" y="56563"/>
                    <a:pt x="38302" y="55742"/>
                    <a:pt x="39319" y="54047"/>
                  </a:cubicBezTo>
                  <a:cubicBezTo>
                    <a:pt x="40897" y="51417"/>
                    <a:pt x="43198" y="50102"/>
                    <a:pt x="46222" y="50102"/>
                  </a:cubicBezTo>
                  <a:cubicBezTo>
                    <a:pt x="49247" y="50102"/>
                    <a:pt x="50825" y="48590"/>
                    <a:pt x="50825" y="45499"/>
                  </a:cubicBezTo>
                  <a:cubicBezTo>
                    <a:pt x="50891" y="42475"/>
                    <a:pt x="52206" y="40174"/>
                    <a:pt x="54770" y="38596"/>
                  </a:cubicBezTo>
                  <a:cubicBezTo>
                    <a:pt x="57400" y="37018"/>
                    <a:pt x="57992" y="34914"/>
                    <a:pt x="56479" y="32284"/>
                  </a:cubicBezTo>
                  <a:cubicBezTo>
                    <a:pt x="55033" y="29654"/>
                    <a:pt x="55033" y="26958"/>
                    <a:pt x="56479" y="24328"/>
                  </a:cubicBezTo>
                  <a:cubicBezTo>
                    <a:pt x="57992" y="21698"/>
                    <a:pt x="57400" y="19528"/>
                    <a:pt x="54770" y="17950"/>
                  </a:cubicBezTo>
                  <a:cubicBezTo>
                    <a:pt x="52140" y="16438"/>
                    <a:pt x="50825" y="14137"/>
                    <a:pt x="50825" y="11046"/>
                  </a:cubicBezTo>
                  <a:cubicBezTo>
                    <a:pt x="50759" y="8022"/>
                    <a:pt x="49247" y="6444"/>
                    <a:pt x="46222" y="6444"/>
                  </a:cubicBezTo>
                  <a:cubicBezTo>
                    <a:pt x="43198" y="6378"/>
                    <a:pt x="40897" y="5063"/>
                    <a:pt x="39319" y="2499"/>
                  </a:cubicBezTo>
                  <a:cubicBezTo>
                    <a:pt x="38312" y="822"/>
                    <a:pt x="37092" y="0"/>
                    <a:pt x="35658" y="0"/>
                  </a:cubicBezTo>
                  <a:cubicBezTo>
                    <a:pt x="34843" y="0"/>
                    <a:pt x="33959" y="265"/>
                    <a:pt x="33007" y="789"/>
                  </a:cubicBezTo>
                  <a:cubicBezTo>
                    <a:pt x="31692" y="1546"/>
                    <a:pt x="30344" y="1924"/>
                    <a:pt x="28996" y="1924"/>
                  </a:cubicBezTo>
                  <a:cubicBezTo>
                    <a:pt x="27648" y="1924"/>
                    <a:pt x="26300" y="1546"/>
                    <a:pt x="24985" y="789"/>
                  </a:cubicBezTo>
                  <a:cubicBezTo>
                    <a:pt x="24032" y="265"/>
                    <a:pt x="23148" y="0"/>
                    <a:pt x="223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7"/>
            <p:cNvSpPr/>
            <p:nvPr/>
          </p:nvSpPr>
          <p:spPr>
            <a:xfrm>
              <a:off x="736175" y="2326550"/>
              <a:ext cx="677250" cy="795600"/>
            </a:xfrm>
            <a:custGeom>
              <a:avLst/>
              <a:gdLst/>
              <a:ahLst/>
              <a:cxnLst/>
              <a:rect l="l" t="t" r="r" b="b"/>
              <a:pathLst>
                <a:path w="27090" h="31824" extrusionOk="0">
                  <a:moveTo>
                    <a:pt x="12493" y="0"/>
                  </a:moveTo>
                  <a:lnTo>
                    <a:pt x="0" y="24591"/>
                  </a:lnTo>
                  <a:lnTo>
                    <a:pt x="0" y="24591"/>
                  </a:lnTo>
                  <a:lnTo>
                    <a:pt x="9994" y="23407"/>
                  </a:lnTo>
                  <a:lnTo>
                    <a:pt x="15517" y="31823"/>
                  </a:lnTo>
                  <a:cubicBezTo>
                    <a:pt x="15517" y="31823"/>
                    <a:pt x="26965" y="8018"/>
                    <a:pt x="27088" y="7890"/>
                  </a:cubicBezTo>
                  <a:lnTo>
                    <a:pt x="27088" y="7890"/>
                  </a:lnTo>
                  <a:cubicBezTo>
                    <a:pt x="27089" y="7890"/>
                    <a:pt x="27089" y="7890"/>
                    <a:pt x="27089" y="7890"/>
                  </a:cubicBezTo>
                  <a:cubicBezTo>
                    <a:pt x="27089" y="7890"/>
                    <a:pt x="27089" y="7890"/>
                    <a:pt x="27089" y="7890"/>
                  </a:cubicBezTo>
                  <a:cubicBezTo>
                    <a:pt x="27089" y="7890"/>
                    <a:pt x="27089" y="7890"/>
                    <a:pt x="27088" y="7890"/>
                  </a:cubicBezTo>
                  <a:lnTo>
                    <a:pt x="27088" y="7890"/>
                  </a:lnTo>
                  <a:cubicBezTo>
                    <a:pt x="21106" y="7758"/>
                    <a:pt x="23473" y="1644"/>
                    <a:pt x="16109" y="1513"/>
                  </a:cubicBezTo>
                  <a:cubicBezTo>
                    <a:pt x="12887" y="1513"/>
                    <a:pt x="12493" y="0"/>
                    <a:pt x="124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7"/>
            <p:cNvSpPr/>
            <p:nvPr/>
          </p:nvSpPr>
          <p:spPr>
            <a:xfrm>
              <a:off x="1727350" y="2349550"/>
              <a:ext cx="687125" cy="782450"/>
            </a:xfrm>
            <a:custGeom>
              <a:avLst/>
              <a:gdLst/>
              <a:ahLst/>
              <a:cxnLst/>
              <a:rect l="l" t="t" r="r" b="b"/>
              <a:pathLst>
                <a:path w="27485" h="31298" extrusionOk="0">
                  <a:moveTo>
                    <a:pt x="14794" y="1"/>
                  </a:moveTo>
                  <a:cubicBezTo>
                    <a:pt x="5721" y="987"/>
                    <a:pt x="7496" y="3223"/>
                    <a:pt x="5458" y="4998"/>
                  </a:cubicBezTo>
                  <a:cubicBezTo>
                    <a:pt x="3733" y="6816"/>
                    <a:pt x="1710" y="7081"/>
                    <a:pt x="679" y="7081"/>
                  </a:cubicBezTo>
                  <a:cubicBezTo>
                    <a:pt x="257" y="7081"/>
                    <a:pt x="1" y="7036"/>
                    <a:pt x="1" y="7036"/>
                  </a:cubicBezTo>
                  <a:lnTo>
                    <a:pt x="1" y="7036"/>
                  </a:lnTo>
                  <a:lnTo>
                    <a:pt x="14137" y="31298"/>
                  </a:lnTo>
                  <a:lnTo>
                    <a:pt x="17622" y="22356"/>
                  </a:lnTo>
                  <a:lnTo>
                    <a:pt x="27484" y="23671"/>
                  </a:lnTo>
                  <a:lnTo>
                    <a:pt x="147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7"/>
            <p:cNvSpPr/>
            <p:nvPr/>
          </p:nvSpPr>
          <p:spPr>
            <a:xfrm>
              <a:off x="1291750" y="1488225"/>
              <a:ext cx="565475" cy="535900"/>
            </a:xfrm>
            <a:custGeom>
              <a:avLst/>
              <a:gdLst/>
              <a:ahLst/>
              <a:cxnLst/>
              <a:rect l="l" t="t" r="r" b="b"/>
              <a:pathLst>
                <a:path w="22619" h="21436" extrusionOk="0">
                  <a:moveTo>
                    <a:pt x="11376" y="1"/>
                  </a:moveTo>
                  <a:lnTo>
                    <a:pt x="7825" y="7102"/>
                  </a:lnTo>
                  <a:lnTo>
                    <a:pt x="1" y="8220"/>
                  </a:lnTo>
                  <a:lnTo>
                    <a:pt x="5721" y="13743"/>
                  </a:lnTo>
                  <a:lnTo>
                    <a:pt x="4406" y="21435"/>
                  </a:lnTo>
                  <a:lnTo>
                    <a:pt x="11376" y="17819"/>
                  </a:lnTo>
                  <a:lnTo>
                    <a:pt x="18345" y="21435"/>
                  </a:lnTo>
                  <a:lnTo>
                    <a:pt x="17030" y="13743"/>
                  </a:lnTo>
                  <a:lnTo>
                    <a:pt x="22619" y="8220"/>
                  </a:lnTo>
                  <a:lnTo>
                    <a:pt x="14795" y="7102"/>
                  </a:lnTo>
                  <a:lnTo>
                    <a:pt x="113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37"/>
          <p:cNvGrpSpPr/>
          <p:nvPr/>
        </p:nvGrpSpPr>
        <p:grpSpPr>
          <a:xfrm>
            <a:off x="3979968" y="2921659"/>
            <a:ext cx="160902" cy="226360"/>
            <a:chOff x="2790850" y="955650"/>
            <a:chExt cx="1984000" cy="2791125"/>
          </a:xfrm>
        </p:grpSpPr>
        <p:sp>
          <p:nvSpPr>
            <p:cNvPr id="1059" name="Google Shape;1059;p37"/>
            <p:cNvSpPr/>
            <p:nvPr/>
          </p:nvSpPr>
          <p:spPr>
            <a:xfrm>
              <a:off x="3259325" y="955650"/>
              <a:ext cx="1048750" cy="1364350"/>
            </a:xfrm>
            <a:custGeom>
              <a:avLst/>
              <a:gdLst/>
              <a:ahLst/>
              <a:cxnLst/>
              <a:rect l="l" t="t" r="r" b="b"/>
              <a:pathLst>
                <a:path w="41950" h="54574" extrusionOk="0">
                  <a:moveTo>
                    <a:pt x="21041" y="1"/>
                  </a:moveTo>
                  <a:cubicBezTo>
                    <a:pt x="3157" y="1"/>
                    <a:pt x="1" y="12165"/>
                    <a:pt x="1" y="27221"/>
                  </a:cubicBezTo>
                  <a:cubicBezTo>
                    <a:pt x="1" y="42344"/>
                    <a:pt x="9403" y="54573"/>
                    <a:pt x="21041" y="54573"/>
                  </a:cubicBezTo>
                  <a:cubicBezTo>
                    <a:pt x="32613" y="54573"/>
                    <a:pt x="41949" y="42344"/>
                    <a:pt x="41949" y="27287"/>
                  </a:cubicBezTo>
                  <a:cubicBezTo>
                    <a:pt x="41949" y="12165"/>
                    <a:pt x="38859" y="1"/>
                    <a:pt x="210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7"/>
            <p:cNvSpPr/>
            <p:nvPr/>
          </p:nvSpPr>
          <p:spPr>
            <a:xfrm>
              <a:off x="2790850" y="2370925"/>
              <a:ext cx="1984000" cy="1375850"/>
            </a:xfrm>
            <a:custGeom>
              <a:avLst/>
              <a:gdLst/>
              <a:ahLst/>
              <a:cxnLst/>
              <a:rect l="l" t="t" r="r" b="b"/>
              <a:pathLst>
                <a:path w="79360" h="55034" extrusionOk="0">
                  <a:moveTo>
                    <a:pt x="28142" y="1"/>
                  </a:moveTo>
                  <a:cubicBezTo>
                    <a:pt x="3946" y="4735"/>
                    <a:pt x="527" y="12099"/>
                    <a:pt x="67" y="37675"/>
                  </a:cubicBezTo>
                  <a:cubicBezTo>
                    <a:pt x="67" y="39274"/>
                    <a:pt x="26" y="39740"/>
                    <a:pt x="9" y="39740"/>
                  </a:cubicBezTo>
                  <a:cubicBezTo>
                    <a:pt x="4" y="39740"/>
                    <a:pt x="1" y="39704"/>
                    <a:pt x="1" y="39648"/>
                  </a:cubicBezTo>
                  <a:lnTo>
                    <a:pt x="1" y="42409"/>
                  </a:lnTo>
                  <a:cubicBezTo>
                    <a:pt x="1" y="42409"/>
                    <a:pt x="5787" y="55033"/>
                    <a:pt x="39583" y="55033"/>
                  </a:cubicBezTo>
                  <a:cubicBezTo>
                    <a:pt x="73378" y="55033"/>
                    <a:pt x="79230" y="42409"/>
                    <a:pt x="79230" y="42409"/>
                  </a:cubicBezTo>
                  <a:lnTo>
                    <a:pt x="79230" y="40371"/>
                  </a:lnTo>
                  <a:cubicBezTo>
                    <a:pt x="79252" y="40404"/>
                    <a:pt x="79270" y="40422"/>
                    <a:pt x="79285" y="40422"/>
                  </a:cubicBezTo>
                  <a:cubicBezTo>
                    <a:pt x="79359" y="40422"/>
                    <a:pt x="79350" y="39965"/>
                    <a:pt x="79296" y="38596"/>
                  </a:cubicBezTo>
                  <a:cubicBezTo>
                    <a:pt x="78901" y="12296"/>
                    <a:pt x="75679" y="4800"/>
                    <a:pt x="51155" y="1"/>
                  </a:cubicBezTo>
                  <a:cubicBezTo>
                    <a:pt x="51155" y="1"/>
                    <a:pt x="47736" y="4735"/>
                    <a:pt x="39648" y="4735"/>
                  </a:cubicBezTo>
                  <a:cubicBezTo>
                    <a:pt x="31627" y="4735"/>
                    <a:pt x="28142" y="1"/>
                    <a:pt x="281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61" name="Google Shape;1061;p37"/>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52643"/>
            </a:gs>
            <a:gs pos="100000">
              <a:srgbClr val="041523"/>
            </a:gs>
          </a:gsLst>
          <a:path path="circle">
            <a:fillToRect l="50000" t="50000" r="50000" b="50000"/>
          </a:path>
          <a:tileRect/>
        </a:gradFill>
        <a:effectLst/>
      </p:bgPr>
    </p:bg>
    <p:spTree>
      <p:nvGrpSpPr>
        <p:cNvPr id="1" name="Shape 1125"/>
        <p:cNvGrpSpPr/>
        <p:nvPr/>
      </p:nvGrpSpPr>
      <p:grpSpPr>
        <a:xfrm>
          <a:off x="0" y="0"/>
          <a:ext cx="0" cy="0"/>
          <a:chOff x="0" y="0"/>
          <a:chExt cx="0" cy="0"/>
        </a:xfrm>
      </p:grpSpPr>
      <p:sp>
        <p:nvSpPr>
          <p:cNvPr id="1126" name="Google Shape;1126;p40"/>
          <p:cNvSpPr txBox="1">
            <a:spLocks noGrp="1"/>
          </p:cNvSpPr>
          <p:nvPr>
            <p:ph type="ctrTitle"/>
          </p:nvPr>
        </p:nvSpPr>
        <p:spPr>
          <a:xfrm>
            <a:off x="3986575" y="1429225"/>
            <a:ext cx="35781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THANKS!</a:t>
            </a:r>
            <a:endParaRPr/>
          </a:p>
        </p:txBody>
      </p:sp>
      <p:sp>
        <p:nvSpPr>
          <p:cNvPr id="1127" name="Google Shape;1127;p40"/>
          <p:cNvSpPr txBox="1">
            <a:spLocks noGrp="1"/>
          </p:cNvSpPr>
          <p:nvPr>
            <p:ph type="subTitle" idx="1"/>
          </p:nvPr>
        </p:nvSpPr>
        <p:spPr>
          <a:xfrm>
            <a:off x="3986575" y="2421700"/>
            <a:ext cx="4470900" cy="187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000"/>
              <a:t>Does anyone have any question?</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s" sz="1000">
                <a:uFill>
                  <a:noFill/>
                </a:uFill>
                <a:hlinkClick r:id="rId3"/>
              </a:rPr>
              <a:t>addyouremail@freepik.com</a:t>
            </a:r>
            <a:endParaRPr sz="1000"/>
          </a:p>
          <a:p>
            <a:pPr marL="0" lvl="0" indent="0" algn="l" rtl="0">
              <a:spcBef>
                <a:spcPts val="0"/>
              </a:spcBef>
              <a:spcAft>
                <a:spcPts val="0"/>
              </a:spcAft>
              <a:buNone/>
            </a:pPr>
            <a:r>
              <a:rPr lang="es" sz="1000"/>
              <a:t>+91 620 421 838</a:t>
            </a:r>
            <a:endParaRPr sz="1000"/>
          </a:p>
          <a:p>
            <a:pPr marL="0" lvl="0" indent="0" algn="l" rtl="0">
              <a:spcBef>
                <a:spcPts val="0"/>
              </a:spcBef>
              <a:spcAft>
                <a:spcPts val="0"/>
              </a:spcAft>
              <a:buNone/>
            </a:pPr>
            <a:r>
              <a:rPr lang="es" sz="1000"/>
              <a:t>yourcompany.com</a:t>
            </a:r>
            <a:endParaRPr sz="1000"/>
          </a:p>
        </p:txBody>
      </p:sp>
      <p:grpSp>
        <p:nvGrpSpPr>
          <p:cNvPr id="1128" name="Google Shape;1128;p40"/>
          <p:cNvGrpSpPr/>
          <p:nvPr/>
        </p:nvGrpSpPr>
        <p:grpSpPr>
          <a:xfrm flipH="1">
            <a:off x="-4531426" y="-117297"/>
            <a:ext cx="7324051" cy="5378088"/>
            <a:chOff x="238125" y="262775"/>
            <a:chExt cx="7092825" cy="5151425"/>
          </a:xfrm>
        </p:grpSpPr>
        <p:sp>
          <p:nvSpPr>
            <p:cNvPr id="1129" name="Google Shape;1129;p40"/>
            <p:cNvSpPr/>
            <p:nvPr/>
          </p:nvSpPr>
          <p:spPr>
            <a:xfrm>
              <a:off x="4565450" y="4835675"/>
              <a:ext cx="850200" cy="445800"/>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0"/>
            <p:cNvSpPr/>
            <p:nvPr/>
          </p:nvSpPr>
          <p:spPr>
            <a:xfrm>
              <a:off x="5848675" y="1425000"/>
              <a:ext cx="423525" cy="13257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0"/>
            <p:cNvSpPr/>
            <p:nvPr/>
          </p:nvSpPr>
          <p:spPr>
            <a:xfrm>
              <a:off x="5941025" y="1557925"/>
              <a:ext cx="238825" cy="95175"/>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0"/>
            <p:cNvSpPr/>
            <p:nvPr/>
          </p:nvSpPr>
          <p:spPr>
            <a:xfrm>
              <a:off x="6009475" y="1680125"/>
              <a:ext cx="119425" cy="102525"/>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0"/>
            <p:cNvSpPr/>
            <p:nvPr/>
          </p:nvSpPr>
          <p:spPr>
            <a:xfrm>
              <a:off x="5753150" y="1286475"/>
              <a:ext cx="614575" cy="170775"/>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0"/>
            <p:cNvSpPr/>
            <p:nvPr/>
          </p:nvSpPr>
          <p:spPr>
            <a:xfrm>
              <a:off x="1997375" y="1099025"/>
              <a:ext cx="3593400" cy="4136275"/>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0"/>
            <p:cNvSpPr/>
            <p:nvPr/>
          </p:nvSpPr>
          <p:spPr>
            <a:xfrm>
              <a:off x="2271225" y="2928325"/>
              <a:ext cx="977575" cy="976000"/>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0"/>
            <p:cNvSpPr/>
            <p:nvPr/>
          </p:nvSpPr>
          <p:spPr>
            <a:xfrm>
              <a:off x="3957250" y="2998400"/>
              <a:ext cx="25" cy="25"/>
            </a:xfrm>
            <a:custGeom>
              <a:avLst/>
              <a:gdLst/>
              <a:ahLst/>
              <a:cxnLst/>
              <a:rect l="l" t="t" r="r" b="b"/>
              <a:pathLst>
                <a:path w="1" h="1" extrusionOk="0">
                  <a:moveTo>
                    <a:pt x="1" y="0"/>
                  </a:move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0"/>
            <p:cNvSpPr/>
            <p:nvPr/>
          </p:nvSpPr>
          <p:spPr>
            <a:xfrm>
              <a:off x="3307675" y="2819750"/>
              <a:ext cx="697375" cy="688475"/>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0"/>
            <p:cNvSpPr/>
            <p:nvPr/>
          </p:nvSpPr>
          <p:spPr>
            <a:xfrm>
              <a:off x="2445675" y="3165225"/>
              <a:ext cx="592975" cy="501025"/>
            </a:xfrm>
            <a:custGeom>
              <a:avLst/>
              <a:gdLst/>
              <a:ahLst/>
              <a:cxnLst/>
              <a:rect l="l" t="t" r="r" b="b"/>
              <a:pathLst>
                <a:path w="23719" h="20041" extrusionOk="0">
                  <a:moveTo>
                    <a:pt x="12506" y="1"/>
                  </a:moveTo>
                  <a:cubicBezTo>
                    <a:pt x="5255" y="1"/>
                    <a:pt x="0" y="8012"/>
                    <a:pt x="3849" y="14916"/>
                  </a:cubicBezTo>
                  <a:cubicBezTo>
                    <a:pt x="5784" y="18387"/>
                    <a:pt x="9168" y="20041"/>
                    <a:pt x="12536" y="20041"/>
                  </a:cubicBezTo>
                  <a:cubicBezTo>
                    <a:pt x="16706" y="20041"/>
                    <a:pt x="20851" y="17507"/>
                    <a:pt x="22190" y="12751"/>
                  </a:cubicBezTo>
                  <a:cubicBezTo>
                    <a:pt x="23718" y="7465"/>
                    <a:pt x="20598" y="1924"/>
                    <a:pt x="15312" y="396"/>
                  </a:cubicBezTo>
                  <a:cubicBezTo>
                    <a:pt x="14355" y="127"/>
                    <a:pt x="13415" y="1"/>
                    <a:pt x="12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0"/>
            <p:cNvSpPr/>
            <p:nvPr/>
          </p:nvSpPr>
          <p:spPr>
            <a:xfrm>
              <a:off x="3481225" y="3027000"/>
              <a:ext cx="333850" cy="275925"/>
            </a:xfrm>
            <a:custGeom>
              <a:avLst/>
              <a:gdLst/>
              <a:ahLst/>
              <a:cxnLst/>
              <a:rect l="l" t="t" r="r" b="b"/>
              <a:pathLst>
                <a:path w="13354" h="11037" extrusionOk="0">
                  <a:moveTo>
                    <a:pt x="6963" y="1"/>
                  </a:moveTo>
                  <a:cubicBezTo>
                    <a:pt x="6076" y="1"/>
                    <a:pt x="5157" y="219"/>
                    <a:pt x="4267" y="703"/>
                  </a:cubicBezTo>
                  <a:cubicBezTo>
                    <a:pt x="0" y="3123"/>
                    <a:pt x="764" y="9491"/>
                    <a:pt x="5477" y="10829"/>
                  </a:cubicBezTo>
                  <a:cubicBezTo>
                    <a:pt x="5975" y="10969"/>
                    <a:pt x="6477" y="11037"/>
                    <a:pt x="6971" y="11037"/>
                  </a:cubicBezTo>
                  <a:cubicBezTo>
                    <a:pt x="9382" y="11037"/>
                    <a:pt x="11604" y="9439"/>
                    <a:pt x="12291" y="7008"/>
                  </a:cubicBezTo>
                  <a:cubicBezTo>
                    <a:pt x="13354" y="3263"/>
                    <a:pt x="10396" y="1"/>
                    <a:pt x="69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0"/>
            <p:cNvSpPr/>
            <p:nvPr/>
          </p:nvSpPr>
          <p:spPr>
            <a:xfrm>
              <a:off x="639325" y="2213475"/>
              <a:ext cx="444225" cy="442625"/>
            </a:xfrm>
            <a:custGeom>
              <a:avLst/>
              <a:gdLst/>
              <a:ahLst/>
              <a:cxnLst/>
              <a:rect l="l" t="t" r="r" b="b"/>
              <a:pathLst>
                <a:path w="17769" h="17705" extrusionOk="0">
                  <a:moveTo>
                    <a:pt x="8916" y="2867"/>
                  </a:moveTo>
                  <a:cubicBezTo>
                    <a:pt x="9426" y="2867"/>
                    <a:pt x="9999" y="2930"/>
                    <a:pt x="10572" y="3058"/>
                  </a:cubicBezTo>
                  <a:cubicBezTo>
                    <a:pt x="13119" y="3822"/>
                    <a:pt x="14902" y="6178"/>
                    <a:pt x="14902" y="8853"/>
                  </a:cubicBezTo>
                  <a:cubicBezTo>
                    <a:pt x="14902" y="9426"/>
                    <a:pt x="14839" y="9936"/>
                    <a:pt x="14648" y="10509"/>
                  </a:cubicBezTo>
                  <a:cubicBezTo>
                    <a:pt x="13947" y="13056"/>
                    <a:pt x="11591" y="14839"/>
                    <a:pt x="8916" y="14839"/>
                  </a:cubicBezTo>
                  <a:cubicBezTo>
                    <a:pt x="5605" y="14839"/>
                    <a:pt x="2930" y="12164"/>
                    <a:pt x="2930" y="8853"/>
                  </a:cubicBezTo>
                  <a:cubicBezTo>
                    <a:pt x="2930" y="8280"/>
                    <a:pt x="2994" y="7770"/>
                    <a:pt x="3121" y="7197"/>
                  </a:cubicBezTo>
                  <a:cubicBezTo>
                    <a:pt x="3885" y="4650"/>
                    <a:pt x="6178" y="2867"/>
                    <a:pt x="8852" y="2867"/>
                  </a:cubicBezTo>
                  <a:close/>
                  <a:moveTo>
                    <a:pt x="8343" y="1"/>
                  </a:moveTo>
                  <a:lnTo>
                    <a:pt x="8407" y="1083"/>
                  </a:lnTo>
                  <a:cubicBezTo>
                    <a:pt x="7260" y="1147"/>
                    <a:pt x="6114" y="1529"/>
                    <a:pt x="5095" y="2102"/>
                  </a:cubicBezTo>
                  <a:lnTo>
                    <a:pt x="4586" y="1083"/>
                  </a:lnTo>
                  <a:cubicBezTo>
                    <a:pt x="3694" y="1593"/>
                    <a:pt x="2930" y="2230"/>
                    <a:pt x="2293" y="2930"/>
                  </a:cubicBezTo>
                  <a:lnTo>
                    <a:pt x="3057" y="3695"/>
                  </a:lnTo>
                  <a:cubicBezTo>
                    <a:pt x="2293" y="4522"/>
                    <a:pt x="1720" y="5605"/>
                    <a:pt x="1401" y="6688"/>
                  </a:cubicBezTo>
                  <a:lnTo>
                    <a:pt x="319" y="6433"/>
                  </a:lnTo>
                  <a:cubicBezTo>
                    <a:pt x="128" y="7197"/>
                    <a:pt x="0" y="7961"/>
                    <a:pt x="0" y="8789"/>
                  </a:cubicBezTo>
                  <a:lnTo>
                    <a:pt x="0" y="9299"/>
                  </a:lnTo>
                  <a:lnTo>
                    <a:pt x="1083" y="9235"/>
                  </a:lnTo>
                  <a:cubicBezTo>
                    <a:pt x="1147" y="10445"/>
                    <a:pt x="1465" y="11528"/>
                    <a:pt x="2038" y="12610"/>
                  </a:cubicBezTo>
                  <a:lnTo>
                    <a:pt x="1083" y="13120"/>
                  </a:lnTo>
                  <a:cubicBezTo>
                    <a:pt x="1592" y="14011"/>
                    <a:pt x="2229" y="14776"/>
                    <a:pt x="2930" y="15412"/>
                  </a:cubicBezTo>
                  <a:lnTo>
                    <a:pt x="3694" y="14648"/>
                  </a:lnTo>
                  <a:cubicBezTo>
                    <a:pt x="4586" y="15412"/>
                    <a:pt x="5605" y="15986"/>
                    <a:pt x="6751" y="16304"/>
                  </a:cubicBezTo>
                  <a:lnTo>
                    <a:pt x="6432" y="17387"/>
                  </a:lnTo>
                  <a:cubicBezTo>
                    <a:pt x="7197" y="17578"/>
                    <a:pt x="8025" y="17705"/>
                    <a:pt x="8852" y="17705"/>
                  </a:cubicBezTo>
                  <a:lnTo>
                    <a:pt x="9362" y="17705"/>
                  </a:lnTo>
                  <a:lnTo>
                    <a:pt x="9298" y="16622"/>
                  </a:lnTo>
                  <a:cubicBezTo>
                    <a:pt x="10508" y="16559"/>
                    <a:pt x="11591" y="16177"/>
                    <a:pt x="12673" y="15603"/>
                  </a:cubicBezTo>
                  <a:lnTo>
                    <a:pt x="13183" y="16622"/>
                  </a:lnTo>
                  <a:cubicBezTo>
                    <a:pt x="14075" y="16113"/>
                    <a:pt x="14839" y="15476"/>
                    <a:pt x="15476" y="14712"/>
                  </a:cubicBezTo>
                  <a:lnTo>
                    <a:pt x="14711" y="14011"/>
                  </a:lnTo>
                  <a:cubicBezTo>
                    <a:pt x="15476" y="13120"/>
                    <a:pt x="16049" y="12101"/>
                    <a:pt x="16367" y="10954"/>
                  </a:cubicBezTo>
                  <a:lnTo>
                    <a:pt x="17450" y="11273"/>
                  </a:lnTo>
                  <a:cubicBezTo>
                    <a:pt x="17641" y="10509"/>
                    <a:pt x="17768" y="9681"/>
                    <a:pt x="17768" y="8853"/>
                  </a:cubicBezTo>
                  <a:lnTo>
                    <a:pt x="17768" y="8343"/>
                  </a:lnTo>
                  <a:lnTo>
                    <a:pt x="16686" y="8407"/>
                  </a:lnTo>
                  <a:cubicBezTo>
                    <a:pt x="16622" y="7261"/>
                    <a:pt x="16240" y="6115"/>
                    <a:pt x="15667" y="5096"/>
                  </a:cubicBezTo>
                  <a:lnTo>
                    <a:pt x="16686" y="4522"/>
                  </a:lnTo>
                  <a:cubicBezTo>
                    <a:pt x="16176" y="3695"/>
                    <a:pt x="15539" y="2867"/>
                    <a:pt x="14775" y="2230"/>
                  </a:cubicBezTo>
                  <a:lnTo>
                    <a:pt x="14075" y="2994"/>
                  </a:lnTo>
                  <a:cubicBezTo>
                    <a:pt x="13183" y="2230"/>
                    <a:pt x="12164" y="1657"/>
                    <a:pt x="11018" y="1338"/>
                  </a:cubicBezTo>
                  <a:lnTo>
                    <a:pt x="11336" y="319"/>
                  </a:lnTo>
                  <a:cubicBezTo>
                    <a:pt x="10508" y="65"/>
                    <a:pt x="9680" y="1"/>
                    <a:pt x="88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0"/>
            <p:cNvSpPr/>
            <p:nvPr/>
          </p:nvSpPr>
          <p:spPr>
            <a:xfrm>
              <a:off x="1112175" y="2165725"/>
              <a:ext cx="313675" cy="310475"/>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0"/>
            <p:cNvSpPr/>
            <p:nvPr/>
          </p:nvSpPr>
          <p:spPr>
            <a:xfrm>
              <a:off x="4310700" y="2208700"/>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0"/>
            <p:cNvSpPr/>
            <p:nvPr/>
          </p:nvSpPr>
          <p:spPr>
            <a:xfrm>
              <a:off x="4310700" y="2345625"/>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0"/>
            <p:cNvSpPr/>
            <p:nvPr/>
          </p:nvSpPr>
          <p:spPr>
            <a:xfrm>
              <a:off x="4310700" y="2482550"/>
              <a:ext cx="1028525" cy="39825"/>
            </a:xfrm>
            <a:custGeom>
              <a:avLst/>
              <a:gdLst/>
              <a:ahLst/>
              <a:cxnLst/>
              <a:rect l="l" t="t" r="r" b="b"/>
              <a:pathLst>
                <a:path w="41141" h="1593" extrusionOk="0">
                  <a:moveTo>
                    <a:pt x="1" y="0"/>
                  </a:moveTo>
                  <a:lnTo>
                    <a:pt x="1" y="1593"/>
                  </a:lnTo>
                  <a:lnTo>
                    <a:pt x="41140" y="1593"/>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0"/>
            <p:cNvSpPr/>
            <p:nvPr/>
          </p:nvSpPr>
          <p:spPr>
            <a:xfrm>
              <a:off x="4310700" y="2621050"/>
              <a:ext cx="1028525" cy="39850"/>
            </a:xfrm>
            <a:custGeom>
              <a:avLst/>
              <a:gdLst/>
              <a:ahLst/>
              <a:cxnLst/>
              <a:rect l="l" t="t" r="r" b="b"/>
              <a:pathLst>
                <a:path w="41141" h="1594"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0"/>
            <p:cNvSpPr/>
            <p:nvPr/>
          </p:nvSpPr>
          <p:spPr>
            <a:xfrm>
              <a:off x="4310700" y="2757975"/>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0"/>
            <p:cNvSpPr/>
            <p:nvPr/>
          </p:nvSpPr>
          <p:spPr>
            <a:xfrm>
              <a:off x="4310700" y="2894900"/>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0"/>
            <p:cNvSpPr/>
            <p:nvPr/>
          </p:nvSpPr>
          <p:spPr>
            <a:xfrm>
              <a:off x="4310700" y="3031825"/>
              <a:ext cx="1028525" cy="39825"/>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0"/>
            <p:cNvSpPr/>
            <p:nvPr/>
          </p:nvSpPr>
          <p:spPr>
            <a:xfrm>
              <a:off x="4310700" y="3168750"/>
              <a:ext cx="1028525" cy="39825"/>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0"/>
            <p:cNvSpPr/>
            <p:nvPr/>
          </p:nvSpPr>
          <p:spPr>
            <a:xfrm>
              <a:off x="4310700" y="3305675"/>
              <a:ext cx="1028525" cy="39825"/>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0"/>
            <p:cNvSpPr/>
            <p:nvPr/>
          </p:nvSpPr>
          <p:spPr>
            <a:xfrm>
              <a:off x="4310700" y="3442575"/>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0"/>
            <p:cNvSpPr/>
            <p:nvPr/>
          </p:nvSpPr>
          <p:spPr>
            <a:xfrm>
              <a:off x="4310700" y="3579500"/>
              <a:ext cx="1028525" cy="39825"/>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0"/>
            <p:cNvSpPr/>
            <p:nvPr/>
          </p:nvSpPr>
          <p:spPr>
            <a:xfrm>
              <a:off x="4310700" y="3716425"/>
              <a:ext cx="1028525" cy="39825"/>
            </a:xfrm>
            <a:custGeom>
              <a:avLst/>
              <a:gdLst/>
              <a:ahLst/>
              <a:cxnLst/>
              <a:rect l="l" t="t" r="r" b="b"/>
              <a:pathLst>
                <a:path w="41141" h="1593" extrusionOk="0">
                  <a:moveTo>
                    <a:pt x="1" y="0"/>
                  </a:moveTo>
                  <a:lnTo>
                    <a:pt x="1" y="1593"/>
                  </a:lnTo>
                  <a:lnTo>
                    <a:pt x="41140" y="1593"/>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0"/>
            <p:cNvSpPr/>
            <p:nvPr/>
          </p:nvSpPr>
          <p:spPr>
            <a:xfrm>
              <a:off x="2293525" y="2208700"/>
              <a:ext cx="1776800" cy="39825"/>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0"/>
            <p:cNvSpPr/>
            <p:nvPr/>
          </p:nvSpPr>
          <p:spPr>
            <a:xfrm>
              <a:off x="2293525" y="2345625"/>
              <a:ext cx="1776800" cy="39825"/>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0"/>
            <p:cNvSpPr/>
            <p:nvPr/>
          </p:nvSpPr>
          <p:spPr>
            <a:xfrm>
              <a:off x="2293525" y="2482550"/>
              <a:ext cx="1776800" cy="39825"/>
            </a:xfrm>
            <a:custGeom>
              <a:avLst/>
              <a:gdLst/>
              <a:ahLst/>
              <a:cxnLst/>
              <a:rect l="l" t="t" r="r" b="b"/>
              <a:pathLst>
                <a:path w="71072" h="1593" extrusionOk="0">
                  <a:moveTo>
                    <a:pt x="0" y="0"/>
                  </a:moveTo>
                  <a:lnTo>
                    <a:pt x="0" y="1593"/>
                  </a:lnTo>
                  <a:lnTo>
                    <a:pt x="71071" y="1593"/>
                  </a:lnTo>
                  <a:lnTo>
                    <a:pt x="7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0"/>
            <p:cNvSpPr/>
            <p:nvPr/>
          </p:nvSpPr>
          <p:spPr>
            <a:xfrm>
              <a:off x="2293525" y="2621050"/>
              <a:ext cx="1195675" cy="39850"/>
            </a:xfrm>
            <a:custGeom>
              <a:avLst/>
              <a:gdLst/>
              <a:ahLst/>
              <a:cxnLst/>
              <a:rect l="l" t="t" r="r" b="b"/>
              <a:pathLst>
                <a:path w="47827" h="1594" extrusionOk="0">
                  <a:moveTo>
                    <a:pt x="0" y="1"/>
                  </a:moveTo>
                  <a:lnTo>
                    <a:pt x="0" y="1593"/>
                  </a:lnTo>
                  <a:lnTo>
                    <a:pt x="47827" y="1593"/>
                  </a:lnTo>
                  <a:lnTo>
                    <a:pt x="478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0"/>
            <p:cNvSpPr/>
            <p:nvPr/>
          </p:nvSpPr>
          <p:spPr>
            <a:xfrm>
              <a:off x="4430100" y="1931675"/>
              <a:ext cx="730800" cy="119450"/>
            </a:xfrm>
            <a:custGeom>
              <a:avLst/>
              <a:gdLst/>
              <a:ahLst/>
              <a:cxnLst/>
              <a:rect l="l" t="t" r="r" b="b"/>
              <a:pathLst>
                <a:path w="29232" h="4778" extrusionOk="0">
                  <a:moveTo>
                    <a:pt x="1" y="1"/>
                  </a:moveTo>
                  <a:lnTo>
                    <a:pt x="1" y="4777"/>
                  </a:lnTo>
                  <a:lnTo>
                    <a:pt x="29232" y="4777"/>
                  </a:lnTo>
                  <a:lnTo>
                    <a:pt x="292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0"/>
            <p:cNvSpPr/>
            <p:nvPr/>
          </p:nvSpPr>
          <p:spPr>
            <a:xfrm>
              <a:off x="2817325" y="1931675"/>
              <a:ext cx="729200" cy="119450"/>
            </a:xfrm>
            <a:custGeom>
              <a:avLst/>
              <a:gdLst/>
              <a:ahLst/>
              <a:cxnLst/>
              <a:rect l="l" t="t" r="r" b="b"/>
              <a:pathLst>
                <a:path w="29168" h="4778" extrusionOk="0">
                  <a:moveTo>
                    <a:pt x="0" y="1"/>
                  </a:moveTo>
                  <a:lnTo>
                    <a:pt x="0" y="4777"/>
                  </a:lnTo>
                  <a:lnTo>
                    <a:pt x="29167" y="4777"/>
                  </a:lnTo>
                  <a:lnTo>
                    <a:pt x="29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0"/>
            <p:cNvSpPr/>
            <p:nvPr/>
          </p:nvSpPr>
          <p:spPr>
            <a:xfrm>
              <a:off x="628175" y="3272225"/>
              <a:ext cx="765825" cy="1550725"/>
            </a:xfrm>
            <a:custGeom>
              <a:avLst/>
              <a:gdLst/>
              <a:ahLst/>
              <a:cxnLst/>
              <a:rect l="l" t="t" r="r" b="b"/>
              <a:pathLst>
                <a:path w="30633" h="62029" extrusionOk="0">
                  <a:moveTo>
                    <a:pt x="17705" y="42924"/>
                  </a:moveTo>
                  <a:lnTo>
                    <a:pt x="17705" y="60437"/>
                  </a:lnTo>
                  <a:lnTo>
                    <a:pt x="12928" y="60437"/>
                  </a:lnTo>
                  <a:lnTo>
                    <a:pt x="12928" y="42924"/>
                  </a:lnTo>
                  <a:close/>
                  <a:moveTo>
                    <a:pt x="15348" y="1"/>
                  </a:moveTo>
                  <a:cubicBezTo>
                    <a:pt x="7133" y="1"/>
                    <a:pt x="446" y="6496"/>
                    <a:pt x="192" y="14712"/>
                  </a:cubicBezTo>
                  <a:cubicBezTo>
                    <a:pt x="1" y="22927"/>
                    <a:pt x="6369" y="29741"/>
                    <a:pt x="14521" y="30187"/>
                  </a:cubicBezTo>
                  <a:lnTo>
                    <a:pt x="14521" y="41332"/>
                  </a:lnTo>
                  <a:lnTo>
                    <a:pt x="12164" y="41332"/>
                  </a:lnTo>
                  <a:cubicBezTo>
                    <a:pt x="11718" y="41332"/>
                    <a:pt x="11336" y="41714"/>
                    <a:pt x="11336" y="42159"/>
                  </a:cubicBezTo>
                  <a:lnTo>
                    <a:pt x="11336" y="61265"/>
                  </a:lnTo>
                  <a:cubicBezTo>
                    <a:pt x="11336" y="61710"/>
                    <a:pt x="11718" y="62029"/>
                    <a:pt x="12164" y="62029"/>
                  </a:cubicBezTo>
                  <a:lnTo>
                    <a:pt x="18533" y="62029"/>
                  </a:lnTo>
                  <a:cubicBezTo>
                    <a:pt x="18978" y="62029"/>
                    <a:pt x="19297" y="61710"/>
                    <a:pt x="19297" y="61265"/>
                  </a:cubicBezTo>
                  <a:lnTo>
                    <a:pt x="19297" y="42159"/>
                  </a:lnTo>
                  <a:cubicBezTo>
                    <a:pt x="19297" y="41714"/>
                    <a:pt x="18978" y="41332"/>
                    <a:pt x="18533" y="41332"/>
                  </a:cubicBezTo>
                  <a:lnTo>
                    <a:pt x="16113" y="41332"/>
                  </a:lnTo>
                  <a:lnTo>
                    <a:pt x="16113" y="30187"/>
                  </a:lnTo>
                  <a:cubicBezTo>
                    <a:pt x="24328" y="29741"/>
                    <a:pt x="30633" y="22927"/>
                    <a:pt x="30442" y="14712"/>
                  </a:cubicBezTo>
                  <a:cubicBezTo>
                    <a:pt x="30250" y="6496"/>
                    <a:pt x="23500" y="1"/>
                    <a:pt x="153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0"/>
            <p:cNvSpPr/>
            <p:nvPr/>
          </p:nvSpPr>
          <p:spPr>
            <a:xfrm>
              <a:off x="972075" y="4366000"/>
              <a:ext cx="79625" cy="398050"/>
            </a:xfrm>
            <a:custGeom>
              <a:avLst/>
              <a:gdLst/>
              <a:ahLst/>
              <a:cxnLst/>
              <a:rect l="l" t="t" r="r" b="b"/>
              <a:pathLst>
                <a:path w="3185" h="15922" extrusionOk="0">
                  <a:moveTo>
                    <a:pt x="0" y="1"/>
                  </a:moveTo>
                  <a:lnTo>
                    <a:pt x="0" y="15922"/>
                  </a:lnTo>
                  <a:lnTo>
                    <a:pt x="3185" y="15922"/>
                  </a:lnTo>
                  <a:lnTo>
                    <a:pt x="318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0"/>
            <p:cNvSpPr/>
            <p:nvPr/>
          </p:nvSpPr>
          <p:spPr>
            <a:xfrm>
              <a:off x="2436800" y="685075"/>
              <a:ext cx="213375" cy="214950"/>
            </a:xfrm>
            <a:custGeom>
              <a:avLst/>
              <a:gdLst/>
              <a:ahLst/>
              <a:cxnLst/>
              <a:rect l="l" t="t" r="r" b="b"/>
              <a:pathLst>
                <a:path w="8535" h="8598" extrusionOk="0">
                  <a:moveTo>
                    <a:pt x="1" y="0"/>
                  </a:moveTo>
                  <a:lnTo>
                    <a:pt x="1" y="8598"/>
                  </a:lnTo>
                  <a:lnTo>
                    <a:pt x="8534" y="8598"/>
                  </a:lnTo>
                  <a:lnTo>
                    <a:pt x="85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0"/>
            <p:cNvSpPr/>
            <p:nvPr/>
          </p:nvSpPr>
          <p:spPr>
            <a:xfrm>
              <a:off x="2791850" y="685075"/>
              <a:ext cx="213350" cy="214950"/>
            </a:xfrm>
            <a:custGeom>
              <a:avLst/>
              <a:gdLst/>
              <a:ahLst/>
              <a:cxnLst/>
              <a:rect l="l" t="t" r="r" b="b"/>
              <a:pathLst>
                <a:path w="8534" h="8598" extrusionOk="0">
                  <a:moveTo>
                    <a:pt x="0" y="0"/>
                  </a:moveTo>
                  <a:lnTo>
                    <a:pt x="0" y="8598"/>
                  </a:lnTo>
                  <a:lnTo>
                    <a:pt x="8534" y="8598"/>
                  </a:lnTo>
                  <a:lnTo>
                    <a:pt x="85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0"/>
            <p:cNvSpPr/>
            <p:nvPr/>
          </p:nvSpPr>
          <p:spPr>
            <a:xfrm>
              <a:off x="3146875" y="685075"/>
              <a:ext cx="213375" cy="214950"/>
            </a:xfrm>
            <a:custGeom>
              <a:avLst/>
              <a:gdLst/>
              <a:ahLst/>
              <a:cxnLst/>
              <a:rect l="l" t="t" r="r" b="b"/>
              <a:pathLst>
                <a:path w="8535" h="8598" extrusionOk="0">
                  <a:moveTo>
                    <a:pt x="1" y="0"/>
                  </a:moveTo>
                  <a:lnTo>
                    <a:pt x="1" y="8598"/>
                  </a:lnTo>
                  <a:lnTo>
                    <a:pt x="8534" y="8598"/>
                  </a:lnTo>
                  <a:lnTo>
                    <a:pt x="85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0"/>
            <p:cNvSpPr/>
            <p:nvPr/>
          </p:nvSpPr>
          <p:spPr>
            <a:xfrm>
              <a:off x="2258475" y="570450"/>
              <a:ext cx="1280075" cy="444200"/>
            </a:xfrm>
            <a:custGeom>
              <a:avLst/>
              <a:gdLst/>
              <a:ahLst/>
              <a:cxnLst/>
              <a:rect l="l" t="t" r="r" b="b"/>
              <a:pathLst>
                <a:path w="51203" h="17768" extrusionOk="0">
                  <a:moveTo>
                    <a:pt x="49611" y="1592"/>
                  </a:moveTo>
                  <a:lnTo>
                    <a:pt x="49611" y="16176"/>
                  </a:lnTo>
                  <a:lnTo>
                    <a:pt x="1593" y="16176"/>
                  </a:lnTo>
                  <a:lnTo>
                    <a:pt x="1593" y="1592"/>
                  </a:lnTo>
                  <a:close/>
                  <a:moveTo>
                    <a:pt x="1" y="0"/>
                  </a:moveTo>
                  <a:lnTo>
                    <a:pt x="1" y="17768"/>
                  </a:lnTo>
                  <a:lnTo>
                    <a:pt x="51203" y="17768"/>
                  </a:lnTo>
                  <a:lnTo>
                    <a:pt x="512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0"/>
            <p:cNvSpPr/>
            <p:nvPr/>
          </p:nvSpPr>
          <p:spPr>
            <a:xfrm>
              <a:off x="4947550" y="262775"/>
              <a:ext cx="1147925" cy="384100"/>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0"/>
            <p:cNvSpPr/>
            <p:nvPr/>
          </p:nvSpPr>
          <p:spPr>
            <a:xfrm>
              <a:off x="5336025" y="1923725"/>
              <a:ext cx="162400" cy="135350"/>
            </a:xfrm>
            <a:custGeom>
              <a:avLst/>
              <a:gdLst/>
              <a:ahLst/>
              <a:cxnLst/>
              <a:rect l="l" t="t" r="r" b="b"/>
              <a:pathLst>
                <a:path w="6496" h="5414" extrusionOk="0">
                  <a:moveTo>
                    <a:pt x="4649" y="0"/>
                  </a:moveTo>
                  <a:lnTo>
                    <a:pt x="0" y="2675"/>
                  </a:lnTo>
                  <a:lnTo>
                    <a:pt x="4649" y="5414"/>
                  </a:lnTo>
                  <a:lnTo>
                    <a:pt x="4649" y="3503"/>
                  </a:lnTo>
                  <a:lnTo>
                    <a:pt x="5477" y="3503"/>
                  </a:lnTo>
                  <a:cubicBezTo>
                    <a:pt x="6496" y="3503"/>
                    <a:pt x="6496" y="1911"/>
                    <a:pt x="5477" y="1911"/>
                  </a:cubicBezTo>
                  <a:lnTo>
                    <a:pt x="4649" y="1911"/>
                  </a:lnTo>
                  <a:lnTo>
                    <a:pt x="46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0"/>
            <p:cNvSpPr/>
            <p:nvPr/>
          </p:nvSpPr>
          <p:spPr>
            <a:xfrm>
              <a:off x="2651725" y="4047575"/>
              <a:ext cx="135375" cy="116250"/>
            </a:xfrm>
            <a:custGeom>
              <a:avLst/>
              <a:gdLst/>
              <a:ahLst/>
              <a:cxnLst/>
              <a:rect l="l" t="t" r="r" b="b"/>
              <a:pathLst>
                <a:path w="5415" h="4650" extrusionOk="0">
                  <a:moveTo>
                    <a:pt x="2739" y="1"/>
                  </a:moveTo>
                  <a:lnTo>
                    <a:pt x="1" y="4650"/>
                  </a:lnTo>
                  <a:lnTo>
                    <a:pt x="5414" y="4650"/>
                  </a:lnTo>
                  <a:lnTo>
                    <a:pt x="27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0"/>
            <p:cNvSpPr/>
            <p:nvPr/>
          </p:nvSpPr>
          <p:spPr>
            <a:xfrm>
              <a:off x="2481375" y="1923725"/>
              <a:ext cx="164025" cy="135350"/>
            </a:xfrm>
            <a:custGeom>
              <a:avLst/>
              <a:gdLst/>
              <a:ahLst/>
              <a:cxnLst/>
              <a:rect l="l" t="t" r="r" b="b"/>
              <a:pathLst>
                <a:path w="6561" h="5414" extrusionOk="0">
                  <a:moveTo>
                    <a:pt x="1848" y="0"/>
                  </a:moveTo>
                  <a:lnTo>
                    <a:pt x="1848" y="1911"/>
                  </a:lnTo>
                  <a:lnTo>
                    <a:pt x="1083" y="1911"/>
                  </a:lnTo>
                  <a:cubicBezTo>
                    <a:pt x="1" y="1911"/>
                    <a:pt x="1" y="3503"/>
                    <a:pt x="1083" y="3503"/>
                  </a:cubicBezTo>
                  <a:lnTo>
                    <a:pt x="1848" y="3503"/>
                  </a:lnTo>
                  <a:lnTo>
                    <a:pt x="1848" y="5414"/>
                  </a:lnTo>
                  <a:lnTo>
                    <a:pt x="6560" y="2675"/>
                  </a:lnTo>
                  <a:lnTo>
                    <a:pt x="18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0"/>
            <p:cNvSpPr/>
            <p:nvPr/>
          </p:nvSpPr>
          <p:spPr>
            <a:xfrm>
              <a:off x="1459250" y="2527125"/>
              <a:ext cx="243625" cy="208425"/>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0"/>
            <p:cNvSpPr/>
            <p:nvPr/>
          </p:nvSpPr>
          <p:spPr>
            <a:xfrm>
              <a:off x="4718275" y="1636825"/>
              <a:ext cx="243625" cy="208900"/>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0"/>
            <p:cNvSpPr/>
            <p:nvPr/>
          </p:nvSpPr>
          <p:spPr>
            <a:xfrm>
              <a:off x="4971425" y="1636825"/>
              <a:ext cx="243625" cy="208900"/>
            </a:xfrm>
            <a:custGeom>
              <a:avLst/>
              <a:gdLst/>
              <a:ahLst/>
              <a:cxnLst/>
              <a:rect l="l" t="t" r="r" b="b"/>
              <a:pathLst>
                <a:path w="9745" h="8356" extrusionOk="0">
                  <a:moveTo>
                    <a:pt x="4217" y="0"/>
                  </a:moveTo>
                  <a:cubicBezTo>
                    <a:pt x="2070" y="0"/>
                    <a:pt x="0" y="1654"/>
                    <a:pt x="0" y="4153"/>
                  </a:cubicBezTo>
                  <a:cubicBezTo>
                    <a:pt x="0" y="6509"/>
                    <a:pt x="1911" y="8356"/>
                    <a:pt x="4204" y="8356"/>
                  </a:cubicBezTo>
                  <a:cubicBezTo>
                    <a:pt x="7897" y="8356"/>
                    <a:pt x="9744" y="3834"/>
                    <a:pt x="7133" y="1223"/>
                  </a:cubicBezTo>
                  <a:cubicBezTo>
                    <a:pt x="6288" y="379"/>
                    <a:pt x="5244" y="0"/>
                    <a:pt x="4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0"/>
            <p:cNvSpPr/>
            <p:nvPr/>
          </p:nvSpPr>
          <p:spPr>
            <a:xfrm>
              <a:off x="6803925" y="2260975"/>
              <a:ext cx="243625" cy="208850"/>
            </a:xfrm>
            <a:custGeom>
              <a:avLst/>
              <a:gdLst/>
              <a:ahLst/>
              <a:cxnLst/>
              <a:rect l="l" t="t" r="r" b="b"/>
              <a:pathLst>
                <a:path w="9745" h="8354" extrusionOk="0">
                  <a:moveTo>
                    <a:pt x="5547" y="1"/>
                  </a:moveTo>
                  <a:cubicBezTo>
                    <a:pt x="4523" y="1"/>
                    <a:pt x="3475" y="379"/>
                    <a:pt x="2612" y="1221"/>
                  </a:cubicBezTo>
                  <a:cubicBezTo>
                    <a:pt x="1" y="3896"/>
                    <a:pt x="1848" y="8354"/>
                    <a:pt x="5605" y="8354"/>
                  </a:cubicBezTo>
                  <a:cubicBezTo>
                    <a:pt x="7898" y="8354"/>
                    <a:pt x="9744" y="6507"/>
                    <a:pt x="9744" y="4215"/>
                  </a:cubicBezTo>
                  <a:cubicBezTo>
                    <a:pt x="9744" y="1669"/>
                    <a:pt x="7699" y="1"/>
                    <a:pt x="55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0"/>
            <p:cNvSpPr/>
            <p:nvPr/>
          </p:nvSpPr>
          <p:spPr>
            <a:xfrm>
              <a:off x="5711750" y="2736450"/>
              <a:ext cx="197450" cy="168025"/>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0"/>
            <p:cNvSpPr/>
            <p:nvPr/>
          </p:nvSpPr>
          <p:spPr>
            <a:xfrm>
              <a:off x="5789775" y="945725"/>
              <a:ext cx="197425" cy="169225"/>
            </a:xfrm>
            <a:custGeom>
              <a:avLst/>
              <a:gdLst/>
              <a:ahLst/>
              <a:cxnLst/>
              <a:rect l="l" t="t" r="r" b="b"/>
              <a:pathLst>
                <a:path w="7897" h="6769" extrusionOk="0">
                  <a:moveTo>
                    <a:pt x="4463" y="0"/>
                  </a:moveTo>
                  <a:cubicBezTo>
                    <a:pt x="3637" y="0"/>
                    <a:pt x="2795" y="301"/>
                    <a:pt x="2102" y="974"/>
                  </a:cubicBezTo>
                  <a:cubicBezTo>
                    <a:pt x="0" y="3139"/>
                    <a:pt x="1528" y="6769"/>
                    <a:pt x="4522" y="6769"/>
                  </a:cubicBezTo>
                  <a:cubicBezTo>
                    <a:pt x="6368" y="6769"/>
                    <a:pt x="7897" y="5241"/>
                    <a:pt x="7897" y="3394"/>
                  </a:cubicBezTo>
                  <a:cubicBezTo>
                    <a:pt x="7897" y="1358"/>
                    <a:pt x="6218" y="0"/>
                    <a:pt x="44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0"/>
            <p:cNvSpPr/>
            <p:nvPr/>
          </p:nvSpPr>
          <p:spPr>
            <a:xfrm>
              <a:off x="6049275" y="945725"/>
              <a:ext cx="197450" cy="169225"/>
            </a:xfrm>
            <a:custGeom>
              <a:avLst/>
              <a:gdLst/>
              <a:ahLst/>
              <a:cxnLst/>
              <a:rect l="l" t="t" r="r" b="b"/>
              <a:pathLst>
                <a:path w="7898" h="6769" extrusionOk="0">
                  <a:moveTo>
                    <a:pt x="4464" y="0"/>
                  </a:moveTo>
                  <a:cubicBezTo>
                    <a:pt x="3638" y="0"/>
                    <a:pt x="2795" y="301"/>
                    <a:pt x="2102" y="974"/>
                  </a:cubicBezTo>
                  <a:cubicBezTo>
                    <a:pt x="1" y="3139"/>
                    <a:pt x="1529" y="6769"/>
                    <a:pt x="4522" y="6769"/>
                  </a:cubicBezTo>
                  <a:cubicBezTo>
                    <a:pt x="6369" y="6769"/>
                    <a:pt x="7897" y="5241"/>
                    <a:pt x="7897" y="3394"/>
                  </a:cubicBezTo>
                  <a:cubicBezTo>
                    <a:pt x="7897" y="1358"/>
                    <a:pt x="6219" y="0"/>
                    <a:pt x="44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0"/>
            <p:cNvSpPr/>
            <p:nvPr/>
          </p:nvSpPr>
          <p:spPr>
            <a:xfrm>
              <a:off x="3006775" y="4857175"/>
              <a:ext cx="197450" cy="169575"/>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0"/>
            <p:cNvSpPr/>
            <p:nvPr/>
          </p:nvSpPr>
          <p:spPr>
            <a:xfrm>
              <a:off x="3264700" y="4857175"/>
              <a:ext cx="197450" cy="169575"/>
            </a:xfrm>
            <a:custGeom>
              <a:avLst/>
              <a:gdLst/>
              <a:ahLst/>
              <a:cxnLst/>
              <a:rect l="l" t="t" r="r" b="b"/>
              <a:pathLst>
                <a:path w="7898" h="6783" extrusionOk="0">
                  <a:moveTo>
                    <a:pt x="4511" y="0"/>
                  </a:moveTo>
                  <a:cubicBezTo>
                    <a:pt x="3686" y="0"/>
                    <a:pt x="2846" y="307"/>
                    <a:pt x="2166" y="987"/>
                  </a:cubicBezTo>
                  <a:cubicBezTo>
                    <a:pt x="0" y="3089"/>
                    <a:pt x="1529" y="6782"/>
                    <a:pt x="4522" y="6782"/>
                  </a:cubicBezTo>
                  <a:cubicBezTo>
                    <a:pt x="6369" y="6782"/>
                    <a:pt x="7897" y="5254"/>
                    <a:pt x="7897" y="3407"/>
                  </a:cubicBezTo>
                  <a:cubicBezTo>
                    <a:pt x="7897" y="1340"/>
                    <a:pt x="6236" y="0"/>
                    <a:pt x="45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0"/>
            <p:cNvSpPr/>
            <p:nvPr/>
          </p:nvSpPr>
          <p:spPr>
            <a:xfrm>
              <a:off x="6307200" y="945725"/>
              <a:ext cx="195850" cy="169225"/>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0"/>
            <p:cNvSpPr/>
            <p:nvPr/>
          </p:nvSpPr>
          <p:spPr>
            <a:xfrm>
              <a:off x="3767800" y="836325"/>
              <a:ext cx="197450" cy="168025"/>
            </a:xfrm>
            <a:custGeom>
              <a:avLst/>
              <a:gdLst/>
              <a:ahLst/>
              <a:cxnLst/>
              <a:rect l="l" t="t" r="r" b="b"/>
              <a:pathLst>
                <a:path w="7898" h="6721" extrusionOk="0">
                  <a:moveTo>
                    <a:pt x="3376" y="0"/>
                  </a:moveTo>
                  <a:cubicBezTo>
                    <a:pt x="1529" y="0"/>
                    <a:pt x="0" y="1465"/>
                    <a:pt x="0" y="3375"/>
                  </a:cubicBezTo>
                  <a:cubicBezTo>
                    <a:pt x="0" y="5397"/>
                    <a:pt x="1655" y="6721"/>
                    <a:pt x="3397" y="6721"/>
                  </a:cubicBezTo>
                  <a:cubicBezTo>
                    <a:pt x="4235" y="6721"/>
                    <a:pt x="5092" y="6414"/>
                    <a:pt x="5796" y="5732"/>
                  </a:cubicBezTo>
                  <a:cubicBezTo>
                    <a:pt x="7897" y="3630"/>
                    <a:pt x="6369" y="0"/>
                    <a:pt x="33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0"/>
            <p:cNvSpPr/>
            <p:nvPr/>
          </p:nvSpPr>
          <p:spPr>
            <a:xfrm>
              <a:off x="3505100" y="4547475"/>
              <a:ext cx="287750" cy="207875"/>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0"/>
            <p:cNvSpPr/>
            <p:nvPr/>
          </p:nvSpPr>
          <p:spPr>
            <a:xfrm>
              <a:off x="1495875" y="2773900"/>
              <a:ext cx="203800" cy="1459975"/>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0"/>
            <p:cNvSpPr/>
            <p:nvPr/>
          </p:nvSpPr>
          <p:spPr>
            <a:xfrm>
              <a:off x="4119650" y="868550"/>
              <a:ext cx="133750" cy="157250"/>
            </a:xfrm>
            <a:custGeom>
              <a:avLst/>
              <a:gdLst/>
              <a:ahLst/>
              <a:cxnLst/>
              <a:rect l="l" t="t" r="r" b="b"/>
              <a:pathLst>
                <a:path w="5350" h="6290" extrusionOk="0">
                  <a:moveTo>
                    <a:pt x="2643" y="1"/>
                  </a:moveTo>
                  <a:cubicBezTo>
                    <a:pt x="2245" y="1"/>
                    <a:pt x="1847" y="271"/>
                    <a:pt x="1847" y="813"/>
                  </a:cubicBezTo>
                  <a:lnTo>
                    <a:pt x="1847" y="1577"/>
                  </a:lnTo>
                  <a:lnTo>
                    <a:pt x="1" y="1577"/>
                  </a:lnTo>
                  <a:lnTo>
                    <a:pt x="2675" y="6290"/>
                  </a:lnTo>
                  <a:lnTo>
                    <a:pt x="5350" y="1577"/>
                  </a:lnTo>
                  <a:lnTo>
                    <a:pt x="3439" y="1577"/>
                  </a:lnTo>
                  <a:lnTo>
                    <a:pt x="3439" y="813"/>
                  </a:lnTo>
                  <a:cubicBezTo>
                    <a:pt x="3439" y="271"/>
                    <a:pt x="3041" y="1"/>
                    <a:pt x="26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0"/>
            <p:cNvSpPr/>
            <p:nvPr/>
          </p:nvSpPr>
          <p:spPr>
            <a:xfrm>
              <a:off x="5961700" y="1944425"/>
              <a:ext cx="812000" cy="746725"/>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0"/>
            <p:cNvSpPr/>
            <p:nvPr/>
          </p:nvSpPr>
          <p:spPr>
            <a:xfrm flipH="1">
              <a:off x="755540" y="1025104"/>
              <a:ext cx="1047660" cy="746725"/>
            </a:xfrm>
            <a:custGeom>
              <a:avLst/>
              <a:gdLst/>
              <a:ahLst/>
              <a:cxnLst/>
              <a:rect l="l" t="t" r="r" b="b"/>
              <a:pathLst>
                <a:path w="38849" h="29869" extrusionOk="0">
                  <a:moveTo>
                    <a:pt x="33626" y="1593"/>
                  </a:moveTo>
                  <a:cubicBezTo>
                    <a:pt x="35600" y="1593"/>
                    <a:pt x="37256" y="3248"/>
                    <a:pt x="37256" y="5223"/>
                  </a:cubicBezTo>
                  <a:lnTo>
                    <a:pt x="37256" y="16113"/>
                  </a:lnTo>
                  <a:cubicBezTo>
                    <a:pt x="37256" y="18087"/>
                    <a:pt x="35600" y="19679"/>
                    <a:pt x="33626" y="19743"/>
                  </a:cubicBezTo>
                  <a:lnTo>
                    <a:pt x="30697" y="19743"/>
                  </a:lnTo>
                  <a:lnTo>
                    <a:pt x="24519" y="25856"/>
                  </a:lnTo>
                  <a:lnTo>
                    <a:pt x="24774" y="19679"/>
                  </a:lnTo>
                  <a:lnTo>
                    <a:pt x="5223" y="19679"/>
                  </a:lnTo>
                  <a:cubicBezTo>
                    <a:pt x="3249" y="19679"/>
                    <a:pt x="1593" y="18087"/>
                    <a:pt x="1593" y="16113"/>
                  </a:cubicBezTo>
                  <a:lnTo>
                    <a:pt x="1593" y="5223"/>
                  </a:lnTo>
                  <a:cubicBezTo>
                    <a:pt x="1593" y="3248"/>
                    <a:pt x="3249" y="1593"/>
                    <a:pt x="5223" y="1593"/>
                  </a:cubicBezTo>
                  <a:close/>
                  <a:moveTo>
                    <a:pt x="5223" y="1"/>
                  </a:moveTo>
                  <a:cubicBezTo>
                    <a:pt x="2357" y="1"/>
                    <a:pt x="1" y="2357"/>
                    <a:pt x="1" y="5223"/>
                  </a:cubicBezTo>
                  <a:lnTo>
                    <a:pt x="1" y="16113"/>
                  </a:lnTo>
                  <a:cubicBezTo>
                    <a:pt x="1" y="18978"/>
                    <a:pt x="2357" y="21335"/>
                    <a:pt x="5223" y="21335"/>
                  </a:cubicBezTo>
                  <a:lnTo>
                    <a:pt x="23118" y="21335"/>
                  </a:lnTo>
                  <a:lnTo>
                    <a:pt x="22800" y="29868"/>
                  </a:lnTo>
                  <a:lnTo>
                    <a:pt x="31397" y="21335"/>
                  </a:lnTo>
                  <a:lnTo>
                    <a:pt x="33626" y="21335"/>
                  </a:lnTo>
                  <a:cubicBezTo>
                    <a:pt x="36556" y="21271"/>
                    <a:pt x="38848" y="18978"/>
                    <a:pt x="38848" y="16113"/>
                  </a:cubicBezTo>
                  <a:lnTo>
                    <a:pt x="38848" y="5223"/>
                  </a:lnTo>
                  <a:cubicBezTo>
                    <a:pt x="38848" y="2357"/>
                    <a:pt x="36556" y="1"/>
                    <a:pt x="336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0"/>
            <p:cNvSpPr/>
            <p:nvPr/>
          </p:nvSpPr>
          <p:spPr>
            <a:xfrm>
              <a:off x="5700600" y="3254725"/>
              <a:ext cx="246800" cy="1534800"/>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0"/>
            <p:cNvSpPr/>
            <p:nvPr/>
          </p:nvSpPr>
          <p:spPr>
            <a:xfrm>
              <a:off x="6150075" y="3201275"/>
              <a:ext cx="131675" cy="74175"/>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0"/>
            <p:cNvSpPr/>
            <p:nvPr/>
          </p:nvSpPr>
          <p:spPr>
            <a:xfrm>
              <a:off x="6616075" y="3944100"/>
              <a:ext cx="157625" cy="176750"/>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0"/>
            <p:cNvSpPr/>
            <p:nvPr/>
          </p:nvSpPr>
          <p:spPr>
            <a:xfrm>
              <a:off x="6299225" y="3275275"/>
              <a:ext cx="313675" cy="328125"/>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0"/>
            <p:cNvSpPr/>
            <p:nvPr/>
          </p:nvSpPr>
          <p:spPr>
            <a:xfrm>
              <a:off x="5732450" y="3078000"/>
              <a:ext cx="244700" cy="157625"/>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0"/>
            <p:cNvSpPr/>
            <p:nvPr/>
          </p:nvSpPr>
          <p:spPr>
            <a:xfrm>
              <a:off x="6651200" y="3786250"/>
              <a:ext cx="58825" cy="118075"/>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0"/>
            <p:cNvSpPr/>
            <p:nvPr/>
          </p:nvSpPr>
          <p:spPr>
            <a:xfrm>
              <a:off x="6007875" y="3155300"/>
              <a:ext cx="121025" cy="59650"/>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0"/>
            <p:cNvSpPr/>
            <p:nvPr/>
          </p:nvSpPr>
          <p:spPr>
            <a:xfrm>
              <a:off x="6599900" y="3634350"/>
              <a:ext cx="76675" cy="115525"/>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0"/>
            <p:cNvSpPr/>
            <p:nvPr/>
          </p:nvSpPr>
          <p:spPr>
            <a:xfrm>
              <a:off x="238125" y="2229325"/>
              <a:ext cx="224500" cy="433150"/>
            </a:xfrm>
            <a:custGeom>
              <a:avLst/>
              <a:gdLst/>
              <a:ahLst/>
              <a:cxnLst/>
              <a:rect l="l" t="t" r="r" b="b"/>
              <a:pathLst>
                <a:path w="8980" h="17326" extrusionOk="0">
                  <a:moveTo>
                    <a:pt x="5509" y="0"/>
                  </a:moveTo>
                  <a:cubicBezTo>
                    <a:pt x="5187" y="0"/>
                    <a:pt x="4877" y="174"/>
                    <a:pt x="4776" y="577"/>
                  </a:cubicBezTo>
                  <a:cubicBezTo>
                    <a:pt x="4458" y="1659"/>
                    <a:pt x="4267" y="2742"/>
                    <a:pt x="4076" y="3761"/>
                  </a:cubicBezTo>
                  <a:cubicBezTo>
                    <a:pt x="4012" y="4079"/>
                    <a:pt x="4076" y="4334"/>
                    <a:pt x="4331" y="4525"/>
                  </a:cubicBezTo>
                  <a:lnTo>
                    <a:pt x="0" y="8856"/>
                  </a:lnTo>
                  <a:lnTo>
                    <a:pt x="4012" y="12868"/>
                  </a:lnTo>
                  <a:cubicBezTo>
                    <a:pt x="3757" y="12995"/>
                    <a:pt x="3694" y="13250"/>
                    <a:pt x="3694" y="13505"/>
                  </a:cubicBezTo>
                  <a:cubicBezTo>
                    <a:pt x="3821" y="14587"/>
                    <a:pt x="4012" y="15670"/>
                    <a:pt x="4203" y="16689"/>
                  </a:cubicBezTo>
                  <a:cubicBezTo>
                    <a:pt x="4267" y="17071"/>
                    <a:pt x="4585" y="17326"/>
                    <a:pt x="4967" y="17326"/>
                  </a:cubicBezTo>
                  <a:lnTo>
                    <a:pt x="5158" y="17326"/>
                  </a:lnTo>
                  <a:cubicBezTo>
                    <a:pt x="5541" y="17262"/>
                    <a:pt x="5859" y="16816"/>
                    <a:pt x="5732" y="16434"/>
                  </a:cubicBezTo>
                  <a:cubicBezTo>
                    <a:pt x="5541" y="15415"/>
                    <a:pt x="5413" y="14396"/>
                    <a:pt x="5286" y="13377"/>
                  </a:cubicBezTo>
                  <a:cubicBezTo>
                    <a:pt x="5222" y="13123"/>
                    <a:pt x="5158" y="12932"/>
                    <a:pt x="4967" y="12804"/>
                  </a:cubicBezTo>
                  <a:lnTo>
                    <a:pt x="8979" y="8856"/>
                  </a:lnTo>
                  <a:lnTo>
                    <a:pt x="4776" y="4716"/>
                  </a:lnTo>
                  <a:lnTo>
                    <a:pt x="4840" y="4716"/>
                  </a:lnTo>
                  <a:cubicBezTo>
                    <a:pt x="5222" y="4716"/>
                    <a:pt x="5541" y="4462"/>
                    <a:pt x="5668" y="4079"/>
                  </a:cubicBezTo>
                  <a:cubicBezTo>
                    <a:pt x="5859" y="3061"/>
                    <a:pt x="6050" y="2042"/>
                    <a:pt x="6368" y="1023"/>
                  </a:cubicBezTo>
                  <a:cubicBezTo>
                    <a:pt x="6522" y="407"/>
                    <a:pt x="6001" y="0"/>
                    <a:pt x="55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0"/>
            <p:cNvSpPr/>
            <p:nvPr/>
          </p:nvSpPr>
          <p:spPr>
            <a:xfrm>
              <a:off x="417375" y="2847300"/>
              <a:ext cx="91425" cy="108125"/>
            </a:xfrm>
            <a:custGeom>
              <a:avLst/>
              <a:gdLst/>
              <a:ahLst/>
              <a:cxnLst/>
              <a:rect l="l" t="t" r="r" b="b"/>
              <a:pathLst>
                <a:path w="3657" h="4325" extrusionOk="0">
                  <a:moveTo>
                    <a:pt x="1064" y="1"/>
                  </a:moveTo>
                  <a:cubicBezTo>
                    <a:pt x="528" y="1"/>
                    <a:pt x="1" y="559"/>
                    <a:pt x="345" y="1204"/>
                  </a:cubicBezTo>
                  <a:cubicBezTo>
                    <a:pt x="918" y="2159"/>
                    <a:pt x="1427" y="3051"/>
                    <a:pt x="2064" y="3942"/>
                  </a:cubicBezTo>
                  <a:cubicBezTo>
                    <a:pt x="2192" y="4197"/>
                    <a:pt x="2446" y="4325"/>
                    <a:pt x="2701" y="4325"/>
                  </a:cubicBezTo>
                  <a:cubicBezTo>
                    <a:pt x="2892" y="4325"/>
                    <a:pt x="3019" y="4261"/>
                    <a:pt x="3147" y="4197"/>
                  </a:cubicBezTo>
                  <a:cubicBezTo>
                    <a:pt x="3529" y="3942"/>
                    <a:pt x="3656" y="3433"/>
                    <a:pt x="3402" y="3051"/>
                  </a:cubicBezTo>
                  <a:cubicBezTo>
                    <a:pt x="2828" y="2223"/>
                    <a:pt x="2255" y="1331"/>
                    <a:pt x="1746" y="440"/>
                  </a:cubicBezTo>
                  <a:cubicBezTo>
                    <a:pt x="1580" y="130"/>
                    <a:pt x="1321" y="1"/>
                    <a:pt x="10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0"/>
            <p:cNvSpPr/>
            <p:nvPr/>
          </p:nvSpPr>
          <p:spPr>
            <a:xfrm>
              <a:off x="360700" y="2701425"/>
              <a:ext cx="71675" cy="113900"/>
            </a:xfrm>
            <a:custGeom>
              <a:avLst/>
              <a:gdLst/>
              <a:ahLst/>
              <a:cxnLst/>
              <a:rect l="l" t="t" r="r" b="b"/>
              <a:pathLst>
                <a:path w="2867" h="4556" extrusionOk="0">
                  <a:moveTo>
                    <a:pt x="908" y="1"/>
                  </a:moveTo>
                  <a:cubicBezTo>
                    <a:pt x="839" y="1"/>
                    <a:pt x="769" y="11"/>
                    <a:pt x="701" y="34"/>
                  </a:cubicBezTo>
                  <a:cubicBezTo>
                    <a:pt x="255" y="161"/>
                    <a:pt x="1" y="607"/>
                    <a:pt x="128" y="989"/>
                  </a:cubicBezTo>
                  <a:cubicBezTo>
                    <a:pt x="446" y="2072"/>
                    <a:pt x="829" y="3091"/>
                    <a:pt x="1274" y="4046"/>
                  </a:cubicBezTo>
                  <a:cubicBezTo>
                    <a:pt x="1402" y="4364"/>
                    <a:pt x="1656" y="4555"/>
                    <a:pt x="1975" y="4555"/>
                  </a:cubicBezTo>
                  <a:cubicBezTo>
                    <a:pt x="2102" y="4555"/>
                    <a:pt x="2230" y="4555"/>
                    <a:pt x="2293" y="4492"/>
                  </a:cubicBezTo>
                  <a:cubicBezTo>
                    <a:pt x="2675" y="4301"/>
                    <a:pt x="2866" y="3855"/>
                    <a:pt x="2675" y="3473"/>
                  </a:cubicBezTo>
                  <a:cubicBezTo>
                    <a:pt x="2293" y="2517"/>
                    <a:pt x="1911" y="1499"/>
                    <a:pt x="1656" y="543"/>
                  </a:cubicBezTo>
                  <a:cubicBezTo>
                    <a:pt x="1552" y="229"/>
                    <a:pt x="1231" y="1"/>
                    <a:pt x="9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0"/>
            <p:cNvSpPr/>
            <p:nvPr/>
          </p:nvSpPr>
          <p:spPr>
            <a:xfrm>
              <a:off x="379800" y="2081500"/>
              <a:ext cx="80800" cy="112900"/>
            </a:xfrm>
            <a:custGeom>
              <a:avLst/>
              <a:gdLst/>
              <a:ahLst/>
              <a:cxnLst/>
              <a:rect l="l" t="t" r="r" b="b"/>
              <a:pathLst>
                <a:path w="3232" h="4516" extrusionOk="0">
                  <a:moveTo>
                    <a:pt x="2170" y="1"/>
                  </a:moveTo>
                  <a:cubicBezTo>
                    <a:pt x="1919" y="1"/>
                    <a:pt x="1674" y="130"/>
                    <a:pt x="1529" y="440"/>
                  </a:cubicBezTo>
                  <a:cubicBezTo>
                    <a:pt x="1020" y="1395"/>
                    <a:pt x="574" y="2414"/>
                    <a:pt x="192" y="3433"/>
                  </a:cubicBezTo>
                  <a:cubicBezTo>
                    <a:pt x="1" y="3815"/>
                    <a:pt x="192" y="4325"/>
                    <a:pt x="638" y="4516"/>
                  </a:cubicBezTo>
                  <a:lnTo>
                    <a:pt x="892" y="4516"/>
                  </a:lnTo>
                  <a:cubicBezTo>
                    <a:pt x="1211" y="4516"/>
                    <a:pt x="1529" y="4325"/>
                    <a:pt x="1657" y="4006"/>
                  </a:cubicBezTo>
                  <a:cubicBezTo>
                    <a:pt x="2039" y="3051"/>
                    <a:pt x="2421" y="2096"/>
                    <a:pt x="2930" y="1204"/>
                  </a:cubicBezTo>
                  <a:cubicBezTo>
                    <a:pt x="3231" y="559"/>
                    <a:pt x="2690" y="1"/>
                    <a:pt x="21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0"/>
            <p:cNvSpPr/>
            <p:nvPr/>
          </p:nvSpPr>
          <p:spPr>
            <a:xfrm>
              <a:off x="516725" y="1740625"/>
              <a:ext cx="222925" cy="222925"/>
            </a:xfrm>
            <a:custGeom>
              <a:avLst/>
              <a:gdLst/>
              <a:ahLst/>
              <a:cxnLst/>
              <a:rect l="l" t="t" r="r" b="b"/>
              <a:pathLst>
                <a:path w="8917" h="8917" extrusionOk="0">
                  <a:moveTo>
                    <a:pt x="4459" y="1"/>
                  </a:moveTo>
                  <a:lnTo>
                    <a:pt x="1" y="4459"/>
                  </a:lnTo>
                  <a:lnTo>
                    <a:pt x="1656" y="6114"/>
                  </a:lnTo>
                  <a:lnTo>
                    <a:pt x="1656" y="6178"/>
                  </a:lnTo>
                  <a:cubicBezTo>
                    <a:pt x="1338" y="6496"/>
                    <a:pt x="1338" y="7006"/>
                    <a:pt x="1656" y="7324"/>
                  </a:cubicBezTo>
                  <a:cubicBezTo>
                    <a:pt x="1784" y="7452"/>
                    <a:pt x="1975" y="7515"/>
                    <a:pt x="2230" y="7515"/>
                  </a:cubicBezTo>
                  <a:cubicBezTo>
                    <a:pt x="2421" y="7515"/>
                    <a:pt x="2612" y="7452"/>
                    <a:pt x="2803" y="7261"/>
                  </a:cubicBezTo>
                  <a:lnTo>
                    <a:pt x="4459" y="8916"/>
                  </a:lnTo>
                  <a:lnTo>
                    <a:pt x="8916" y="4459"/>
                  </a:lnTo>
                  <a:lnTo>
                    <a:pt x="44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0"/>
            <p:cNvSpPr/>
            <p:nvPr/>
          </p:nvSpPr>
          <p:spPr>
            <a:xfrm>
              <a:off x="451450" y="1948450"/>
              <a:ext cx="90775" cy="104250"/>
            </a:xfrm>
            <a:custGeom>
              <a:avLst/>
              <a:gdLst/>
              <a:ahLst/>
              <a:cxnLst/>
              <a:rect l="l" t="t" r="r" b="b"/>
              <a:pathLst>
                <a:path w="3631" h="4170" extrusionOk="0">
                  <a:moveTo>
                    <a:pt x="2782" y="0"/>
                  </a:moveTo>
                  <a:cubicBezTo>
                    <a:pt x="2549" y="0"/>
                    <a:pt x="2314" y="100"/>
                    <a:pt x="2166" y="285"/>
                  </a:cubicBezTo>
                  <a:cubicBezTo>
                    <a:pt x="1465" y="1113"/>
                    <a:pt x="829" y="2005"/>
                    <a:pt x="255" y="2960"/>
                  </a:cubicBezTo>
                  <a:cubicBezTo>
                    <a:pt x="1" y="3342"/>
                    <a:pt x="128" y="3788"/>
                    <a:pt x="510" y="4042"/>
                  </a:cubicBezTo>
                  <a:cubicBezTo>
                    <a:pt x="637" y="4106"/>
                    <a:pt x="765" y="4170"/>
                    <a:pt x="892" y="4170"/>
                  </a:cubicBezTo>
                  <a:cubicBezTo>
                    <a:pt x="1211" y="4170"/>
                    <a:pt x="1465" y="4042"/>
                    <a:pt x="1593" y="3788"/>
                  </a:cubicBezTo>
                  <a:cubicBezTo>
                    <a:pt x="2166" y="2960"/>
                    <a:pt x="2739" y="2068"/>
                    <a:pt x="3376" y="1304"/>
                  </a:cubicBezTo>
                  <a:cubicBezTo>
                    <a:pt x="3631" y="922"/>
                    <a:pt x="3567" y="412"/>
                    <a:pt x="3249" y="158"/>
                  </a:cubicBezTo>
                  <a:cubicBezTo>
                    <a:pt x="3116" y="51"/>
                    <a:pt x="2949" y="0"/>
                    <a:pt x="27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0"/>
            <p:cNvSpPr/>
            <p:nvPr/>
          </p:nvSpPr>
          <p:spPr>
            <a:xfrm>
              <a:off x="504525" y="2977900"/>
              <a:ext cx="231950" cy="235450"/>
            </a:xfrm>
            <a:custGeom>
              <a:avLst/>
              <a:gdLst/>
              <a:ahLst/>
              <a:cxnLst/>
              <a:rect l="l" t="t" r="r" b="b"/>
              <a:pathLst>
                <a:path w="9278" h="9418" extrusionOk="0">
                  <a:moveTo>
                    <a:pt x="1102" y="1"/>
                  </a:moveTo>
                  <a:cubicBezTo>
                    <a:pt x="511" y="1"/>
                    <a:pt x="0" y="732"/>
                    <a:pt x="552" y="1330"/>
                  </a:cubicBezTo>
                  <a:cubicBezTo>
                    <a:pt x="1062" y="1966"/>
                    <a:pt x="1635" y="2603"/>
                    <a:pt x="2144" y="3176"/>
                  </a:cubicBezTo>
                  <a:lnTo>
                    <a:pt x="361" y="4959"/>
                  </a:lnTo>
                  <a:lnTo>
                    <a:pt x="4819" y="9417"/>
                  </a:lnTo>
                  <a:lnTo>
                    <a:pt x="9277" y="4959"/>
                  </a:lnTo>
                  <a:lnTo>
                    <a:pt x="4819" y="502"/>
                  </a:lnTo>
                  <a:lnTo>
                    <a:pt x="3291" y="2094"/>
                  </a:lnTo>
                  <a:cubicBezTo>
                    <a:pt x="2781" y="1521"/>
                    <a:pt x="2272" y="947"/>
                    <a:pt x="1762" y="374"/>
                  </a:cubicBezTo>
                  <a:cubicBezTo>
                    <a:pt x="1568" y="109"/>
                    <a:pt x="1329" y="1"/>
                    <a:pt x="11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0"/>
            <p:cNvSpPr/>
            <p:nvPr/>
          </p:nvSpPr>
          <p:spPr>
            <a:xfrm>
              <a:off x="7060250" y="2937275"/>
              <a:ext cx="87600" cy="107625"/>
            </a:xfrm>
            <a:custGeom>
              <a:avLst/>
              <a:gdLst/>
              <a:ahLst/>
              <a:cxnLst/>
              <a:rect l="l" t="t" r="r" b="b"/>
              <a:pathLst>
                <a:path w="3504" h="4305" extrusionOk="0">
                  <a:moveTo>
                    <a:pt x="2565" y="1"/>
                  </a:moveTo>
                  <a:cubicBezTo>
                    <a:pt x="2291" y="1"/>
                    <a:pt x="2024" y="143"/>
                    <a:pt x="1848" y="407"/>
                  </a:cubicBezTo>
                  <a:cubicBezTo>
                    <a:pt x="1402" y="1362"/>
                    <a:pt x="829" y="2254"/>
                    <a:pt x="256" y="3082"/>
                  </a:cubicBezTo>
                  <a:cubicBezTo>
                    <a:pt x="1" y="3464"/>
                    <a:pt x="128" y="3973"/>
                    <a:pt x="510" y="4165"/>
                  </a:cubicBezTo>
                  <a:cubicBezTo>
                    <a:pt x="638" y="4292"/>
                    <a:pt x="765" y="4292"/>
                    <a:pt x="956" y="4292"/>
                  </a:cubicBezTo>
                  <a:cubicBezTo>
                    <a:pt x="990" y="4300"/>
                    <a:pt x="1024" y="4304"/>
                    <a:pt x="1058" y="4304"/>
                  </a:cubicBezTo>
                  <a:cubicBezTo>
                    <a:pt x="1277" y="4304"/>
                    <a:pt x="1483" y="4139"/>
                    <a:pt x="1593" y="3973"/>
                  </a:cubicBezTo>
                  <a:cubicBezTo>
                    <a:pt x="2166" y="3082"/>
                    <a:pt x="2803" y="2127"/>
                    <a:pt x="3312" y="1171"/>
                  </a:cubicBezTo>
                  <a:cubicBezTo>
                    <a:pt x="3503" y="789"/>
                    <a:pt x="3312" y="280"/>
                    <a:pt x="2930" y="89"/>
                  </a:cubicBezTo>
                  <a:cubicBezTo>
                    <a:pt x="2812" y="30"/>
                    <a:pt x="2688" y="1"/>
                    <a:pt x="25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0"/>
            <p:cNvSpPr/>
            <p:nvPr/>
          </p:nvSpPr>
          <p:spPr>
            <a:xfrm>
              <a:off x="7136675" y="2790600"/>
              <a:ext cx="71675" cy="115475"/>
            </a:xfrm>
            <a:custGeom>
              <a:avLst/>
              <a:gdLst/>
              <a:ahLst/>
              <a:cxnLst/>
              <a:rect l="l" t="t" r="r" b="b"/>
              <a:pathLst>
                <a:path w="2867" h="4619" extrusionOk="0">
                  <a:moveTo>
                    <a:pt x="1998" y="0"/>
                  </a:moveTo>
                  <a:cubicBezTo>
                    <a:pt x="1638" y="0"/>
                    <a:pt x="1316" y="238"/>
                    <a:pt x="1211" y="606"/>
                  </a:cubicBezTo>
                  <a:cubicBezTo>
                    <a:pt x="892" y="1562"/>
                    <a:pt x="574" y="2517"/>
                    <a:pt x="128" y="3472"/>
                  </a:cubicBezTo>
                  <a:cubicBezTo>
                    <a:pt x="1" y="3918"/>
                    <a:pt x="192" y="4364"/>
                    <a:pt x="574" y="4555"/>
                  </a:cubicBezTo>
                  <a:cubicBezTo>
                    <a:pt x="701" y="4555"/>
                    <a:pt x="765" y="4618"/>
                    <a:pt x="892" y="4618"/>
                  </a:cubicBezTo>
                  <a:cubicBezTo>
                    <a:pt x="1211" y="4618"/>
                    <a:pt x="1529" y="4427"/>
                    <a:pt x="1656" y="4109"/>
                  </a:cubicBezTo>
                  <a:cubicBezTo>
                    <a:pt x="2039" y="3090"/>
                    <a:pt x="2421" y="2071"/>
                    <a:pt x="2739" y="1052"/>
                  </a:cubicBezTo>
                  <a:cubicBezTo>
                    <a:pt x="2866" y="606"/>
                    <a:pt x="2612" y="160"/>
                    <a:pt x="2230" y="33"/>
                  </a:cubicBezTo>
                  <a:cubicBezTo>
                    <a:pt x="2152" y="11"/>
                    <a:pt x="2074" y="0"/>
                    <a:pt x="19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0"/>
            <p:cNvSpPr/>
            <p:nvPr/>
          </p:nvSpPr>
          <p:spPr>
            <a:xfrm>
              <a:off x="6832600" y="3069275"/>
              <a:ext cx="226100" cy="234825"/>
            </a:xfrm>
            <a:custGeom>
              <a:avLst/>
              <a:gdLst/>
              <a:ahLst/>
              <a:cxnLst/>
              <a:rect l="l" t="t" r="r" b="b"/>
              <a:pathLst>
                <a:path w="9044" h="9393" extrusionOk="0">
                  <a:moveTo>
                    <a:pt x="8144" y="1"/>
                  </a:moveTo>
                  <a:cubicBezTo>
                    <a:pt x="7898" y="1"/>
                    <a:pt x="7663" y="100"/>
                    <a:pt x="7515" y="286"/>
                  </a:cubicBezTo>
                  <a:cubicBezTo>
                    <a:pt x="7005" y="859"/>
                    <a:pt x="6496" y="1432"/>
                    <a:pt x="5986" y="2005"/>
                  </a:cubicBezTo>
                  <a:lnTo>
                    <a:pt x="4458" y="477"/>
                  </a:lnTo>
                  <a:lnTo>
                    <a:pt x="0" y="4934"/>
                  </a:lnTo>
                  <a:lnTo>
                    <a:pt x="4458" y="9392"/>
                  </a:lnTo>
                  <a:lnTo>
                    <a:pt x="8916" y="4934"/>
                  </a:lnTo>
                  <a:lnTo>
                    <a:pt x="7069" y="3151"/>
                  </a:lnTo>
                  <a:cubicBezTo>
                    <a:pt x="7642" y="2514"/>
                    <a:pt x="8215" y="1941"/>
                    <a:pt x="8725" y="1304"/>
                  </a:cubicBezTo>
                  <a:cubicBezTo>
                    <a:pt x="9043" y="986"/>
                    <a:pt x="8979" y="477"/>
                    <a:pt x="8661" y="158"/>
                  </a:cubicBezTo>
                  <a:cubicBezTo>
                    <a:pt x="8502" y="52"/>
                    <a:pt x="8320" y="1"/>
                    <a:pt x="8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0"/>
            <p:cNvSpPr/>
            <p:nvPr/>
          </p:nvSpPr>
          <p:spPr>
            <a:xfrm>
              <a:off x="7108025" y="2320075"/>
              <a:ext cx="222925" cy="434750"/>
            </a:xfrm>
            <a:custGeom>
              <a:avLst/>
              <a:gdLst/>
              <a:ahLst/>
              <a:cxnLst/>
              <a:rect l="l" t="t" r="r" b="b"/>
              <a:pathLst>
                <a:path w="8917" h="17390" extrusionOk="0">
                  <a:moveTo>
                    <a:pt x="3384" y="0"/>
                  </a:moveTo>
                  <a:cubicBezTo>
                    <a:pt x="2901" y="0"/>
                    <a:pt x="2419" y="407"/>
                    <a:pt x="2611" y="1023"/>
                  </a:cubicBezTo>
                  <a:cubicBezTo>
                    <a:pt x="2866" y="1978"/>
                    <a:pt x="3121" y="2997"/>
                    <a:pt x="3312" y="4016"/>
                  </a:cubicBezTo>
                  <a:cubicBezTo>
                    <a:pt x="3376" y="4398"/>
                    <a:pt x="3694" y="4653"/>
                    <a:pt x="4076" y="4653"/>
                  </a:cubicBezTo>
                  <a:lnTo>
                    <a:pt x="4140" y="4653"/>
                  </a:lnTo>
                  <a:lnTo>
                    <a:pt x="0" y="8856"/>
                  </a:lnTo>
                  <a:lnTo>
                    <a:pt x="3949" y="12804"/>
                  </a:lnTo>
                  <a:cubicBezTo>
                    <a:pt x="3821" y="12932"/>
                    <a:pt x="3694" y="13123"/>
                    <a:pt x="3694" y="13377"/>
                  </a:cubicBezTo>
                  <a:cubicBezTo>
                    <a:pt x="3567" y="14396"/>
                    <a:pt x="3376" y="15415"/>
                    <a:pt x="3185" y="16434"/>
                  </a:cubicBezTo>
                  <a:cubicBezTo>
                    <a:pt x="3121" y="16880"/>
                    <a:pt x="3376" y="17262"/>
                    <a:pt x="3821" y="17389"/>
                  </a:cubicBezTo>
                  <a:lnTo>
                    <a:pt x="3949" y="17389"/>
                  </a:lnTo>
                  <a:cubicBezTo>
                    <a:pt x="4331" y="17389"/>
                    <a:pt x="4713" y="17135"/>
                    <a:pt x="4777" y="16753"/>
                  </a:cubicBezTo>
                  <a:cubicBezTo>
                    <a:pt x="4968" y="15670"/>
                    <a:pt x="5159" y="14587"/>
                    <a:pt x="5286" y="13568"/>
                  </a:cubicBezTo>
                  <a:cubicBezTo>
                    <a:pt x="5286" y="13250"/>
                    <a:pt x="5159" y="12995"/>
                    <a:pt x="4904" y="12804"/>
                  </a:cubicBezTo>
                  <a:lnTo>
                    <a:pt x="8916" y="8856"/>
                  </a:lnTo>
                  <a:lnTo>
                    <a:pt x="4586" y="4525"/>
                  </a:lnTo>
                  <a:cubicBezTo>
                    <a:pt x="4777" y="4334"/>
                    <a:pt x="4904" y="4016"/>
                    <a:pt x="4840" y="3761"/>
                  </a:cubicBezTo>
                  <a:cubicBezTo>
                    <a:pt x="4649" y="2678"/>
                    <a:pt x="4395" y="1596"/>
                    <a:pt x="4140" y="577"/>
                  </a:cubicBezTo>
                  <a:cubicBezTo>
                    <a:pt x="4014" y="174"/>
                    <a:pt x="3699" y="0"/>
                    <a:pt x="33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0"/>
            <p:cNvSpPr/>
            <p:nvPr/>
          </p:nvSpPr>
          <p:spPr>
            <a:xfrm>
              <a:off x="7025225" y="2038025"/>
              <a:ext cx="92375" cy="105425"/>
            </a:xfrm>
            <a:custGeom>
              <a:avLst/>
              <a:gdLst/>
              <a:ahLst/>
              <a:cxnLst/>
              <a:rect l="l" t="t" r="r" b="b"/>
              <a:pathLst>
                <a:path w="3695" h="4217" extrusionOk="0">
                  <a:moveTo>
                    <a:pt x="931" y="1"/>
                  </a:moveTo>
                  <a:cubicBezTo>
                    <a:pt x="758" y="1"/>
                    <a:pt x="584" y="67"/>
                    <a:pt x="447" y="205"/>
                  </a:cubicBezTo>
                  <a:cubicBezTo>
                    <a:pt x="64" y="459"/>
                    <a:pt x="1" y="969"/>
                    <a:pt x="319" y="1287"/>
                  </a:cubicBezTo>
                  <a:cubicBezTo>
                    <a:pt x="956" y="2115"/>
                    <a:pt x="1529" y="2943"/>
                    <a:pt x="2102" y="3835"/>
                  </a:cubicBezTo>
                  <a:cubicBezTo>
                    <a:pt x="2230" y="4026"/>
                    <a:pt x="2484" y="4217"/>
                    <a:pt x="2739" y="4217"/>
                  </a:cubicBezTo>
                  <a:cubicBezTo>
                    <a:pt x="2930" y="4217"/>
                    <a:pt x="3058" y="4153"/>
                    <a:pt x="3185" y="4089"/>
                  </a:cubicBezTo>
                  <a:cubicBezTo>
                    <a:pt x="3567" y="3835"/>
                    <a:pt x="3694" y="3325"/>
                    <a:pt x="3440" y="2943"/>
                  </a:cubicBezTo>
                  <a:cubicBezTo>
                    <a:pt x="2867" y="2051"/>
                    <a:pt x="2230" y="1160"/>
                    <a:pt x="1529" y="332"/>
                  </a:cubicBezTo>
                  <a:cubicBezTo>
                    <a:pt x="1385" y="115"/>
                    <a:pt x="1158" y="1"/>
                    <a:pt x="9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0"/>
            <p:cNvSpPr/>
            <p:nvPr/>
          </p:nvSpPr>
          <p:spPr>
            <a:xfrm>
              <a:off x="7111200" y="2171525"/>
              <a:ext cx="78050" cy="113625"/>
            </a:xfrm>
            <a:custGeom>
              <a:avLst/>
              <a:gdLst/>
              <a:ahLst/>
              <a:cxnLst/>
              <a:rect l="l" t="t" r="r" b="b"/>
              <a:pathLst>
                <a:path w="3122" h="4545" extrusionOk="0">
                  <a:moveTo>
                    <a:pt x="876" y="1"/>
                  </a:moveTo>
                  <a:cubicBezTo>
                    <a:pt x="751" y="1"/>
                    <a:pt x="625" y="29"/>
                    <a:pt x="510" y="87"/>
                  </a:cubicBezTo>
                  <a:cubicBezTo>
                    <a:pt x="128" y="278"/>
                    <a:pt x="1" y="787"/>
                    <a:pt x="192" y="1169"/>
                  </a:cubicBezTo>
                  <a:cubicBezTo>
                    <a:pt x="701" y="2125"/>
                    <a:pt x="1083" y="3080"/>
                    <a:pt x="1465" y="4035"/>
                  </a:cubicBezTo>
                  <a:cubicBezTo>
                    <a:pt x="1593" y="4290"/>
                    <a:pt x="1911" y="4545"/>
                    <a:pt x="2230" y="4545"/>
                  </a:cubicBezTo>
                  <a:cubicBezTo>
                    <a:pt x="2293" y="4545"/>
                    <a:pt x="2421" y="4481"/>
                    <a:pt x="2484" y="4481"/>
                  </a:cubicBezTo>
                  <a:cubicBezTo>
                    <a:pt x="2930" y="4290"/>
                    <a:pt x="3121" y="3844"/>
                    <a:pt x="2930" y="3462"/>
                  </a:cubicBezTo>
                  <a:cubicBezTo>
                    <a:pt x="2548" y="2443"/>
                    <a:pt x="2102" y="1424"/>
                    <a:pt x="1593" y="469"/>
                  </a:cubicBezTo>
                  <a:cubicBezTo>
                    <a:pt x="1459" y="157"/>
                    <a:pt x="1169" y="1"/>
                    <a:pt x="8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0"/>
            <p:cNvSpPr/>
            <p:nvPr/>
          </p:nvSpPr>
          <p:spPr>
            <a:xfrm>
              <a:off x="6829400" y="1831375"/>
              <a:ext cx="222925" cy="222925"/>
            </a:xfrm>
            <a:custGeom>
              <a:avLst/>
              <a:gdLst/>
              <a:ahLst/>
              <a:cxnLst/>
              <a:rect l="l" t="t" r="r" b="b"/>
              <a:pathLst>
                <a:path w="8917" h="8917" extrusionOk="0">
                  <a:moveTo>
                    <a:pt x="4459" y="1"/>
                  </a:moveTo>
                  <a:lnTo>
                    <a:pt x="1" y="4459"/>
                  </a:lnTo>
                  <a:lnTo>
                    <a:pt x="4459" y="8916"/>
                  </a:lnTo>
                  <a:lnTo>
                    <a:pt x="6114" y="7197"/>
                  </a:lnTo>
                  <a:cubicBezTo>
                    <a:pt x="6242" y="7388"/>
                    <a:pt x="6433" y="7452"/>
                    <a:pt x="6687" y="7452"/>
                  </a:cubicBezTo>
                  <a:cubicBezTo>
                    <a:pt x="7388" y="7452"/>
                    <a:pt x="7706" y="6624"/>
                    <a:pt x="7261" y="6114"/>
                  </a:cubicBezTo>
                  <a:lnTo>
                    <a:pt x="8916" y="4459"/>
                  </a:lnTo>
                  <a:lnTo>
                    <a:pt x="44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0"/>
            <p:cNvSpPr/>
            <p:nvPr/>
          </p:nvSpPr>
          <p:spPr>
            <a:xfrm>
              <a:off x="1369300" y="4886275"/>
              <a:ext cx="322425" cy="3283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0"/>
            <p:cNvSpPr/>
            <p:nvPr/>
          </p:nvSpPr>
          <p:spPr>
            <a:xfrm>
              <a:off x="1849075" y="5273675"/>
              <a:ext cx="130825" cy="60350"/>
            </a:xfrm>
            <a:custGeom>
              <a:avLst/>
              <a:gdLst/>
              <a:ahLst/>
              <a:cxnLst/>
              <a:rect l="l" t="t" r="r" b="b"/>
              <a:pathLst>
                <a:path w="5233" h="2414" extrusionOk="0">
                  <a:moveTo>
                    <a:pt x="1161" y="0"/>
                  </a:moveTo>
                  <a:cubicBezTo>
                    <a:pt x="305" y="0"/>
                    <a:pt x="0" y="1357"/>
                    <a:pt x="1029" y="1586"/>
                  </a:cubicBezTo>
                  <a:cubicBezTo>
                    <a:pt x="2048" y="1904"/>
                    <a:pt x="3131" y="2159"/>
                    <a:pt x="4213" y="2413"/>
                  </a:cubicBezTo>
                  <a:lnTo>
                    <a:pt x="4341" y="2413"/>
                  </a:lnTo>
                  <a:cubicBezTo>
                    <a:pt x="4723" y="2413"/>
                    <a:pt x="5041" y="2095"/>
                    <a:pt x="5105" y="1713"/>
                  </a:cubicBezTo>
                  <a:cubicBezTo>
                    <a:pt x="5232" y="1331"/>
                    <a:pt x="4914" y="885"/>
                    <a:pt x="4468" y="821"/>
                  </a:cubicBezTo>
                  <a:cubicBezTo>
                    <a:pt x="3449" y="630"/>
                    <a:pt x="2430" y="376"/>
                    <a:pt x="1475" y="57"/>
                  </a:cubicBezTo>
                  <a:cubicBezTo>
                    <a:pt x="1364" y="18"/>
                    <a:pt x="1259" y="0"/>
                    <a:pt x="1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0"/>
            <p:cNvSpPr/>
            <p:nvPr/>
          </p:nvSpPr>
          <p:spPr>
            <a:xfrm>
              <a:off x="1276025" y="4585150"/>
              <a:ext cx="55875" cy="116800"/>
            </a:xfrm>
            <a:custGeom>
              <a:avLst/>
              <a:gdLst/>
              <a:ahLst/>
              <a:cxnLst/>
              <a:rect l="l" t="t" r="r" b="b"/>
              <a:pathLst>
                <a:path w="2235" h="4672" extrusionOk="0">
                  <a:moveTo>
                    <a:pt x="875" y="1"/>
                  </a:moveTo>
                  <a:cubicBezTo>
                    <a:pt x="440" y="1"/>
                    <a:pt x="0" y="326"/>
                    <a:pt x="70" y="915"/>
                  </a:cubicBezTo>
                  <a:cubicBezTo>
                    <a:pt x="197" y="1933"/>
                    <a:pt x="388" y="3016"/>
                    <a:pt x="643" y="4099"/>
                  </a:cubicBezTo>
                  <a:cubicBezTo>
                    <a:pt x="706" y="4417"/>
                    <a:pt x="1025" y="4672"/>
                    <a:pt x="1407" y="4672"/>
                  </a:cubicBezTo>
                  <a:lnTo>
                    <a:pt x="1598" y="4672"/>
                  </a:lnTo>
                  <a:cubicBezTo>
                    <a:pt x="1980" y="4608"/>
                    <a:pt x="2235" y="4162"/>
                    <a:pt x="2171" y="3780"/>
                  </a:cubicBezTo>
                  <a:cubicBezTo>
                    <a:pt x="1916" y="2761"/>
                    <a:pt x="1789" y="1742"/>
                    <a:pt x="1662" y="723"/>
                  </a:cubicBezTo>
                  <a:cubicBezTo>
                    <a:pt x="1604" y="230"/>
                    <a:pt x="1241" y="1"/>
                    <a:pt x="8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0"/>
            <p:cNvSpPr/>
            <p:nvPr/>
          </p:nvSpPr>
          <p:spPr>
            <a:xfrm>
              <a:off x="1307975" y="4740050"/>
              <a:ext cx="74875" cy="114750"/>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0"/>
            <p:cNvSpPr/>
            <p:nvPr/>
          </p:nvSpPr>
          <p:spPr>
            <a:xfrm>
              <a:off x="1214075" y="4367600"/>
              <a:ext cx="157625" cy="178325"/>
            </a:xfrm>
            <a:custGeom>
              <a:avLst/>
              <a:gdLst/>
              <a:ahLst/>
              <a:cxnLst/>
              <a:rect l="l" t="t" r="r" b="b"/>
              <a:pathLst>
                <a:path w="6305" h="7133" extrusionOk="0">
                  <a:moveTo>
                    <a:pt x="0" y="0"/>
                  </a:moveTo>
                  <a:lnTo>
                    <a:pt x="0" y="6305"/>
                  </a:lnTo>
                  <a:lnTo>
                    <a:pt x="2357" y="6305"/>
                  </a:lnTo>
                  <a:cubicBezTo>
                    <a:pt x="2357" y="6751"/>
                    <a:pt x="2739" y="7133"/>
                    <a:pt x="3184" y="7133"/>
                  </a:cubicBezTo>
                  <a:cubicBezTo>
                    <a:pt x="3567" y="7133"/>
                    <a:pt x="3949" y="6751"/>
                    <a:pt x="3949" y="6305"/>
                  </a:cubicBezTo>
                  <a:lnTo>
                    <a:pt x="6305" y="6305"/>
                  </a:lnTo>
                  <a:lnTo>
                    <a:pt x="6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0"/>
            <p:cNvSpPr/>
            <p:nvPr/>
          </p:nvSpPr>
          <p:spPr>
            <a:xfrm>
              <a:off x="1702125" y="5214500"/>
              <a:ext cx="131300" cy="73350"/>
            </a:xfrm>
            <a:custGeom>
              <a:avLst/>
              <a:gdLst/>
              <a:ahLst/>
              <a:cxnLst/>
              <a:rect l="l" t="t" r="r" b="b"/>
              <a:pathLst>
                <a:path w="5252" h="2934" extrusionOk="0">
                  <a:moveTo>
                    <a:pt x="1122" y="1"/>
                  </a:moveTo>
                  <a:cubicBezTo>
                    <a:pt x="404" y="1"/>
                    <a:pt x="0" y="1104"/>
                    <a:pt x="857" y="1533"/>
                  </a:cubicBezTo>
                  <a:cubicBezTo>
                    <a:pt x="1812" y="2042"/>
                    <a:pt x="2768" y="2488"/>
                    <a:pt x="3787" y="2870"/>
                  </a:cubicBezTo>
                  <a:cubicBezTo>
                    <a:pt x="3914" y="2934"/>
                    <a:pt x="3978" y="2934"/>
                    <a:pt x="4105" y="2934"/>
                  </a:cubicBezTo>
                  <a:cubicBezTo>
                    <a:pt x="4997" y="2934"/>
                    <a:pt x="5251" y="1724"/>
                    <a:pt x="4423" y="1405"/>
                  </a:cubicBezTo>
                  <a:cubicBezTo>
                    <a:pt x="3468" y="1023"/>
                    <a:pt x="2513" y="641"/>
                    <a:pt x="1558" y="131"/>
                  </a:cubicBezTo>
                  <a:cubicBezTo>
                    <a:pt x="1406" y="40"/>
                    <a:pt x="1258" y="1"/>
                    <a:pt x="11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a:off x="2014900" y="5254400"/>
              <a:ext cx="237250" cy="157625"/>
            </a:xfrm>
            <a:custGeom>
              <a:avLst/>
              <a:gdLst/>
              <a:ahLst/>
              <a:cxnLst/>
              <a:rect l="l" t="t" r="r" b="b"/>
              <a:pathLst>
                <a:path w="9490" h="6305" extrusionOk="0">
                  <a:moveTo>
                    <a:pt x="3185" y="0"/>
                  </a:moveTo>
                  <a:lnTo>
                    <a:pt x="3185" y="2165"/>
                  </a:lnTo>
                  <a:cubicBezTo>
                    <a:pt x="2420" y="2165"/>
                    <a:pt x="1656" y="2102"/>
                    <a:pt x="892" y="2038"/>
                  </a:cubicBezTo>
                  <a:cubicBezTo>
                    <a:pt x="854" y="2033"/>
                    <a:pt x="816" y="2030"/>
                    <a:pt x="779" y="2030"/>
                  </a:cubicBezTo>
                  <a:cubicBezTo>
                    <a:pt x="383" y="2030"/>
                    <a:pt x="64" y="2331"/>
                    <a:pt x="64" y="2739"/>
                  </a:cubicBezTo>
                  <a:cubicBezTo>
                    <a:pt x="0" y="3184"/>
                    <a:pt x="319" y="3566"/>
                    <a:pt x="765" y="3630"/>
                  </a:cubicBezTo>
                  <a:cubicBezTo>
                    <a:pt x="1529" y="3694"/>
                    <a:pt x="2357" y="3758"/>
                    <a:pt x="3185" y="3758"/>
                  </a:cubicBezTo>
                  <a:lnTo>
                    <a:pt x="3185" y="6305"/>
                  </a:lnTo>
                  <a:lnTo>
                    <a:pt x="9489" y="6305"/>
                  </a:lnTo>
                  <a:lnTo>
                    <a:pt x="9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0"/>
            <p:cNvSpPr/>
            <p:nvPr/>
          </p:nvSpPr>
          <p:spPr>
            <a:xfrm>
              <a:off x="3619725" y="1871175"/>
              <a:ext cx="240450" cy="240450"/>
            </a:xfrm>
            <a:custGeom>
              <a:avLst/>
              <a:gdLst/>
              <a:ahLst/>
              <a:cxnLst/>
              <a:rect l="l" t="t" r="r" b="b"/>
              <a:pathLst>
                <a:path w="9618"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0"/>
            <p:cNvSpPr/>
            <p:nvPr/>
          </p:nvSpPr>
          <p:spPr>
            <a:xfrm>
              <a:off x="4411000" y="772625"/>
              <a:ext cx="240425" cy="240450"/>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0"/>
            <p:cNvSpPr/>
            <p:nvPr/>
          </p:nvSpPr>
          <p:spPr>
            <a:xfrm>
              <a:off x="4718275" y="772625"/>
              <a:ext cx="240425" cy="240450"/>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0"/>
            <p:cNvSpPr/>
            <p:nvPr/>
          </p:nvSpPr>
          <p:spPr>
            <a:xfrm>
              <a:off x="5320100" y="772625"/>
              <a:ext cx="240425" cy="240450"/>
            </a:xfrm>
            <a:custGeom>
              <a:avLst/>
              <a:gdLst/>
              <a:ahLst/>
              <a:cxnLst/>
              <a:rect l="l" t="t" r="r" b="b"/>
              <a:pathLst>
                <a:path w="9617" h="9618" extrusionOk="0">
                  <a:moveTo>
                    <a:pt x="0" y="1"/>
                  </a:moveTo>
                  <a:lnTo>
                    <a:pt x="0"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0"/>
            <p:cNvSpPr/>
            <p:nvPr/>
          </p:nvSpPr>
          <p:spPr>
            <a:xfrm>
              <a:off x="1718775" y="4396250"/>
              <a:ext cx="472875" cy="60820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0"/>
            <p:cNvSpPr/>
            <p:nvPr/>
          </p:nvSpPr>
          <p:spPr>
            <a:xfrm>
              <a:off x="1817475" y="4498150"/>
              <a:ext cx="280225" cy="39825"/>
            </a:xfrm>
            <a:custGeom>
              <a:avLst/>
              <a:gdLst/>
              <a:ahLst/>
              <a:cxnLst/>
              <a:rect l="l" t="t" r="r" b="b"/>
              <a:pathLst>
                <a:path w="11209" h="1593" extrusionOk="0">
                  <a:moveTo>
                    <a:pt x="1" y="0"/>
                  </a:moveTo>
                  <a:lnTo>
                    <a:pt x="1" y="1592"/>
                  </a:lnTo>
                  <a:lnTo>
                    <a:pt x="11209" y="1592"/>
                  </a:lnTo>
                  <a:lnTo>
                    <a:pt x="11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a:off x="1817475" y="4574575"/>
              <a:ext cx="280225" cy="39825"/>
            </a:xfrm>
            <a:custGeom>
              <a:avLst/>
              <a:gdLst/>
              <a:ahLst/>
              <a:cxnLst/>
              <a:rect l="l" t="t" r="r" b="b"/>
              <a:pathLst>
                <a:path w="11209" h="1593" extrusionOk="0">
                  <a:moveTo>
                    <a:pt x="1" y="0"/>
                  </a:moveTo>
                  <a:lnTo>
                    <a:pt x="1" y="1592"/>
                  </a:lnTo>
                  <a:lnTo>
                    <a:pt x="11209" y="1592"/>
                  </a:lnTo>
                  <a:lnTo>
                    <a:pt x="1120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0"/>
            <p:cNvSpPr/>
            <p:nvPr/>
          </p:nvSpPr>
          <p:spPr>
            <a:xfrm>
              <a:off x="1817475" y="4650975"/>
              <a:ext cx="221325" cy="39850"/>
            </a:xfrm>
            <a:custGeom>
              <a:avLst/>
              <a:gdLst/>
              <a:ahLst/>
              <a:cxnLst/>
              <a:rect l="l" t="t" r="r" b="b"/>
              <a:pathLst>
                <a:path w="8853" h="1594" extrusionOk="0">
                  <a:moveTo>
                    <a:pt x="1" y="1"/>
                  </a:moveTo>
                  <a:lnTo>
                    <a:pt x="1" y="1593"/>
                  </a:lnTo>
                  <a:lnTo>
                    <a:pt x="8853" y="1593"/>
                  </a:lnTo>
                  <a:lnTo>
                    <a:pt x="885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0"/>
            <p:cNvSpPr/>
            <p:nvPr/>
          </p:nvSpPr>
          <p:spPr>
            <a:xfrm>
              <a:off x="6358150" y="2643350"/>
              <a:ext cx="401225" cy="445825"/>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a:off x="3627700" y="319425"/>
              <a:ext cx="525400" cy="450050"/>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a:off x="3778950" y="401675"/>
              <a:ext cx="101900" cy="235650"/>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a:off x="2650150" y="1654650"/>
              <a:ext cx="173550" cy="173575"/>
            </a:xfrm>
            <a:custGeom>
              <a:avLst/>
              <a:gdLst/>
              <a:ahLst/>
              <a:cxnLst/>
              <a:rect l="l" t="t" r="r" b="b"/>
              <a:pathLst>
                <a:path w="6942" h="6943" extrusionOk="0">
                  <a:moveTo>
                    <a:pt x="2675" y="1"/>
                  </a:moveTo>
                  <a:lnTo>
                    <a:pt x="2675" y="2676"/>
                  </a:lnTo>
                  <a:lnTo>
                    <a:pt x="0" y="2676"/>
                  </a:lnTo>
                  <a:lnTo>
                    <a:pt x="0" y="4268"/>
                  </a:lnTo>
                  <a:lnTo>
                    <a:pt x="2675" y="4268"/>
                  </a:lnTo>
                  <a:lnTo>
                    <a:pt x="2675" y="6942"/>
                  </a:lnTo>
                  <a:lnTo>
                    <a:pt x="4267" y="6942"/>
                  </a:lnTo>
                  <a:lnTo>
                    <a:pt x="4267" y="4268"/>
                  </a:lnTo>
                  <a:lnTo>
                    <a:pt x="6942" y="4268"/>
                  </a:lnTo>
                  <a:lnTo>
                    <a:pt x="6942" y="2676"/>
                  </a:lnTo>
                  <a:lnTo>
                    <a:pt x="4267" y="2676"/>
                  </a:lnTo>
                  <a:lnTo>
                    <a:pt x="42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a:off x="1094650" y="2691125"/>
              <a:ext cx="171975" cy="173550"/>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0"/>
            <p:cNvSpPr/>
            <p:nvPr/>
          </p:nvSpPr>
          <p:spPr>
            <a:xfrm>
              <a:off x="1723550" y="1665800"/>
              <a:ext cx="151275" cy="151275"/>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0"/>
            <p:cNvSpPr/>
            <p:nvPr/>
          </p:nvSpPr>
          <p:spPr>
            <a:xfrm>
              <a:off x="6334250" y="436700"/>
              <a:ext cx="149700" cy="151275"/>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0"/>
            <p:cNvSpPr/>
            <p:nvPr/>
          </p:nvSpPr>
          <p:spPr>
            <a:xfrm>
              <a:off x="6866025" y="2581250"/>
              <a:ext cx="149675" cy="151275"/>
            </a:xfrm>
            <a:custGeom>
              <a:avLst/>
              <a:gdLst/>
              <a:ahLst/>
              <a:cxnLst/>
              <a:rect l="l" t="t" r="r" b="b"/>
              <a:pathLst>
                <a:path w="5987" h="6051" extrusionOk="0">
                  <a:moveTo>
                    <a:pt x="1083" y="1"/>
                  </a:moveTo>
                  <a:lnTo>
                    <a:pt x="0" y="1147"/>
                  </a:lnTo>
                  <a:lnTo>
                    <a:pt x="1847" y="3058"/>
                  </a:lnTo>
                  <a:lnTo>
                    <a:pt x="0" y="4905"/>
                  </a:lnTo>
                  <a:lnTo>
                    <a:pt x="1083" y="6051"/>
                  </a:lnTo>
                  <a:lnTo>
                    <a:pt x="2994" y="4140"/>
                  </a:lnTo>
                  <a:lnTo>
                    <a:pt x="4840" y="6051"/>
                  </a:lnTo>
                  <a:lnTo>
                    <a:pt x="5987" y="4905"/>
                  </a:lnTo>
                  <a:lnTo>
                    <a:pt x="4076" y="3058"/>
                  </a:lnTo>
                  <a:lnTo>
                    <a:pt x="5987" y="1147"/>
                  </a:lnTo>
                  <a:lnTo>
                    <a:pt x="4840" y="1"/>
                  </a:lnTo>
                  <a:lnTo>
                    <a:pt x="2994" y="1911"/>
                  </a:lnTo>
                  <a:lnTo>
                    <a:pt x="108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0"/>
            <p:cNvSpPr/>
            <p:nvPr/>
          </p:nvSpPr>
          <p:spPr>
            <a:xfrm>
              <a:off x="1094650" y="2971325"/>
              <a:ext cx="171975" cy="173550"/>
            </a:xfrm>
            <a:custGeom>
              <a:avLst/>
              <a:gdLst/>
              <a:ahLst/>
              <a:cxnLst/>
              <a:rect l="l" t="t" r="r" b="b"/>
              <a:pathLst>
                <a:path w="6879" h="6942" extrusionOk="0">
                  <a:moveTo>
                    <a:pt x="2612" y="0"/>
                  </a:moveTo>
                  <a:lnTo>
                    <a:pt x="2612" y="2675"/>
                  </a:lnTo>
                  <a:lnTo>
                    <a:pt x="1" y="2675"/>
                  </a:lnTo>
                  <a:lnTo>
                    <a:pt x="1" y="4267"/>
                  </a:lnTo>
                  <a:lnTo>
                    <a:pt x="2612" y="4267"/>
                  </a:lnTo>
                  <a:lnTo>
                    <a:pt x="2612" y="6942"/>
                  </a:lnTo>
                  <a:lnTo>
                    <a:pt x="4204" y="6942"/>
                  </a:lnTo>
                  <a:lnTo>
                    <a:pt x="4204" y="4267"/>
                  </a:lnTo>
                  <a:lnTo>
                    <a:pt x="6879" y="4267"/>
                  </a:lnTo>
                  <a:lnTo>
                    <a:pt x="6879" y="2675"/>
                  </a:lnTo>
                  <a:lnTo>
                    <a:pt x="4204" y="2675"/>
                  </a:lnTo>
                  <a:lnTo>
                    <a:pt x="42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0"/>
            <p:cNvSpPr/>
            <p:nvPr/>
          </p:nvSpPr>
          <p:spPr>
            <a:xfrm>
              <a:off x="2409725" y="1654650"/>
              <a:ext cx="171975" cy="173575"/>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0"/>
            <p:cNvSpPr/>
            <p:nvPr/>
          </p:nvSpPr>
          <p:spPr>
            <a:xfrm>
              <a:off x="4450800" y="4440825"/>
              <a:ext cx="1246650" cy="250000"/>
            </a:xfrm>
            <a:custGeom>
              <a:avLst/>
              <a:gdLst/>
              <a:ahLst/>
              <a:cxnLst/>
              <a:rect l="l" t="t" r="r" b="b"/>
              <a:pathLst>
                <a:path w="49866" h="10000" extrusionOk="0">
                  <a:moveTo>
                    <a:pt x="38975" y="1529"/>
                  </a:moveTo>
                  <a:lnTo>
                    <a:pt x="38975" y="4140"/>
                  </a:lnTo>
                  <a:lnTo>
                    <a:pt x="13438" y="4140"/>
                  </a:lnTo>
                  <a:lnTo>
                    <a:pt x="13438" y="1529"/>
                  </a:lnTo>
                  <a:close/>
                  <a:moveTo>
                    <a:pt x="40568" y="2039"/>
                  </a:moveTo>
                  <a:lnTo>
                    <a:pt x="43943" y="3758"/>
                  </a:lnTo>
                  <a:lnTo>
                    <a:pt x="43943" y="6114"/>
                  </a:lnTo>
                  <a:lnTo>
                    <a:pt x="40568" y="7834"/>
                  </a:lnTo>
                  <a:lnTo>
                    <a:pt x="40568" y="2039"/>
                  </a:lnTo>
                  <a:close/>
                  <a:moveTo>
                    <a:pt x="38975" y="5732"/>
                  </a:moveTo>
                  <a:lnTo>
                    <a:pt x="38975" y="8343"/>
                  </a:lnTo>
                  <a:lnTo>
                    <a:pt x="13438" y="8343"/>
                  </a:lnTo>
                  <a:lnTo>
                    <a:pt x="13438" y="5732"/>
                  </a:lnTo>
                  <a:close/>
                  <a:moveTo>
                    <a:pt x="3694" y="1"/>
                  </a:moveTo>
                  <a:cubicBezTo>
                    <a:pt x="1657" y="1"/>
                    <a:pt x="1" y="1593"/>
                    <a:pt x="1" y="3631"/>
                  </a:cubicBezTo>
                  <a:lnTo>
                    <a:pt x="1" y="6305"/>
                  </a:lnTo>
                  <a:cubicBezTo>
                    <a:pt x="1" y="8343"/>
                    <a:pt x="1657" y="9999"/>
                    <a:pt x="3694" y="9999"/>
                  </a:cubicBezTo>
                  <a:lnTo>
                    <a:pt x="39803" y="9999"/>
                  </a:lnTo>
                  <a:cubicBezTo>
                    <a:pt x="39931" y="9999"/>
                    <a:pt x="40058" y="9935"/>
                    <a:pt x="40122" y="9872"/>
                  </a:cubicBezTo>
                  <a:lnTo>
                    <a:pt x="49865" y="4968"/>
                  </a:lnTo>
                  <a:lnTo>
                    <a:pt x="40122" y="64"/>
                  </a:lnTo>
                  <a:cubicBezTo>
                    <a:pt x="40058" y="1"/>
                    <a:pt x="39931" y="1"/>
                    <a:pt x="39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0"/>
            <p:cNvSpPr/>
            <p:nvPr/>
          </p:nvSpPr>
          <p:spPr>
            <a:xfrm>
              <a:off x="3118225" y="1673750"/>
              <a:ext cx="1514100" cy="135375"/>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0"/>
            <p:cNvSpPr/>
            <p:nvPr/>
          </p:nvSpPr>
          <p:spPr>
            <a:xfrm>
              <a:off x="1349400" y="323650"/>
              <a:ext cx="2101600" cy="61617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0"/>
            <p:cNvSpPr/>
            <p:nvPr/>
          </p:nvSpPr>
          <p:spPr>
            <a:xfrm>
              <a:off x="5823200" y="713725"/>
              <a:ext cx="843825" cy="1111300"/>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0"/>
            <p:cNvSpPr/>
            <p:nvPr/>
          </p:nvSpPr>
          <p:spPr>
            <a:xfrm>
              <a:off x="924300" y="661175"/>
              <a:ext cx="135350" cy="314875"/>
            </a:xfrm>
            <a:custGeom>
              <a:avLst/>
              <a:gdLst/>
              <a:ahLst/>
              <a:cxnLst/>
              <a:rect l="l" t="t" r="r" b="b"/>
              <a:pathLst>
                <a:path w="5414" h="12595" extrusionOk="0">
                  <a:moveTo>
                    <a:pt x="2676" y="1"/>
                  </a:moveTo>
                  <a:lnTo>
                    <a:pt x="1" y="4714"/>
                  </a:lnTo>
                  <a:lnTo>
                    <a:pt x="1911" y="4714"/>
                  </a:lnTo>
                  <a:lnTo>
                    <a:pt x="1911" y="11783"/>
                  </a:lnTo>
                  <a:cubicBezTo>
                    <a:pt x="1911" y="12324"/>
                    <a:pt x="2309" y="12594"/>
                    <a:pt x="2707" y="12594"/>
                  </a:cubicBezTo>
                  <a:cubicBezTo>
                    <a:pt x="3105" y="12594"/>
                    <a:pt x="3503" y="12324"/>
                    <a:pt x="3503" y="11783"/>
                  </a:cubicBezTo>
                  <a:lnTo>
                    <a:pt x="3503" y="4714"/>
                  </a:lnTo>
                  <a:lnTo>
                    <a:pt x="5414" y="4714"/>
                  </a:lnTo>
                  <a:lnTo>
                    <a:pt x="26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0"/>
            <p:cNvSpPr/>
            <p:nvPr/>
          </p:nvSpPr>
          <p:spPr>
            <a:xfrm>
              <a:off x="1782450" y="3907475"/>
              <a:ext cx="135350" cy="315250"/>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0"/>
            <p:cNvSpPr/>
            <p:nvPr/>
          </p:nvSpPr>
          <p:spPr>
            <a:xfrm>
              <a:off x="1113775" y="661175"/>
              <a:ext cx="133750" cy="314875"/>
            </a:xfrm>
            <a:custGeom>
              <a:avLst/>
              <a:gdLst/>
              <a:ahLst/>
              <a:cxnLst/>
              <a:rect l="l" t="t" r="r" b="b"/>
              <a:pathLst>
                <a:path w="5350" h="12595" extrusionOk="0">
                  <a:moveTo>
                    <a:pt x="2675" y="1"/>
                  </a:moveTo>
                  <a:lnTo>
                    <a:pt x="0" y="4714"/>
                  </a:lnTo>
                  <a:lnTo>
                    <a:pt x="1911" y="4714"/>
                  </a:lnTo>
                  <a:lnTo>
                    <a:pt x="1847" y="11783"/>
                  </a:lnTo>
                  <a:cubicBezTo>
                    <a:pt x="1847" y="12324"/>
                    <a:pt x="2245" y="12594"/>
                    <a:pt x="2643" y="12594"/>
                  </a:cubicBezTo>
                  <a:cubicBezTo>
                    <a:pt x="3041" y="12594"/>
                    <a:pt x="3439" y="12324"/>
                    <a:pt x="3439" y="11783"/>
                  </a:cubicBezTo>
                  <a:lnTo>
                    <a:pt x="3439" y="4714"/>
                  </a:lnTo>
                  <a:lnTo>
                    <a:pt x="5350" y="4714"/>
                  </a:lnTo>
                  <a:lnTo>
                    <a:pt x="2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0"/>
            <p:cNvSpPr/>
            <p:nvPr/>
          </p:nvSpPr>
          <p:spPr>
            <a:xfrm>
              <a:off x="1782450" y="2181650"/>
              <a:ext cx="135350" cy="1668525"/>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0"/>
            <p:cNvSpPr/>
            <p:nvPr/>
          </p:nvSpPr>
          <p:spPr>
            <a:xfrm>
              <a:off x="5576425" y="4885025"/>
              <a:ext cx="1047625" cy="159225"/>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0"/>
            <p:cNvSpPr/>
            <p:nvPr/>
          </p:nvSpPr>
          <p:spPr>
            <a:xfrm>
              <a:off x="5523875" y="5074475"/>
              <a:ext cx="1100175" cy="157650"/>
            </a:xfrm>
            <a:custGeom>
              <a:avLst/>
              <a:gdLst/>
              <a:ahLst/>
              <a:cxnLst/>
              <a:rect l="l" t="t" r="r" b="b"/>
              <a:pathLst>
                <a:path w="44007" h="6306" extrusionOk="0">
                  <a:moveTo>
                    <a:pt x="1" y="1"/>
                  </a:moveTo>
                  <a:lnTo>
                    <a:pt x="1" y="6306"/>
                  </a:lnTo>
                  <a:lnTo>
                    <a:pt x="6306" y="6306"/>
                  </a:lnTo>
                  <a:lnTo>
                    <a:pt x="6306" y="3949"/>
                  </a:lnTo>
                  <a:lnTo>
                    <a:pt x="39358" y="3949"/>
                  </a:lnTo>
                  <a:lnTo>
                    <a:pt x="39358" y="5860"/>
                  </a:lnTo>
                  <a:lnTo>
                    <a:pt x="44006" y="3121"/>
                  </a:lnTo>
                  <a:lnTo>
                    <a:pt x="39358" y="447"/>
                  </a:lnTo>
                  <a:lnTo>
                    <a:pt x="39358" y="2357"/>
                  </a:lnTo>
                  <a:lnTo>
                    <a:pt x="6306" y="2357"/>
                  </a:lnTo>
                  <a:lnTo>
                    <a:pt x="63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0"/>
            <p:cNvSpPr/>
            <p:nvPr/>
          </p:nvSpPr>
          <p:spPr>
            <a:xfrm>
              <a:off x="2408625" y="5020350"/>
              <a:ext cx="1230225" cy="393850"/>
            </a:xfrm>
            <a:custGeom>
              <a:avLst/>
              <a:gdLst/>
              <a:ahLst/>
              <a:cxnLst/>
              <a:rect l="l" t="t" r="r" b="b"/>
              <a:pathLst>
                <a:path w="49209" h="15754" extrusionOk="0">
                  <a:moveTo>
                    <a:pt x="46534" y="1"/>
                  </a:moveTo>
                  <a:lnTo>
                    <a:pt x="43796" y="4650"/>
                  </a:lnTo>
                  <a:lnTo>
                    <a:pt x="45706" y="4650"/>
                  </a:lnTo>
                  <a:lnTo>
                    <a:pt x="45706" y="8725"/>
                  </a:lnTo>
                  <a:cubicBezTo>
                    <a:pt x="45706" y="10381"/>
                    <a:pt x="44369" y="11719"/>
                    <a:pt x="42713" y="11719"/>
                  </a:cubicBezTo>
                  <a:lnTo>
                    <a:pt x="32651" y="11719"/>
                  </a:lnTo>
                  <a:lnTo>
                    <a:pt x="32651" y="9235"/>
                  </a:lnTo>
                  <a:lnTo>
                    <a:pt x="26346" y="9235"/>
                  </a:lnTo>
                  <a:lnTo>
                    <a:pt x="26346" y="11719"/>
                  </a:lnTo>
                  <a:lnTo>
                    <a:pt x="6859" y="11719"/>
                  </a:lnTo>
                  <a:cubicBezTo>
                    <a:pt x="6497" y="9847"/>
                    <a:pt x="5018" y="8948"/>
                    <a:pt x="3536" y="8948"/>
                  </a:cubicBezTo>
                  <a:cubicBezTo>
                    <a:pt x="1892" y="8948"/>
                    <a:pt x="243" y="10054"/>
                    <a:pt x="109" y="12164"/>
                  </a:cubicBezTo>
                  <a:cubicBezTo>
                    <a:pt x="0" y="14441"/>
                    <a:pt x="1778" y="15754"/>
                    <a:pt x="3558" y="15754"/>
                  </a:cubicBezTo>
                  <a:cubicBezTo>
                    <a:pt x="4915" y="15754"/>
                    <a:pt x="6272" y="14991"/>
                    <a:pt x="6795" y="13311"/>
                  </a:cubicBezTo>
                  <a:lnTo>
                    <a:pt x="26346" y="13311"/>
                  </a:lnTo>
                  <a:lnTo>
                    <a:pt x="26346" y="15540"/>
                  </a:lnTo>
                  <a:lnTo>
                    <a:pt x="32651" y="15540"/>
                  </a:lnTo>
                  <a:lnTo>
                    <a:pt x="32651" y="13311"/>
                  </a:lnTo>
                  <a:lnTo>
                    <a:pt x="42650" y="13311"/>
                  </a:lnTo>
                  <a:cubicBezTo>
                    <a:pt x="45261" y="13311"/>
                    <a:pt x="47298" y="11273"/>
                    <a:pt x="47298" y="8725"/>
                  </a:cubicBezTo>
                  <a:lnTo>
                    <a:pt x="47298" y="4650"/>
                  </a:lnTo>
                  <a:lnTo>
                    <a:pt x="49209" y="4650"/>
                  </a:lnTo>
                  <a:lnTo>
                    <a:pt x="465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0"/>
            <p:cNvSpPr/>
            <p:nvPr/>
          </p:nvSpPr>
          <p:spPr>
            <a:xfrm>
              <a:off x="819225" y="2831225"/>
              <a:ext cx="197450" cy="168025"/>
            </a:xfrm>
            <a:custGeom>
              <a:avLst/>
              <a:gdLst/>
              <a:ahLst/>
              <a:cxnLst/>
              <a:rect l="l" t="t" r="r" b="b"/>
              <a:pathLst>
                <a:path w="7898" h="6721" extrusionOk="0">
                  <a:moveTo>
                    <a:pt x="4522" y="0"/>
                  </a:moveTo>
                  <a:cubicBezTo>
                    <a:pt x="1465" y="0"/>
                    <a:pt x="1" y="3630"/>
                    <a:pt x="2102" y="5732"/>
                  </a:cubicBezTo>
                  <a:cubicBezTo>
                    <a:pt x="2805" y="6414"/>
                    <a:pt x="3663" y="6721"/>
                    <a:pt x="4501" y="6721"/>
                  </a:cubicBezTo>
                  <a:cubicBezTo>
                    <a:pt x="6242" y="6721"/>
                    <a:pt x="7897" y="5396"/>
                    <a:pt x="7897" y="3375"/>
                  </a:cubicBezTo>
                  <a:cubicBezTo>
                    <a:pt x="7897" y="1465"/>
                    <a:pt x="6369" y="0"/>
                    <a:pt x="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0"/>
            <p:cNvSpPr/>
            <p:nvPr/>
          </p:nvSpPr>
          <p:spPr>
            <a:xfrm>
              <a:off x="860625" y="1842525"/>
              <a:ext cx="619350" cy="135350"/>
            </a:xfrm>
            <a:custGeom>
              <a:avLst/>
              <a:gdLst/>
              <a:ahLst/>
              <a:cxnLst/>
              <a:rect l="l" t="t" r="r" b="b"/>
              <a:pathLst>
                <a:path w="24774" h="5414" extrusionOk="0">
                  <a:moveTo>
                    <a:pt x="4713" y="0"/>
                  </a:moveTo>
                  <a:lnTo>
                    <a:pt x="0" y="2739"/>
                  </a:lnTo>
                  <a:lnTo>
                    <a:pt x="4713" y="5414"/>
                  </a:lnTo>
                  <a:lnTo>
                    <a:pt x="4713" y="3503"/>
                  </a:lnTo>
                  <a:lnTo>
                    <a:pt x="23946" y="3503"/>
                  </a:lnTo>
                  <a:cubicBezTo>
                    <a:pt x="24391" y="3503"/>
                    <a:pt x="24774" y="3185"/>
                    <a:pt x="24774" y="2739"/>
                  </a:cubicBezTo>
                  <a:cubicBezTo>
                    <a:pt x="24774" y="2293"/>
                    <a:pt x="24391" y="1911"/>
                    <a:pt x="23946" y="1911"/>
                  </a:cubicBezTo>
                  <a:lnTo>
                    <a:pt x="4713" y="1911"/>
                  </a:lnTo>
                  <a:lnTo>
                    <a:pt x="47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0"/>
            <p:cNvSpPr/>
            <p:nvPr/>
          </p:nvSpPr>
          <p:spPr>
            <a:xfrm>
              <a:off x="6060425" y="4273650"/>
              <a:ext cx="627300" cy="495175"/>
            </a:xfrm>
            <a:custGeom>
              <a:avLst/>
              <a:gdLst/>
              <a:ahLst/>
              <a:cxnLst/>
              <a:rect l="l" t="t" r="r" b="b"/>
              <a:pathLst>
                <a:path w="25092" h="19807" extrusionOk="0">
                  <a:moveTo>
                    <a:pt x="5031" y="1"/>
                  </a:moveTo>
                  <a:cubicBezTo>
                    <a:pt x="2229" y="1"/>
                    <a:pt x="0" y="2230"/>
                    <a:pt x="0" y="5032"/>
                  </a:cubicBezTo>
                  <a:lnTo>
                    <a:pt x="0" y="14776"/>
                  </a:lnTo>
                  <a:cubicBezTo>
                    <a:pt x="0" y="17578"/>
                    <a:pt x="2229" y="19807"/>
                    <a:pt x="5031" y="19807"/>
                  </a:cubicBezTo>
                  <a:lnTo>
                    <a:pt x="20124" y="19807"/>
                  </a:lnTo>
                  <a:cubicBezTo>
                    <a:pt x="22863" y="19807"/>
                    <a:pt x="25092" y="17578"/>
                    <a:pt x="25092" y="14776"/>
                  </a:cubicBezTo>
                  <a:lnTo>
                    <a:pt x="25092" y="5032"/>
                  </a:lnTo>
                  <a:cubicBezTo>
                    <a:pt x="25092" y="2230"/>
                    <a:pt x="22863" y="1"/>
                    <a:pt x="201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0"/>
            <p:cNvSpPr/>
            <p:nvPr/>
          </p:nvSpPr>
          <p:spPr>
            <a:xfrm>
              <a:off x="6033350" y="2694300"/>
              <a:ext cx="97150" cy="98725"/>
            </a:xfrm>
            <a:custGeom>
              <a:avLst/>
              <a:gdLst/>
              <a:ahLst/>
              <a:cxnLst/>
              <a:rect l="l" t="t" r="r" b="b"/>
              <a:pathLst>
                <a:path w="3886" h="3949" extrusionOk="0">
                  <a:moveTo>
                    <a:pt x="1" y="0"/>
                  </a:moveTo>
                  <a:lnTo>
                    <a:pt x="1" y="3949"/>
                  </a:lnTo>
                  <a:lnTo>
                    <a:pt x="3885" y="3949"/>
                  </a:lnTo>
                  <a:lnTo>
                    <a:pt x="3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0"/>
            <p:cNvSpPr/>
            <p:nvPr/>
          </p:nvSpPr>
          <p:spPr>
            <a:xfrm>
              <a:off x="6162325" y="2694300"/>
              <a:ext cx="98725" cy="98725"/>
            </a:xfrm>
            <a:custGeom>
              <a:avLst/>
              <a:gdLst/>
              <a:ahLst/>
              <a:cxnLst/>
              <a:rect l="l" t="t" r="r" b="b"/>
              <a:pathLst>
                <a:path w="3949" h="3949" extrusionOk="0">
                  <a:moveTo>
                    <a:pt x="0" y="0"/>
                  </a:moveTo>
                  <a:lnTo>
                    <a:pt x="0" y="3949"/>
                  </a:lnTo>
                  <a:lnTo>
                    <a:pt x="3948" y="3949"/>
                  </a:lnTo>
                  <a:lnTo>
                    <a:pt x="39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0"/>
            <p:cNvSpPr/>
            <p:nvPr/>
          </p:nvSpPr>
          <p:spPr>
            <a:xfrm>
              <a:off x="6033350" y="2820075"/>
              <a:ext cx="97150" cy="98725"/>
            </a:xfrm>
            <a:custGeom>
              <a:avLst/>
              <a:gdLst/>
              <a:ahLst/>
              <a:cxnLst/>
              <a:rect l="l" t="t" r="r" b="b"/>
              <a:pathLst>
                <a:path w="3886" h="3949" extrusionOk="0">
                  <a:moveTo>
                    <a:pt x="1" y="0"/>
                  </a:moveTo>
                  <a:lnTo>
                    <a:pt x="1" y="3949"/>
                  </a:lnTo>
                  <a:lnTo>
                    <a:pt x="3885" y="3949"/>
                  </a:lnTo>
                  <a:lnTo>
                    <a:pt x="388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0"/>
            <p:cNvSpPr/>
            <p:nvPr/>
          </p:nvSpPr>
          <p:spPr>
            <a:xfrm>
              <a:off x="6162325" y="2820075"/>
              <a:ext cx="98725" cy="98725"/>
            </a:xfrm>
            <a:custGeom>
              <a:avLst/>
              <a:gdLst/>
              <a:ahLst/>
              <a:cxnLst/>
              <a:rect l="l" t="t" r="r" b="b"/>
              <a:pathLst>
                <a:path w="3949" h="3949" extrusionOk="0">
                  <a:moveTo>
                    <a:pt x="0" y="0"/>
                  </a:moveTo>
                  <a:lnTo>
                    <a:pt x="0" y="3949"/>
                  </a:lnTo>
                  <a:lnTo>
                    <a:pt x="3948" y="3949"/>
                  </a:lnTo>
                  <a:lnTo>
                    <a:pt x="394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0"/>
            <p:cNvSpPr/>
            <p:nvPr/>
          </p:nvSpPr>
          <p:spPr>
            <a:xfrm>
              <a:off x="6076350" y="3681400"/>
              <a:ext cx="176750" cy="455375"/>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0"/>
            <p:cNvSpPr/>
            <p:nvPr/>
          </p:nvSpPr>
          <p:spPr>
            <a:xfrm>
              <a:off x="6270575" y="3679800"/>
              <a:ext cx="178350" cy="45697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0"/>
            <p:cNvSpPr/>
            <p:nvPr/>
          </p:nvSpPr>
          <p:spPr>
            <a:xfrm>
              <a:off x="6170275" y="3772150"/>
              <a:ext cx="184700" cy="116250"/>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0"/>
            <p:cNvSpPr/>
            <p:nvPr/>
          </p:nvSpPr>
          <p:spPr>
            <a:xfrm>
              <a:off x="6132075" y="3928175"/>
              <a:ext cx="261125" cy="208600"/>
            </a:xfrm>
            <a:custGeom>
              <a:avLst/>
              <a:gdLst/>
              <a:ahLst/>
              <a:cxnLst/>
              <a:rect l="l" t="t" r="r" b="b"/>
              <a:pathLst>
                <a:path w="10445" h="8344" extrusionOk="0">
                  <a:moveTo>
                    <a:pt x="5222" y="0"/>
                  </a:moveTo>
                  <a:cubicBezTo>
                    <a:pt x="5222" y="4522"/>
                    <a:pt x="828" y="6496"/>
                    <a:pt x="191" y="6751"/>
                  </a:cubicBezTo>
                  <a:cubicBezTo>
                    <a:pt x="64" y="7260"/>
                    <a:pt x="0" y="7770"/>
                    <a:pt x="0" y="8343"/>
                  </a:cubicBezTo>
                  <a:lnTo>
                    <a:pt x="10444" y="8343"/>
                  </a:lnTo>
                  <a:cubicBezTo>
                    <a:pt x="10444" y="7770"/>
                    <a:pt x="10444" y="7260"/>
                    <a:pt x="10317" y="6751"/>
                  </a:cubicBezTo>
                  <a:cubicBezTo>
                    <a:pt x="10317" y="6751"/>
                    <a:pt x="5222" y="4840"/>
                    <a:pt x="52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0"/>
            <p:cNvSpPr/>
            <p:nvPr/>
          </p:nvSpPr>
          <p:spPr>
            <a:xfrm>
              <a:off x="6262625" y="3928175"/>
              <a:ext cx="25" cy="25"/>
            </a:xfrm>
            <a:custGeom>
              <a:avLst/>
              <a:gdLst/>
              <a:ahLst/>
              <a:cxnLst/>
              <a:rect l="l" t="t" r="r" b="b"/>
              <a:pathLst>
                <a:path w="1" h="1" extrusionOk="0">
                  <a:moveTo>
                    <a:pt x="0" y="0"/>
                  </a:move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0"/>
            <p:cNvSpPr/>
            <p:nvPr/>
          </p:nvSpPr>
          <p:spPr>
            <a:xfrm>
              <a:off x="6036550" y="3628850"/>
              <a:ext cx="447400" cy="39825"/>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0"/>
            <p:cNvSpPr/>
            <p:nvPr/>
          </p:nvSpPr>
          <p:spPr>
            <a:xfrm>
              <a:off x="6036550" y="4149475"/>
              <a:ext cx="447400" cy="39825"/>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0"/>
            <p:cNvSpPr/>
            <p:nvPr/>
          </p:nvSpPr>
          <p:spPr>
            <a:xfrm>
              <a:off x="6163900" y="2121150"/>
              <a:ext cx="122575" cy="176750"/>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0"/>
            <p:cNvSpPr/>
            <p:nvPr/>
          </p:nvSpPr>
          <p:spPr>
            <a:xfrm>
              <a:off x="6302425" y="2121150"/>
              <a:ext cx="138525" cy="176750"/>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0"/>
            <p:cNvSpPr/>
            <p:nvPr/>
          </p:nvSpPr>
          <p:spPr>
            <a:xfrm>
              <a:off x="6472775" y="2121150"/>
              <a:ext cx="121025" cy="176750"/>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0"/>
            <p:cNvSpPr/>
            <p:nvPr/>
          </p:nvSpPr>
          <p:spPr>
            <a:xfrm>
              <a:off x="1688525" y="661175"/>
              <a:ext cx="92350" cy="17835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0"/>
            <p:cNvSpPr/>
            <p:nvPr/>
          </p:nvSpPr>
          <p:spPr>
            <a:xfrm flipH="1">
              <a:off x="1461393" y="1206602"/>
              <a:ext cx="147728" cy="176750"/>
            </a:xfrm>
            <a:custGeom>
              <a:avLst/>
              <a:gdLst/>
              <a:ahLst/>
              <a:cxnLst/>
              <a:rect l="l" t="t" r="r" b="b"/>
              <a:pathLst>
                <a:path w="5478" h="7070" extrusionOk="0">
                  <a:moveTo>
                    <a:pt x="0" y="1"/>
                  </a:moveTo>
                  <a:lnTo>
                    <a:pt x="0" y="7069"/>
                  </a:lnTo>
                  <a:lnTo>
                    <a:pt x="1529" y="7069"/>
                  </a:lnTo>
                  <a:lnTo>
                    <a:pt x="1529" y="4267"/>
                  </a:lnTo>
                  <a:lnTo>
                    <a:pt x="3821" y="4267"/>
                  </a:lnTo>
                  <a:lnTo>
                    <a:pt x="3821" y="7069"/>
                  </a:lnTo>
                  <a:lnTo>
                    <a:pt x="5477" y="7069"/>
                  </a:lnTo>
                  <a:lnTo>
                    <a:pt x="5477" y="1"/>
                  </a:lnTo>
                  <a:lnTo>
                    <a:pt x="3821" y="1"/>
                  </a:lnTo>
                  <a:lnTo>
                    <a:pt x="3821" y="2866"/>
                  </a:lnTo>
                  <a:lnTo>
                    <a:pt x="1529" y="2866"/>
                  </a:lnTo>
                  <a:lnTo>
                    <a:pt x="15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0"/>
            <p:cNvSpPr/>
            <p:nvPr/>
          </p:nvSpPr>
          <p:spPr>
            <a:xfrm flipH="1">
              <a:off x="1291396" y="1206602"/>
              <a:ext cx="151153" cy="176750"/>
            </a:xfrm>
            <a:custGeom>
              <a:avLst/>
              <a:gdLst/>
              <a:ahLst/>
              <a:cxnLst/>
              <a:rect l="l" t="t" r="r" b="b"/>
              <a:pathLst>
                <a:path w="5605" h="7070" extrusionOk="0">
                  <a:moveTo>
                    <a:pt x="1" y="1"/>
                  </a:moveTo>
                  <a:lnTo>
                    <a:pt x="1" y="1465"/>
                  </a:lnTo>
                  <a:lnTo>
                    <a:pt x="2038" y="1465"/>
                  </a:lnTo>
                  <a:lnTo>
                    <a:pt x="2038" y="7069"/>
                  </a:lnTo>
                  <a:lnTo>
                    <a:pt x="3567" y="7069"/>
                  </a:lnTo>
                  <a:lnTo>
                    <a:pt x="3567" y="1465"/>
                  </a:lnTo>
                  <a:lnTo>
                    <a:pt x="5605" y="1465"/>
                  </a:lnTo>
                  <a:lnTo>
                    <a:pt x="56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flipH="1">
              <a:off x="1037205" y="1206602"/>
              <a:ext cx="252497" cy="176750"/>
            </a:xfrm>
            <a:custGeom>
              <a:avLst/>
              <a:gdLst/>
              <a:ahLst/>
              <a:cxnLst/>
              <a:rect l="l" t="t" r="r" b="b"/>
              <a:pathLst>
                <a:path w="9363" h="7070" extrusionOk="0">
                  <a:moveTo>
                    <a:pt x="1402" y="1"/>
                  </a:moveTo>
                  <a:lnTo>
                    <a:pt x="0" y="7069"/>
                  </a:lnTo>
                  <a:lnTo>
                    <a:pt x="1720" y="7069"/>
                  </a:lnTo>
                  <a:lnTo>
                    <a:pt x="2548" y="2229"/>
                  </a:lnTo>
                  <a:lnTo>
                    <a:pt x="3949" y="7069"/>
                  </a:lnTo>
                  <a:lnTo>
                    <a:pt x="5477" y="7069"/>
                  </a:lnTo>
                  <a:lnTo>
                    <a:pt x="6815" y="2229"/>
                  </a:lnTo>
                  <a:lnTo>
                    <a:pt x="7643" y="7069"/>
                  </a:lnTo>
                  <a:lnTo>
                    <a:pt x="9362" y="7069"/>
                  </a:lnTo>
                  <a:lnTo>
                    <a:pt x="8025" y="1"/>
                  </a:lnTo>
                  <a:lnTo>
                    <a:pt x="6178" y="1"/>
                  </a:lnTo>
                  <a:lnTo>
                    <a:pt x="4713" y="4968"/>
                  </a:lnTo>
                  <a:lnTo>
                    <a:pt x="32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flipH="1">
              <a:off x="908417" y="1206602"/>
              <a:ext cx="109946" cy="176750"/>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a:off x="2245750" y="4830900"/>
              <a:ext cx="162425" cy="211775"/>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a:off x="2433625" y="4727400"/>
              <a:ext cx="207000" cy="380550"/>
            </a:xfrm>
            <a:custGeom>
              <a:avLst/>
              <a:gdLst/>
              <a:ahLst/>
              <a:cxnLst/>
              <a:rect l="l" t="t" r="r" b="b"/>
              <a:pathLst>
                <a:path w="8280" h="15222" extrusionOk="0">
                  <a:moveTo>
                    <a:pt x="6114" y="1"/>
                  </a:moveTo>
                  <a:lnTo>
                    <a:pt x="0" y="15221"/>
                  </a:lnTo>
                  <a:lnTo>
                    <a:pt x="2165" y="15221"/>
                  </a:lnTo>
                  <a:lnTo>
                    <a:pt x="82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a:off x="2661300" y="4830900"/>
              <a:ext cx="164000" cy="211775"/>
            </a:xfrm>
            <a:custGeom>
              <a:avLst/>
              <a:gdLst/>
              <a:ahLst/>
              <a:cxnLst/>
              <a:rect l="l" t="t" r="r" b="b"/>
              <a:pathLst>
                <a:path w="6560" h="8471" extrusionOk="0">
                  <a:moveTo>
                    <a:pt x="0" y="0"/>
                  </a:moveTo>
                  <a:lnTo>
                    <a:pt x="0" y="1911"/>
                  </a:lnTo>
                  <a:lnTo>
                    <a:pt x="5095" y="4267"/>
                  </a:lnTo>
                  <a:lnTo>
                    <a:pt x="0" y="6560"/>
                  </a:lnTo>
                  <a:lnTo>
                    <a:pt x="0" y="8470"/>
                  </a:lnTo>
                  <a:lnTo>
                    <a:pt x="6559" y="5413"/>
                  </a:lnTo>
                  <a:lnTo>
                    <a:pt x="6559" y="3057"/>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9" name="Google Shape;1269;p40"/>
          <p:cNvGrpSpPr/>
          <p:nvPr/>
        </p:nvGrpSpPr>
        <p:grpSpPr>
          <a:xfrm>
            <a:off x="4077226" y="3526070"/>
            <a:ext cx="137636" cy="137629"/>
            <a:chOff x="266768" y="1721375"/>
            <a:chExt cx="397907" cy="397887"/>
          </a:xfrm>
        </p:grpSpPr>
        <p:sp>
          <p:nvSpPr>
            <p:cNvPr id="1270" name="Google Shape;1270;p40"/>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0"/>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 name="Google Shape;1272;p40"/>
          <p:cNvGrpSpPr/>
          <p:nvPr/>
        </p:nvGrpSpPr>
        <p:grpSpPr>
          <a:xfrm>
            <a:off x="4268945" y="3526070"/>
            <a:ext cx="137622" cy="137629"/>
            <a:chOff x="864491" y="1723250"/>
            <a:chExt cx="397866" cy="397887"/>
          </a:xfrm>
        </p:grpSpPr>
        <p:sp>
          <p:nvSpPr>
            <p:cNvPr id="1273" name="Google Shape;1273;p4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76" name="Google Shape;1276;p40"/>
          <p:cNvSpPr/>
          <p:nvPr/>
        </p:nvSpPr>
        <p:spPr>
          <a:xfrm>
            <a:off x="4460678" y="3526139"/>
            <a:ext cx="168752" cy="13763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0526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338"/>
        <p:cNvGrpSpPr/>
        <p:nvPr/>
      </p:nvGrpSpPr>
      <p:grpSpPr>
        <a:xfrm>
          <a:off x="0" y="0"/>
          <a:ext cx="0" cy="0"/>
          <a:chOff x="0" y="0"/>
          <a:chExt cx="0" cy="0"/>
        </a:xfrm>
      </p:grpSpPr>
      <p:sp>
        <p:nvSpPr>
          <p:cNvPr id="1339" name="Google Shape;1339;p47"/>
          <p:cNvSpPr txBox="1"/>
          <p:nvPr/>
        </p:nvSpPr>
        <p:spPr>
          <a:xfrm>
            <a:off x="1068100" y="1354053"/>
            <a:ext cx="7047300" cy="482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s" sz="1100">
                <a:solidFill>
                  <a:srgbClr val="FFFFFF"/>
                </a:solidFill>
              </a:rPr>
              <a:t>You can easily</a:t>
            </a:r>
            <a:r>
              <a:rPr lang="es" sz="1100">
                <a:solidFill>
                  <a:srgbClr val="435D74"/>
                </a:solidFill>
              </a:rPr>
              <a:t> </a:t>
            </a:r>
            <a:r>
              <a:rPr lang="es" sz="1100">
                <a:solidFill>
                  <a:srgbClr val="869FB2"/>
                </a:solidFill>
              </a:rPr>
              <a:t>resize</a:t>
            </a:r>
            <a:r>
              <a:rPr lang="es" sz="1100">
                <a:solidFill>
                  <a:srgbClr val="435D74"/>
                </a:solidFill>
              </a:rPr>
              <a:t> </a:t>
            </a:r>
            <a:r>
              <a:rPr lang="es" sz="1100">
                <a:solidFill>
                  <a:srgbClr val="FFFFFF"/>
                </a:solidFill>
              </a:rPr>
              <a:t>these resources without losing quality. To</a:t>
            </a:r>
            <a:r>
              <a:rPr lang="es" sz="1100">
                <a:solidFill>
                  <a:srgbClr val="435D74"/>
                </a:solidFill>
              </a:rPr>
              <a:t> </a:t>
            </a:r>
            <a:r>
              <a:rPr lang="es" sz="1100">
                <a:solidFill>
                  <a:srgbClr val="869FB2"/>
                </a:solidFill>
              </a:rPr>
              <a:t>change the color</a:t>
            </a:r>
            <a:r>
              <a:rPr lang="es" sz="1100">
                <a:solidFill>
                  <a:srgbClr val="FFFFFF"/>
                </a:solidFill>
              </a:rPr>
              <a:t>, just ungroup the resource and click on the object you want to change. Then, click on the paint bucket and select the color you want. Group the resource again when you’re done. You can also look for more </a:t>
            </a:r>
            <a:r>
              <a:rPr lang="es" sz="1100">
                <a:solidFill>
                  <a:srgbClr val="869FB2"/>
                </a:solidFill>
                <a:uFill>
                  <a:noFill/>
                </a:uFill>
                <a:hlinkClick r:id="rId3">
                  <a:extLst>
                    <a:ext uri="{A12FA001-AC4F-418D-AE19-62706E023703}">
                      <ahyp:hlinkClr xmlns:ahyp="http://schemas.microsoft.com/office/drawing/2018/hyperlinkcolor" val="tx"/>
                    </a:ext>
                  </a:extLst>
                </a:hlinkClick>
              </a:rPr>
              <a:t>infographics</a:t>
            </a:r>
            <a:r>
              <a:rPr lang="es" sz="1100">
                <a:solidFill>
                  <a:srgbClr val="FFFFFF"/>
                </a:solidFill>
              </a:rPr>
              <a:t> on Slidesgo.</a:t>
            </a:r>
            <a:endParaRPr sz="1100">
              <a:solidFill>
                <a:srgbClr val="FFFFFF"/>
              </a:solidFill>
            </a:endParaRPr>
          </a:p>
        </p:txBody>
      </p:sp>
      <p:grpSp>
        <p:nvGrpSpPr>
          <p:cNvPr id="1340" name="Google Shape;1340;p47"/>
          <p:cNvGrpSpPr/>
          <p:nvPr/>
        </p:nvGrpSpPr>
        <p:grpSpPr>
          <a:xfrm>
            <a:off x="5082708" y="3095784"/>
            <a:ext cx="442841" cy="514271"/>
            <a:chOff x="4727025" y="1332775"/>
            <a:chExt cx="59900" cy="69625"/>
          </a:xfrm>
        </p:grpSpPr>
        <p:sp>
          <p:nvSpPr>
            <p:cNvPr id="1341" name="Google Shape;1341;p47"/>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7"/>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47"/>
          <p:cNvGrpSpPr/>
          <p:nvPr/>
        </p:nvGrpSpPr>
        <p:grpSpPr>
          <a:xfrm>
            <a:off x="5758025" y="2343272"/>
            <a:ext cx="500909" cy="500899"/>
            <a:chOff x="4820425" y="1329900"/>
            <a:chExt cx="70175" cy="70350"/>
          </a:xfrm>
        </p:grpSpPr>
        <p:sp>
          <p:nvSpPr>
            <p:cNvPr id="1344" name="Google Shape;1344;p47"/>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7"/>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7"/>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7"/>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47"/>
          <p:cNvGrpSpPr/>
          <p:nvPr/>
        </p:nvGrpSpPr>
        <p:grpSpPr>
          <a:xfrm>
            <a:off x="6410648" y="2355062"/>
            <a:ext cx="538135" cy="493119"/>
            <a:chOff x="4903200" y="1331525"/>
            <a:chExt cx="73575" cy="67425"/>
          </a:xfrm>
        </p:grpSpPr>
        <p:sp>
          <p:nvSpPr>
            <p:cNvPr id="1349" name="Google Shape;1349;p47"/>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50" name="Google Shape;1350;p47"/>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47"/>
          <p:cNvGrpSpPr/>
          <p:nvPr/>
        </p:nvGrpSpPr>
        <p:grpSpPr>
          <a:xfrm>
            <a:off x="5670599" y="3097040"/>
            <a:ext cx="544563" cy="511895"/>
            <a:chOff x="4815575" y="1416800"/>
            <a:chExt cx="73750" cy="71400"/>
          </a:xfrm>
        </p:grpSpPr>
        <p:sp>
          <p:nvSpPr>
            <p:cNvPr id="1352" name="Google Shape;1352;p47"/>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7"/>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7"/>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47"/>
          <p:cNvGrpSpPr/>
          <p:nvPr/>
        </p:nvGrpSpPr>
        <p:grpSpPr>
          <a:xfrm>
            <a:off x="6367224" y="3096746"/>
            <a:ext cx="602914" cy="512477"/>
            <a:chOff x="4902475" y="1418875"/>
            <a:chExt cx="74500" cy="63775"/>
          </a:xfrm>
        </p:grpSpPr>
        <p:sp>
          <p:nvSpPr>
            <p:cNvPr id="1356" name="Google Shape;1356;p47"/>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7"/>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8" name="Google Shape;1358;p47"/>
          <p:cNvGrpSpPr/>
          <p:nvPr/>
        </p:nvGrpSpPr>
        <p:grpSpPr>
          <a:xfrm>
            <a:off x="5783096" y="3835985"/>
            <a:ext cx="515391" cy="525699"/>
            <a:chOff x="4818100" y="1507675"/>
            <a:chExt cx="71225" cy="71625"/>
          </a:xfrm>
        </p:grpSpPr>
        <p:sp>
          <p:nvSpPr>
            <p:cNvPr id="1359" name="Google Shape;1359;p47"/>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7"/>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7"/>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7"/>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7"/>
          <p:cNvGrpSpPr/>
          <p:nvPr/>
        </p:nvGrpSpPr>
        <p:grpSpPr>
          <a:xfrm>
            <a:off x="5121199" y="3857517"/>
            <a:ext cx="522956" cy="489869"/>
            <a:chOff x="4721450" y="1509475"/>
            <a:chExt cx="79350" cy="74325"/>
          </a:xfrm>
        </p:grpSpPr>
        <p:sp>
          <p:nvSpPr>
            <p:cNvPr id="1364" name="Google Shape;1364;p47"/>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7"/>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7"/>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7"/>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47"/>
          <p:cNvGrpSpPr/>
          <p:nvPr/>
        </p:nvGrpSpPr>
        <p:grpSpPr>
          <a:xfrm>
            <a:off x="6444441" y="3837269"/>
            <a:ext cx="525704" cy="535436"/>
            <a:chOff x="4906800" y="1507500"/>
            <a:chExt cx="70350" cy="71075"/>
          </a:xfrm>
        </p:grpSpPr>
        <p:sp>
          <p:nvSpPr>
            <p:cNvPr id="1369" name="Google Shape;1369;p47"/>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7"/>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7"/>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7"/>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7"/>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47"/>
          <p:cNvGrpSpPr/>
          <p:nvPr/>
        </p:nvGrpSpPr>
        <p:grpSpPr>
          <a:xfrm>
            <a:off x="4477263" y="2343250"/>
            <a:ext cx="508054" cy="508095"/>
            <a:chOff x="3736598" y="2170606"/>
            <a:chExt cx="404889" cy="404889"/>
          </a:xfrm>
        </p:grpSpPr>
        <p:sp>
          <p:nvSpPr>
            <p:cNvPr id="1375" name="Google Shape;1375;p47"/>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7"/>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7"/>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7"/>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9" name="Google Shape;1379;p47"/>
          <p:cNvGrpSpPr/>
          <p:nvPr/>
        </p:nvGrpSpPr>
        <p:grpSpPr>
          <a:xfrm>
            <a:off x="3765303" y="2343345"/>
            <a:ext cx="575790" cy="507904"/>
            <a:chOff x="3161917" y="2170682"/>
            <a:chExt cx="458870" cy="404737"/>
          </a:xfrm>
        </p:grpSpPr>
        <p:sp>
          <p:nvSpPr>
            <p:cNvPr id="1380" name="Google Shape;1380;p47"/>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81" name="Google Shape;1381;p47"/>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7"/>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3" name="Google Shape;1383;p47"/>
          <p:cNvGrpSpPr/>
          <p:nvPr/>
        </p:nvGrpSpPr>
        <p:grpSpPr>
          <a:xfrm>
            <a:off x="3792833" y="3103717"/>
            <a:ext cx="520730" cy="498567"/>
            <a:chOff x="3179914" y="2889488"/>
            <a:chExt cx="422876" cy="404911"/>
          </a:xfrm>
        </p:grpSpPr>
        <p:sp>
          <p:nvSpPr>
            <p:cNvPr id="1384" name="Google Shape;1384;p47"/>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7"/>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7"/>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7"/>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7"/>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7"/>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47"/>
          <p:cNvGrpSpPr/>
          <p:nvPr/>
        </p:nvGrpSpPr>
        <p:grpSpPr>
          <a:xfrm>
            <a:off x="4421513" y="3103677"/>
            <a:ext cx="516145" cy="498648"/>
            <a:chOff x="3729467" y="2889422"/>
            <a:chExt cx="419153" cy="404977"/>
          </a:xfrm>
        </p:grpSpPr>
        <p:sp>
          <p:nvSpPr>
            <p:cNvPr id="1391" name="Google Shape;1391;p47"/>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7"/>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7"/>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7"/>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7"/>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7"/>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7"/>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8" name="Google Shape;1398;p47"/>
          <p:cNvSpPr/>
          <p:nvPr/>
        </p:nvSpPr>
        <p:spPr>
          <a:xfrm>
            <a:off x="7439738" y="2350672"/>
            <a:ext cx="185410" cy="94006"/>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7"/>
          <p:cNvSpPr/>
          <p:nvPr/>
        </p:nvSpPr>
        <p:spPr>
          <a:xfrm>
            <a:off x="7139193" y="2333075"/>
            <a:ext cx="171771" cy="129198"/>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7"/>
          <p:cNvSpPr/>
          <p:nvPr/>
        </p:nvSpPr>
        <p:spPr>
          <a:xfrm>
            <a:off x="7761482" y="2339529"/>
            <a:ext cx="167813" cy="116777"/>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7"/>
          <p:cNvSpPr/>
          <p:nvPr/>
        </p:nvSpPr>
        <p:spPr>
          <a:xfrm>
            <a:off x="8056187" y="2333075"/>
            <a:ext cx="163855" cy="129198"/>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2" name="Google Shape;1402;p47"/>
          <p:cNvGrpSpPr/>
          <p:nvPr/>
        </p:nvGrpSpPr>
        <p:grpSpPr>
          <a:xfrm>
            <a:off x="7141841" y="2550562"/>
            <a:ext cx="166473" cy="141497"/>
            <a:chOff x="4660325" y="1866850"/>
            <a:chExt cx="68350" cy="58100"/>
          </a:xfrm>
        </p:grpSpPr>
        <p:sp>
          <p:nvSpPr>
            <p:cNvPr id="1403" name="Google Shape;1403;p47"/>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7"/>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47"/>
          <p:cNvGrpSpPr/>
          <p:nvPr/>
        </p:nvGrpSpPr>
        <p:grpSpPr>
          <a:xfrm>
            <a:off x="7451186" y="2576286"/>
            <a:ext cx="162515" cy="90049"/>
            <a:chOff x="4791775" y="1877500"/>
            <a:chExt cx="66725" cy="36975"/>
          </a:xfrm>
        </p:grpSpPr>
        <p:sp>
          <p:nvSpPr>
            <p:cNvPr id="1406" name="Google Shape;1406;p47"/>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7"/>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47"/>
          <p:cNvGrpSpPr/>
          <p:nvPr/>
        </p:nvGrpSpPr>
        <p:grpSpPr>
          <a:xfrm>
            <a:off x="7772899" y="2576286"/>
            <a:ext cx="144979" cy="90049"/>
            <a:chOff x="4923925" y="1877500"/>
            <a:chExt cx="59525" cy="36975"/>
          </a:xfrm>
        </p:grpSpPr>
        <p:sp>
          <p:nvSpPr>
            <p:cNvPr id="1409" name="Google Shape;1409;p47"/>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7"/>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47"/>
          <p:cNvGrpSpPr/>
          <p:nvPr/>
        </p:nvGrpSpPr>
        <p:grpSpPr>
          <a:xfrm>
            <a:off x="8067390" y="2558477"/>
            <a:ext cx="141447" cy="125667"/>
            <a:chOff x="5058450" y="1870100"/>
            <a:chExt cx="58075" cy="51600"/>
          </a:xfrm>
        </p:grpSpPr>
        <p:sp>
          <p:nvSpPr>
            <p:cNvPr id="1412" name="Google Shape;1412;p47"/>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7"/>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47"/>
          <p:cNvGrpSpPr/>
          <p:nvPr/>
        </p:nvGrpSpPr>
        <p:grpSpPr>
          <a:xfrm>
            <a:off x="7481905" y="2980885"/>
            <a:ext cx="101077" cy="107645"/>
            <a:chOff x="4811425" y="2065025"/>
            <a:chExt cx="41500" cy="44200"/>
          </a:xfrm>
        </p:grpSpPr>
        <p:sp>
          <p:nvSpPr>
            <p:cNvPr id="1415" name="Google Shape;1415;p47"/>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7"/>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7" name="Google Shape;1417;p47"/>
          <p:cNvGrpSpPr/>
          <p:nvPr/>
        </p:nvGrpSpPr>
        <p:grpSpPr>
          <a:xfrm>
            <a:off x="7774342" y="2981098"/>
            <a:ext cx="120867" cy="107218"/>
            <a:chOff x="4929875" y="2065025"/>
            <a:chExt cx="49625" cy="44025"/>
          </a:xfrm>
        </p:grpSpPr>
        <p:sp>
          <p:nvSpPr>
            <p:cNvPr id="1418" name="Google Shape;1418;p47"/>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7"/>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0" name="Google Shape;1420;p47"/>
          <p:cNvGrpSpPr/>
          <p:nvPr/>
        </p:nvGrpSpPr>
        <p:grpSpPr>
          <a:xfrm>
            <a:off x="8103011" y="2984112"/>
            <a:ext cx="70206" cy="101191"/>
            <a:chOff x="5083925" y="2066350"/>
            <a:chExt cx="28825" cy="41550"/>
          </a:xfrm>
        </p:grpSpPr>
        <p:sp>
          <p:nvSpPr>
            <p:cNvPr id="1421" name="Google Shape;1421;p47"/>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7"/>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3" name="Google Shape;1423;p47"/>
          <p:cNvGrpSpPr/>
          <p:nvPr/>
        </p:nvGrpSpPr>
        <p:grpSpPr>
          <a:xfrm>
            <a:off x="7134565" y="2999759"/>
            <a:ext cx="181026" cy="69896"/>
            <a:chOff x="4659775" y="2072775"/>
            <a:chExt cx="74325" cy="28700"/>
          </a:xfrm>
        </p:grpSpPr>
        <p:sp>
          <p:nvSpPr>
            <p:cNvPr id="1424" name="Google Shape;1424;p47"/>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7"/>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7"/>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7" name="Google Shape;1427;p47"/>
          <p:cNvGrpSpPr/>
          <p:nvPr/>
        </p:nvGrpSpPr>
        <p:grpSpPr>
          <a:xfrm>
            <a:off x="8054421" y="2790324"/>
            <a:ext cx="167387" cy="89197"/>
            <a:chOff x="4662475" y="1976500"/>
            <a:chExt cx="68725" cy="36625"/>
          </a:xfrm>
        </p:grpSpPr>
        <p:sp>
          <p:nvSpPr>
            <p:cNvPr id="1428" name="Google Shape;1428;p47"/>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7"/>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7"/>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1" name="Google Shape;1431;p47"/>
          <p:cNvGrpSpPr/>
          <p:nvPr/>
        </p:nvGrpSpPr>
        <p:grpSpPr>
          <a:xfrm>
            <a:off x="7751326" y="2793764"/>
            <a:ext cx="166899" cy="82317"/>
            <a:chOff x="4920150" y="1977875"/>
            <a:chExt cx="68525" cy="33800"/>
          </a:xfrm>
        </p:grpSpPr>
        <p:sp>
          <p:nvSpPr>
            <p:cNvPr id="1432" name="Google Shape;1432;p47"/>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7"/>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7"/>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5" name="Google Shape;1435;p47"/>
          <p:cNvGrpSpPr/>
          <p:nvPr/>
        </p:nvGrpSpPr>
        <p:grpSpPr>
          <a:xfrm>
            <a:off x="7162483" y="3197682"/>
            <a:ext cx="125190" cy="127859"/>
            <a:chOff x="4676550" y="2160575"/>
            <a:chExt cx="51400" cy="52500"/>
          </a:xfrm>
        </p:grpSpPr>
        <p:sp>
          <p:nvSpPr>
            <p:cNvPr id="1436" name="Google Shape;1436;p47"/>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7"/>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7"/>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9" name="Google Shape;1439;p47"/>
          <p:cNvGrpSpPr/>
          <p:nvPr/>
        </p:nvGrpSpPr>
        <p:grpSpPr>
          <a:xfrm>
            <a:off x="7459741" y="3204714"/>
            <a:ext cx="145405" cy="113794"/>
            <a:chOff x="4768325" y="2163475"/>
            <a:chExt cx="59700" cy="46725"/>
          </a:xfrm>
        </p:grpSpPr>
        <p:sp>
          <p:nvSpPr>
            <p:cNvPr id="1440" name="Google Shape;1440;p47"/>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7"/>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2" name="Google Shape;1442;p47"/>
          <p:cNvSpPr/>
          <p:nvPr/>
        </p:nvSpPr>
        <p:spPr>
          <a:xfrm>
            <a:off x="7791696" y="319622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7"/>
          <p:cNvSpPr/>
          <p:nvPr/>
        </p:nvSpPr>
        <p:spPr>
          <a:xfrm>
            <a:off x="8064072" y="4203306"/>
            <a:ext cx="148084" cy="16298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7"/>
          <p:cNvSpPr/>
          <p:nvPr/>
        </p:nvSpPr>
        <p:spPr>
          <a:xfrm>
            <a:off x="7165528" y="3431527"/>
            <a:ext cx="119101" cy="163415"/>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7"/>
          <p:cNvSpPr/>
          <p:nvPr/>
        </p:nvSpPr>
        <p:spPr>
          <a:xfrm>
            <a:off x="7133499" y="4219136"/>
            <a:ext cx="183157" cy="131329"/>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7"/>
          <p:cNvSpPr/>
          <p:nvPr/>
        </p:nvSpPr>
        <p:spPr>
          <a:xfrm>
            <a:off x="7150823" y="3700780"/>
            <a:ext cx="148511" cy="11251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7"/>
          <p:cNvSpPr/>
          <p:nvPr/>
        </p:nvSpPr>
        <p:spPr>
          <a:xfrm>
            <a:off x="7784572" y="3682697"/>
            <a:ext cx="100408" cy="14868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8" name="Google Shape;1448;p47"/>
          <p:cNvGrpSpPr/>
          <p:nvPr/>
        </p:nvGrpSpPr>
        <p:grpSpPr>
          <a:xfrm>
            <a:off x="7476059" y="3459808"/>
            <a:ext cx="112768" cy="106853"/>
            <a:chOff x="4768575" y="2253950"/>
            <a:chExt cx="46300" cy="43875"/>
          </a:xfrm>
        </p:grpSpPr>
        <p:sp>
          <p:nvSpPr>
            <p:cNvPr id="1449" name="Google Shape;1449;p47"/>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7"/>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47"/>
          <p:cNvGrpSpPr/>
          <p:nvPr/>
        </p:nvGrpSpPr>
        <p:grpSpPr>
          <a:xfrm>
            <a:off x="7775682" y="3948834"/>
            <a:ext cx="118187" cy="146246"/>
            <a:chOff x="4960900" y="2433225"/>
            <a:chExt cx="48525" cy="60050"/>
          </a:xfrm>
        </p:grpSpPr>
        <p:sp>
          <p:nvSpPr>
            <p:cNvPr id="1452" name="Google Shape;1452;p47"/>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7"/>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4" name="Google Shape;1454;p47"/>
          <p:cNvGrpSpPr/>
          <p:nvPr/>
        </p:nvGrpSpPr>
        <p:grpSpPr>
          <a:xfrm>
            <a:off x="7464247" y="4212895"/>
            <a:ext cx="136394" cy="143810"/>
            <a:chOff x="4854075" y="2527625"/>
            <a:chExt cx="56000" cy="59050"/>
          </a:xfrm>
        </p:grpSpPr>
        <p:sp>
          <p:nvSpPr>
            <p:cNvPr id="1455" name="Google Shape;1455;p47"/>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7"/>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7" name="Google Shape;1457;p47"/>
          <p:cNvSpPr/>
          <p:nvPr/>
        </p:nvSpPr>
        <p:spPr>
          <a:xfrm>
            <a:off x="7479500" y="395562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7"/>
          <p:cNvSpPr/>
          <p:nvPr/>
        </p:nvSpPr>
        <p:spPr>
          <a:xfrm>
            <a:off x="8058166" y="3195277"/>
            <a:ext cx="159897" cy="132668"/>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7"/>
          <p:cNvSpPr/>
          <p:nvPr/>
        </p:nvSpPr>
        <p:spPr>
          <a:xfrm>
            <a:off x="7157429" y="3955623"/>
            <a:ext cx="135298" cy="132668"/>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0" name="Google Shape;1460;p47"/>
          <p:cNvGrpSpPr/>
          <p:nvPr/>
        </p:nvGrpSpPr>
        <p:grpSpPr>
          <a:xfrm>
            <a:off x="8088458" y="3676639"/>
            <a:ext cx="99312" cy="160797"/>
            <a:chOff x="5059700" y="2334775"/>
            <a:chExt cx="40775" cy="66025"/>
          </a:xfrm>
        </p:grpSpPr>
        <p:sp>
          <p:nvSpPr>
            <p:cNvPr id="1461" name="Google Shape;1461;p47"/>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7"/>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7"/>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7"/>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7"/>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7"/>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7"/>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7"/>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7"/>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0" name="Google Shape;1470;p47"/>
          <p:cNvGrpSpPr/>
          <p:nvPr/>
        </p:nvGrpSpPr>
        <p:grpSpPr>
          <a:xfrm>
            <a:off x="8045622" y="3941771"/>
            <a:ext cx="184984" cy="160371"/>
            <a:chOff x="5037700" y="2430325"/>
            <a:chExt cx="75950" cy="65850"/>
          </a:xfrm>
        </p:grpSpPr>
        <p:sp>
          <p:nvSpPr>
            <p:cNvPr id="1471" name="Google Shape;1471;p47"/>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7"/>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3" name="Google Shape;1473;p47"/>
          <p:cNvGrpSpPr/>
          <p:nvPr/>
        </p:nvGrpSpPr>
        <p:grpSpPr>
          <a:xfrm>
            <a:off x="7465128" y="3708223"/>
            <a:ext cx="173014" cy="97629"/>
            <a:chOff x="4756975" y="2341800"/>
            <a:chExt cx="91975" cy="51925"/>
          </a:xfrm>
        </p:grpSpPr>
        <p:sp>
          <p:nvSpPr>
            <p:cNvPr id="1474" name="Google Shape;1474;p47"/>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7"/>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7"/>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7"/>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7"/>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7"/>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7"/>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7"/>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7"/>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7"/>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7"/>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7"/>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7"/>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7"/>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7"/>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7"/>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7"/>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7"/>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7"/>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7"/>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4" name="Google Shape;1494;p47"/>
          <p:cNvGrpSpPr/>
          <p:nvPr/>
        </p:nvGrpSpPr>
        <p:grpSpPr>
          <a:xfrm>
            <a:off x="7732065" y="4196920"/>
            <a:ext cx="212497" cy="175761"/>
            <a:chOff x="4943575" y="2516350"/>
            <a:chExt cx="98675" cy="81700"/>
          </a:xfrm>
        </p:grpSpPr>
        <p:sp>
          <p:nvSpPr>
            <p:cNvPr id="1495" name="Google Shape;1495;p47"/>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7"/>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7"/>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7"/>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7"/>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7"/>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7"/>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7"/>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7"/>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7"/>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7"/>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7"/>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7"/>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7"/>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7"/>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7"/>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7"/>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7"/>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7"/>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7"/>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7"/>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7"/>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7"/>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7"/>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7"/>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7"/>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7"/>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7"/>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7"/>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7"/>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7"/>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7"/>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7"/>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7"/>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7"/>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7"/>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7"/>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7"/>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7"/>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7"/>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7"/>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7"/>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7"/>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7"/>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7"/>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7"/>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7"/>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7"/>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7"/>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7"/>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7"/>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7"/>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7"/>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7"/>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7"/>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7"/>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7"/>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7"/>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7"/>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7"/>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7"/>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7"/>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7"/>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7"/>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7"/>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7"/>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7"/>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7"/>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7"/>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7"/>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7"/>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7"/>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7"/>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7"/>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7"/>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7"/>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7"/>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7"/>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47"/>
          <p:cNvGrpSpPr/>
          <p:nvPr/>
        </p:nvGrpSpPr>
        <p:grpSpPr>
          <a:xfrm>
            <a:off x="1990126" y="3423163"/>
            <a:ext cx="965351" cy="134611"/>
            <a:chOff x="4411970" y="2962952"/>
            <a:chExt cx="706544" cy="104212"/>
          </a:xfrm>
        </p:grpSpPr>
        <p:sp>
          <p:nvSpPr>
            <p:cNvPr id="1574" name="Google Shape;1574;p47"/>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7"/>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7"/>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7"/>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8" name="Google Shape;1578;p47"/>
          <p:cNvGrpSpPr/>
          <p:nvPr/>
        </p:nvGrpSpPr>
        <p:grpSpPr>
          <a:xfrm>
            <a:off x="1990126" y="3012077"/>
            <a:ext cx="960158" cy="289172"/>
            <a:chOff x="4411970" y="2726085"/>
            <a:chExt cx="643107" cy="193659"/>
          </a:xfrm>
        </p:grpSpPr>
        <p:sp>
          <p:nvSpPr>
            <p:cNvPr id="1579" name="Google Shape;1579;p47"/>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7"/>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7"/>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2" name="Google Shape;1582;p47"/>
          <p:cNvGrpSpPr/>
          <p:nvPr/>
        </p:nvGrpSpPr>
        <p:grpSpPr>
          <a:xfrm>
            <a:off x="993018" y="3278187"/>
            <a:ext cx="833173" cy="259209"/>
            <a:chOff x="4411970" y="4340222"/>
            <a:chExt cx="779467" cy="242683"/>
          </a:xfrm>
        </p:grpSpPr>
        <p:sp>
          <p:nvSpPr>
            <p:cNvPr id="1583" name="Google Shape;1583;p47"/>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7"/>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7"/>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6" name="Google Shape;1586;p47"/>
          <p:cNvGrpSpPr/>
          <p:nvPr/>
        </p:nvGrpSpPr>
        <p:grpSpPr>
          <a:xfrm>
            <a:off x="1990126" y="2673933"/>
            <a:ext cx="965160" cy="216230"/>
            <a:chOff x="4411970" y="2468674"/>
            <a:chExt cx="747317" cy="167425"/>
          </a:xfrm>
        </p:grpSpPr>
        <p:sp>
          <p:nvSpPr>
            <p:cNvPr id="1587" name="Google Shape;1587;p47"/>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7"/>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9" name="Google Shape;1589;p47"/>
          <p:cNvGrpSpPr/>
          <p:nvPr/>
        </p:nvGrpSpPr>
        <p:grpSpPr>
          <a:xfrm>
            <a:off x="988873" y="2578650"/>
            <a:ext cx="810451" cy="319148"/>
            <a:chOff x="4411970" y="3686602"/>
            <a:chExt cx="797845" cy="314215"/>
          </a:xfrm>
        </p:grpSpPr>
        <p:sp>
          <p:nvSpPr>
            <p:cNvPr id="1590" name="Google Shape;1590;p47"/>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7"/>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7"/>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7"/>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7"/>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5" name="Google Shape;1595;p47"/>
          <p:cNvSpPr/>
          <p:nvPr/>
        </p:nvSpPr>
        <p:spPr>
          <a:xfrm>
            <a:off x="981722" y="2987237"/>
            <a:ext cx="822545" cy="195833"/>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6" name="Google Shape;1596;p47"/>
          <p:cNvGrpSpPr/>
          <p:nvPr/>
        </p:nvGrpSpPr>
        <p:grpSpPr>
          <a:xfrm>
            <a:off x="988970" y="2333174"/>
            <a:ext cx="1970333" cy="208784"/>
            <a:chOff x="6336019" y="3733725"/>
            <a:chExt cx="2566206" cy="351310"/>
          </a:xfrm>
        </p:grpSpPr>
        <p:sp>
          <p:nvSpPr>
            <p:cNvPr id="1597" name="Google Shape;1597;p47"/>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7"/>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7"/>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7"/>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1" name="Google Shape;1601;p47"/>
          <p:cNvGrpSpPr/>
          <p:nvPr/>
        </p:nvGrpSpPr>
        <p:grpSpPr>
          <a:xfrm>
            <a:off x="1990126" y="3940729"/>
            <a:ext cx="946551" cy="153200"/>
            <a:chOff x="4404545" y="3301592"/>
            <a:chExt cx="782403" cy="129272"/>
          </a:xfrm>
        </p:grpSpPr>
        <p:sp>
          <p:nvSpPr>
            <p:cNvPr id="1602" name="Google Shape;1602;p47"/>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7"/>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4" name="Google Shape;1604;p47"/>
          <p:cNvGrpSpPr/>
          <p:nvPr/>
        </p:nvGrpSpPr>
        <p:grpSpPr>
          <a:xfrm>
            <a:off x="1990126" y="3679688"/>
            <a:ext cx="962257" cy="139127"/>
            <a:chOff x="4411970" y="3131459"/>
            <a:chExt cx="710520" cy="117397"/>
          </a:xfrm>
        </p:grpSpPr>
        <p:sp>
          <p:nvSpPr>
            <p:cNvPr id="1605" name="Google Shape;1605;p4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7" name="Google Shape;1607;p47" descr="Timeline background shape"/>
          <p:cNvSpPr/>
          <p:nvPr/>
        </p:nvSpPr>
        <p:spPr>
          <a:xfrm>
            <a:off x="1990126" y="4215843"/>
            <a:ext cx="960300" cy="1530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8" name="Google Shape;1608;p47"/>
          <p:cNvGrpSpPr/>
          <p:nvPr/>
        </p:nvGrpSpPr>
        <p:grpSpPr>
          <a:xfrm>
            <a:off x="990271" y="3614482"/>
            <a:ext cx="823838" cy="458988"/>
            <a:chOff x="4411970" y="1801825"/>
            <a:chExt cx="734586" cy="409262"/>
          </a:xfrm>
        </p:grpSpPr>
        <p:sp>
          <p:nvSpPr>
            <p:cNvPr id="1609" name="Google Shape;1609;p47"/>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7"/>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1" name="Google Shape;1611;p47"/>
          <p:cNvGrpSpPr/>
          <p:nvPr/>
        </p:nvGrpSpPr>
        <p:grpSpPr>
          <a:xfrm>
            <a:off x="990271" y="4162908"/>
            <a:ext cx="856348" cy="212039"/>
            <a:chOff x="4411970" y="2233974"/>
            <a:chExt cx="763574" cy="189068"/>
          </a:xfrm>
        </p:grpSpPr>
        <p:sp>
          <p:nvSpPr>
            <p:cNvPr id="1612" name="Google Shape;1612;p47"/>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7"/>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1614;p47"/>
          <p:cNvGrpSpPr/>
          <p:nvPr/>
        </p:nvGrpSpPr>
        <p:grpSpPr>
          <a:xfrm>
            <a:off x="3100467" y="2338244"/>
            <a:ext cx="511602" cy="511602"/>
            <a:chOff x="5681300" y="2527788"/>
            <a:chExt cx="805800" cy="805800"/>
          </a:xfrm>
        </p:grpSpPr>
        <p:sp>
          <p:nvSpPr>
            <p:cNvPr id="1615" name="Google Shape;1615;p47"/>
            <p:cNvSpPr/>
            <p:nvPr/>
          </p:nvSpPr>
          <p:spPr>
            <a:xfrm>
              <a:off x="5681300" y="2527788"/>
              <a:ext cx="805800" cy="8058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7"/>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7" name="Google Shape;1617;p47"/>
          <p:cNvGrpSpPr/>
          <p:nvPr/>
        </p:nvGrpSpPr>
        <p:grpSpPr>
          <a:xfrm>
            <a:off x="3097662" y="3104827"/>
            <a:ext cx="513021" cy="512935"/>
            <a:chOff x="4049800" y="640400"/>
            <a:chExt cx="858900" cy="858900"/>
          </a:xfrm>
        </p:grpSpPr>
        <p:sp>
          <p:nvSpPr>
            <p:cNvPr id="1618" name="Google Shape;1618;p47"/>
            <p:cNvSpPr/>
            <p:nvPr/>
          </p:nvSpPr>
          <p:spPr>
            <a:xfrm>
              <a:off x="4049800" y="640400"/>
              <a:ext cx="858900" cy="858900"/>
            </a:xfrm>
            <a:prstGeom prst="donut">
              <a:avLst>
                <a:gd name="adj" fmla="val 25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7"/>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0" name="Google Shape;1620;p47"/>
          <p:cNvGrpSpPr/>
          <p:nvPr/>
        </p:nvGrpSpPr>
        <p:grpSpPr>
          <a:xfrm>
            <a:off x="3014861" y="3756719"/>
            <a:ext cx="686489" cy="686585"/>
            <a:chOff x="5080188" y="927900"/>
            <a:chExt cx="961200" cy="961200"/>
          </a:xfrm>
        </p:grpSpPr>
        <p:sp>
          <p:nvSpPr>
            <p:cNvPr id="1621" name="Google Shape;1621;p47"/>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7"/>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7"/>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7"/>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7"/>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7"/>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7"/>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7"/>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9" name="Google Shape;1629;p47"/>
          <p:cNvGrpSpPr/>
          <p:nvPr/>
        </p:nvGrpSpPr>
        <p:grpSpPr>
          <a:xfrm>
            <a:off x="3798012" y="3849448"/>
            <a:ext cx="510373" cy="510937"/>
            <a:chOff x="7508249" y="1522825"/>
            <a:chExt cx="1326332" cy="1322987"/>
          </a:xfrm>
        </p:grpSpPr>
        <p:sp>
          <p:nvSpPr>
            <p:cNvPr id="1630" name="Google Shape;1630;p47"/>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7"/>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7"/>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7"/>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7"/>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7"/>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7"/>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7"/>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7"/>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7"/>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0" name="Google Shape;1640;p47"/>
          <p:cNvGrpSpPr/>
          <p:nvPr/>
        </p:nvGrpSpPr>
        <p:grpSpPr>
          <a:xfrm>
            <a:off x="4489605" y="3850853"/>
            <a:ext cx="492652" cy="503348"/>
            <a:chOff x="6039282" y="1042577"/>
            <a:chExt cx="734315" cy="731929"/>
          </a:xfrm>
        </p:grpSpPr>
        <p:sp>
          <p:nvSpPr>
            <p:cNvPr id="1641" name="Google Shape;1641;p47"/>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7"/>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7"/>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7"/>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7"/>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7"/>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7"/>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7"/>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7"/>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7"/>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7"/>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7"/>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7"/>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7"/>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7"/>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7"/>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7"/>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7"/>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7"/>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7"/>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7"/>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2" name="Google Shape;1662;p47"/>
          <p:cNvGrpSpPr/>
          <p:nvPr/>
        </p:nvGrpSpPr>
        <p:grpSpPr>
          <a:xfrm>
            <a:off x="5130019" y="2346894"/>
            <a:ext cx="483304" cy="504902"/>
            <a:chOff x="1825800" y="1651625"/>
            <a:chExt cx="568125" cy="591775"/>
          </a:xfrm>
        </p:grpSpPr>
        <p:sp>
          <p:nvSpPr>
            <p:cNvPr id="1663" name="Google Shape;1663;p47"/>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7"/>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7"/>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7"/>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7"/>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7"/>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9" name="Google Shape;1669;p47"/>
          <p:cNvSpPr/>
          <p:nvPr/>
        </p:nvSpPr>
        <p:spPr>
          <a:xfrm>
            <a:off x="7747607" y="3426066"/>
            <a:ext cx="174337" cy="174337"/>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7"/>
          <p:cNvSpPr/>
          <p:nvPr/>
        </p:nvSpPr>
        <p:spPr>
          <a:xfrm>
            <a:off x="8063864" y="3454885"/>
            <a:ext cx="148500" cy="11670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47"/>
          <p:cNvSpPr/>
          <p:nvPr/>
        </p:nvSpPr>
        <p:spPr>
          <a:xfrm>
            <a:off x="7165978" y="27758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7"/>
          <p:cNvSpPr/>
          <p:nvPr/>
        </p:nvSpPr>
        <p:spPr>
          <a:xfrm flipH="1">
            <a:off x="7473344" y="27758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7"/>
          <p:cNvSpPr txBox="1">
            <a:spLocks noGrp="1"/>
          </p:cNvSpPr>
          <p:nvPr>
            <p:ph type="title" idx="4294967295"/>
          </p:nvPr>
        </p:nvSpPr>
        <p:spPr>
          <a:xfrm>
            <a:off x="1068100" y="749106"/>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
                <a:solidFill>
                  <a:schemeClr val="lt1"/>
                </a:solidFill>
                <a:latin typeface="Arial"/>
                <a:ea typeface="Arial"/>
                <a:cs typeface="Arial"/>
                <a:sym typeface="Arial"/>
              </a:rPr>
              <a:t>Use our editable graphic resources...</a:t>
            </a:r>
            <a:endParaRPr>
              <a:solidFill>
                <a:schemeClr val="lt1"/>
              </a:solidFill>
              <a:latin typeface="Arial"/>
              <a:ea typeface="Arial"/>
              <a:cs typeface="Arial"/>
              <a:sym typeface="Arial"/>
            </a:endParaRPr>
          </a:p>
          <a:p>
            <a:pPr marL="0" lvl="0" indent="0" algn="ctr" rtl="0">
              <a:spcBef>
                <a:spcPts val="0"/>
              </a:spcBef>
              <a:spcAft>
                <a:spcPts val="0"/>
              </a:spcAft>
              <a:buClr>
                <a:srgbClr val="000000"/>
              </a:buClr>
              <a:buSzPts val="1100"/>
              <a:buFont typeface="Arial"/>
              <a:buNone/>
            </a:pPr>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7"/>
        <p:cNvGrpSpPr/>
        <p:nvPr/>
      </p:nvGrpSpPr>
      <p:grpSpPr>
        <a:xfrm>
          <a:off x="0" y="0"/>
          <a:ext cx="0" cy="0"/>
          <a:chOff x="0" y="0"/>
          <a:chExt cx="0" cy="0"/>
        </a:xfrm>
      </p:grpSpPr>
      <p:grpSp>
        <p:nvGrpSpPr>
          <p:cNvPr id="1678" name="Google Shape;1678;p48"/>
          <p:cNvGrpSpPr/>
          <p:nvPr/>
        </p:nvGrpSpPr>
        <p:grpSpPr>
          <a:xfrm>
            <a:off x="745571" y="1168666"/>
            <a:ext cx="2492868" cy="1379876"/>
            <a:chOff x="2654821" y="2311071"/>
            <a:chExt cx="2279715" cy="1262120"/>
          </a:xfrm>
        </p:grpSpPr>
        <p:grpSp>
          <p:nvGrpSpPr>
            <p:cNvPr id="1679" name="Google Shape;1679;p48"/>
            <p:cNvGrpSpPr/>
            <p:nvPr/>
          </p:nvGrpSpPr>
          <p:grpSpPr>
            <a:xfrm>
              <a:off x="4034269" y="2840745"/>
              <a:ext cx="40212" cy="36437"/>
              <a:chOff x="4293400" y="2574725"/>
              <a:chExt cx="84425" cy="80100"/>
            </a:xfrm>
          </p:grpSpPr>
          <p:sp>
            <p:nvSpPr>
              <p:cNvPr id="1680" name="Google Shape;1680;p48"/>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rgbClr val="5F7D95"/>
              </a:solidFill>
              <a:ln>
                <a:noFill/>
              </a:ln>
            </p:spPr>
            <p:txBody>
              <a:bodyPr/>
              <a:lstStyle/>
              <a:p>
                <a:endParaRPr lang="es-PE"/>
              </a:p>
            </p:txBody>
          </p:sp>
          <p:sp>
            <p:nvSpPr>
              <p:cNvPr id="1681" name="Google Shape;1681;p48"/>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2" name="Google Shape;1682;p48"/>
            <p:cNvGrpSpPr/>
            <p:nvPr/>
          </p:nvGrpSpPr>
          <p:grpSpPr>
            <a:xfrm>
              <a:off x="3894606" y="2334874"/>
              <a:ext cx="913198" cy="518984"/>
              <a:chOff x="4000175" y="1462675"/>
              <a:chExt cx="1917275" cy="1140875"/>
            </a:xfrm>
          </p:grpSpPr>
          <p:sp>
            <p:nvSpPr>
              <p:cNvPr id="1683" name="Google Shape;1683;p48"/>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rgbClr val="5F7D95"/>
              </a:solidFill>
              <a:ln>
                <a:noFill/>
              </a:ln>
            </p:spPr>
            <p:txBody>
              <a:bodyPr/>
              <a:lstStyle/>
              <a:p>
                <a:endParaRPr lang="es-PE"/>
              </a:p>
            </p:txBody>
          </p:sp>
          <p:grpSp>
            <p:nvGrpSpPr>
              <p:cNvPr id="1684" name="Google Shape;1684;p48"/>
              <p:cNvGrpSpPr/>
              <p:nvPr/>
            </p:nvGrpSpPr>
            <p:grpSpPr>
              <a:xfrm>
                <a:off x="4000175" y="1462675"/>
                <a:ext cx="1917275" cy="1140875"/>
                <a:chOff x="4000175" y="1462675"/>
                <a:chExt cx="1917275" cy="1140875"/>
              </a:xfrm>
            </p:grpSpPr>
            <p:sp>
              <p:nvSpPr>
                <p:cNvPr id="1685" name="Google Shape;1685;p48"/>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txBody>
                <a:bodyPr/>
                <a:lstStyle/>
                <a:p>
                  <a:endParaRPr lang="es-PE"/>
                </a:p>
              </p:txBody>
            </p:sp>
            <p:sp>
              <p:nvSpPr>
                <p:cNvPr id="1686" name="Google Shape;1686;p48"/>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8"/>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8"/>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8"/>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690" name="Google Shape;1690;p48"/>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691" name="Google Shape;1691;p48"/>
            <p:cNvGrpSpPr/>
            <p:nvPr/>
          </p:nvGrpSpPr>
          <p:grpSpPr>
            <a:xfrm>
              <a:off x="3875768" y="2846704"/>
              <a:ext cx="44796" cy="47366"/>
              <a:chOff x="3960625" y="2587825"/>
              <a:chExt cx="94050" cy="104125"/>
            </a:xfrm>
          </p:grpSpPr>
          <p:sp>
            <p:nvSpPr>
              <p:cNvPr id="1692" name="Google Shape;1692;p48"/>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txBody>
              <a:bodyPr/>
              <a:lstStyle/>
              <a:p>
                <a:endParaRPr lang="es-PE"/>
              </a:p>
            </p:txBody>
          </p:sp>
          <p:sp>
            <p:nvSpPr>
              <p:cNvPr id="1693" name="Google Shape;1693;p48"/>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4" name="Google Shape;1694;p48"/>
            <p:cNvGrpSpPr/>
            <p:nvPr/>
          </p:nvGrpSpPr>
          <p:grpSpPr>
            <a:xfrm>
              <a:off x="3782759" y="2807162"/>
              <a:ext cx="82686" cy="85487"/>
              <a:chOff x="3765350" y="2500900"/>
              <a:chExt cx="173600" cy="187925"/>
            </a:xfrm>
          </p:grpSpPr>
          <p:sp>
            <p:nvSpPr>
              <p:cNvPr id="1695" name="Google Shape;1695;p48"/>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txBody>
              <a:bodyPr/>
              <a:lstStyle/>
              <a:p>
                <a:endParaRPr lang="es-PE"/>
              </a:p>
            </p:txBody>
          </p:sp>
          <p:sp>
            <p:nvSpPr>
              <p:cNvPr id="1696" name="Google Shape;1696;p48"/>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8"/>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8"/>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8"/>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8"/>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1" name="Google Shape;1701;p48"/>
            <p:cNvGrpSpPr/>
            <p:nvPr/>
          </p:nvGrpSpPr>
          <p:grpSpPr>
            <a:xfrm>
              <a:off x="3775674" y="2798496"/>
              <a:ext cx="40545" cy="23564"/>
              <a:chOff x="3750475" y="2481850"/>
              <a:chExt cx="85125" cy="51800"/>
            </a:xfrm>
          </p:grpSpPr>
          <p:sp>
            <p:nvSpPr>
              <p:cNvPr id="1702" name="Google Shape;1702;p48"/>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8"/>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txBody>
              <a:bodyPr/>
              <a:lstStyle/>
              <a:p>
                <a:endParaRPr lang="es-PE"/>
              </a:p>
            </p:txBody>
          </p:sp>
        </p:grpSp>
        <p:grpSp>
          <p:nvGrpSpPr>
            <p:cNvPr id="1704" name="Google Shape;1704;p48"/>
            <p:cNvGrpSpPr/>
            <p:nvPr/>
          </p:nvGrpSpPr>
          <p:grpSpPr>
            <a:xfrm>
              <a:off x="3716946" y="2776024"/>
              <a:ext cx="81971" cy="76912"/>
              <a:chOff x="3627175" y="2432450"/>
              <a:chExt cx="172100" cy="169075"/>
            </a:xfrm>
          </p:grpSpPr>
          <p:sp>
            <p:nvSpPr>
              <p:cNvPr id="1705" name="Google Shape;1705;p48"/>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8"/>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rgbClr val="5F7D95"/>
              </a:solidFill>
              <a:ln>
                <a:noFill/>
              </a:ln>
            </p:spPr>
            <p:txBody>
              <a:bodyPr/>
              <a:lstStyle/>
              <a:p>
                <a:endParaRPr lang="es-PE"/>
              </a:p>
            </p:txBody>
          </p:sp>
          <p:sp>
            <p:nvSpPr>
              <p:cNvPr id="1707" name="Google Shape;1707;p48"/>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txBody>
              <a:bodyPr/>
              <a:lstStyle/>
              <a:p>
                <a:endParaRPr lang="es-PE"/>
              </a:p>
            </p:txBody>
          </p:sp>
        </p:grpSp>
        <p:grpSp>
          <p:nvGrpSpPr>
            <p:cNvPr id="1708" name="Google Shape;1708;p48"/>
            <p:cNvGrpSpPr/>
            <p:nvPr/>
          </p:nvGrpSpPr>
          <p:grpSpPr>
            <a:xfrm>
              <a:off x="3685682" y="2845624"/>
              <a:ext cx="29311" cy="45055"/>
              <a:chOff x="3561536" y="2585450"/>
              <a:chExt cx="61539" cy="99045"/>
            </a:xfrm>
          </p:grpSpPr>
          <p:sp>
            <p:nvSpPr>
              <p:cNvPr id="1709" name="Google Shape;1709;p48"/>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8"/>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rgbClr val="5F7D95"/>
              </a:solidFill>
              <a:ln>
                <a:noFill/>
              </a:ln>
            </p:spPr>
            <p:txBody>
              <a:bodyPr/>
              <a:lstStyle/>
              <a:p>
                <a:endParaRPr lang="es-PE"/>
              </a:p>
            </p:txBody>
          </p:sp>
        </p:grpSp>
        <p:grpSp>
          <p:nvGrpSpPr>
            <p:cNvPr id="1711" name="Google Shape;1711;p48"/>
            <p:cNvGrpSpPr/>
            <p:nvPr/>
          </p:nvGrpSpPr>
          <p:grpSpPr>
            <a:xfrm>
              <a:off x="3849905" y="2572252"/>
              <a:ext cx="74339" cy="119559"/>
              <a:chOff x="3906325" y="1984500"/>
              <a:chExt cx="156075" cy="262825"/>
            </a:xfrm>
          </p:grpSpPr>
          <p:sp>
            <p:nvSpPr>
              <p:cNvPr id="1712" name="Google Shape;1712;p48"/>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txBody>
              <a:bodyPr/>
              <a:lstStyle/>
              <a:p>
                <a:endParaRPr lang="es-PE"/>
              </a:p>
            </p:txBody>
          </p:sp>
          <p:sp>
            <p:nvSpPr>
              <p:cNvPr id="1713" name="Google Shape;1713;p48"/>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4" name="Google Shape;1714;p48"/>
            <p:cNvGrpSpPr/>
            <p:nvPr/>
          </p:nvGrpSpPr>
          <p:grpSpPr>
            <a:xfrm>
              <a:off x="2654821" y="2414345"/>
              <a:ext cx="667570" cy="558731"/>
              <a:chOff x="1397225" y="1637375"/>
              <a:chExt cx="1401575" cy="1228250"/>
            </a:xfrm>
          </p:grpSpPr>
          <p:sp>
            <p:nvSpPr>
              <p:cNvPr id="1715" name="Google Shape;1715;p48"/>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txBody>
              <a:bodyPr/>
              <a:lstStyle/>
              <a:p>
                <a:endParaRPr lang="es-PE"/>
              </a:p>
            </p:txBody>
          </p:sp>
          <p:grpSp>
            <p:nvGrpSpPr>
              <p:cNvPr id="1716" name="Google Shape;1716;p48"/>
              <p:cNvGrpSpPr/>
              <p:nvPr/>
            </p:nvGrpSpPr>
            <p:grpSpPr>
              <a:xfrm>
                <a:off x="1397225" y="1637375"/>
                <a:ext cx="1398775" cy="1228250"/>
                <a:chOff x="1397225" y="1637375"/>
                <a:chExt cx="1398775" cy="1228250"/>
              </a:xfrm>
            </p:grpSpPr>
            <p:sp>
              <p:nvSpPr>
                <p:cNvPr id="1717" name="Google Shape;1717;p48"/>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8"/>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9" name="Google Shape;1719;p48"/>
            <p:cNvGrpSpPr/>
            <p:nvPr/>
          </p:nvGrpSpPr>
          <p:grpSpPr>
            <a:xfrm>
              <a:off x="3230417" y="3103734"/>
              <a:ext cx="282982" cy="280332"/>
              <a:chOff x="2605700" y="3152850"/>
              <a:chExt cx="594125" cy="616250"/>
            </a:xfrm>
          </p:grpSpPr>
          <p:sp>
            <p:nvSpPr>
              <p:cNvPr id="1720" name="Google Shape;1720;p48"/>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txBody>
              <a:bodyPr/>
              <a:lstStyle/>
              <a:p>
                <a:endParaRPr lang="es-PE"/>
              </a:p>
            </p:txBody>
          </p:sp>
          <p:sp>
            <p:nvSpPr>
              <p:cNvPr id="1721" name="Google Shape;1721;p48"/>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grpSp>
          <p:nvGrpSpPr>
            <p:cNvPr id="1722" name="Google Shape;1722;p48"/>
            <p:cNvGrpSpPr/>
            <p:nvPr/>
          </p:nvGrpSpPr>
          <p:grpSpPr>
            <a:xfrm>
              <a:off x="3265985" y="3226989"/>
              <a:ext cx="87151" cy="346202"/>
              <a:chOff x="2680375" y="3423800"/>
              <a:chExt cx="182975" cy="761050"/>
            </a:xfrm>
          </p:grpSpPr>
          <p:sp>
            <p:nvSpPr>
              <p:cNvPr id="1723" name="Google Shape;1723;p48"/>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txBody>
              <a:bodyPr/>
              <a:lstStyle/>
              <a:p>
                <a:endParaRPr lang="es-PE"/>
              </a:p>
            </p:txBody>
          </p:sp>
          <p:sp>
            <p:nvSpPr>
              <p:cNvPr id="1724" name="Google Shape;1724;p48"/>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5" name="Google Shape;1725;p48"/>
            <p:cNvGrpSpPr/>
            <p:nvPr/>
          </p:nvGrpSpPr>
          <p:grpSpPr>
            <a:xfrm>
              <a:off x="3855466" y="3289811"/>
              <a:ext cx="112514" cy="94210"/>
              <a:chOff x="3918000" y="3561900"/>
              <a:chExt cx="236225" cy="207100"/>
            </a:xfrm>
          </p:grpSpPr>
          <p:sp>
            <p:nvSpPr>
              <p:cNvPr id="1726" name="Google Shape;1726;p48"/>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txBody>
              <a:bodyPr/>
              <a:lstStyle/>
              <a:p>
                <a:endParaRPr lang="es-PE"/>
              </a:p>
            </p:txBody>
          </p:sp>
          <p:sp>
            <p:nvSpPr>
              <p:cNvPr id="1727" name="Google Shape;1727;p48"/>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8" name="Google Shape;1728;p48"/>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8"/>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8"/>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nvGrpSpPr>
            <p:cNvPr id="1731" name="Google Shape;1731;p48"/>
            <p:cNvGrpSpPr/>
            <p:nvPr/>
          </p:nvGrpSpPr>
          <p:grpSpPr>
            <a:xfrm>
              <a:off x="2905224" y="2311071"/>
              <a:ext cx="596721" cy="528992"/>
              <a:chOff x="1922950" y="1410350"/>
              <a:chExt cx="1252825" cy="1162875"/>
            </a:xfrm>
          </p:grpSpPr>
          <p:sp>
            <p:nvSpPr>
              <p:cNvPr id="1732" name="Google Shape;1732;p48"/>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8"/>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8"/>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8"/>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8"/>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8"/>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8"/>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8"/>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8"/>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8"/>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8"/>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8"/>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8"/>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8"/>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8"/>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8"/>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grpSp>
        <p:sp>
          <p:nvSpPr>
            <p:cNvPr id="1748" name="Google Shape;1748;p48"/>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8"/>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8"/>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8"/>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8"/>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8"/>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8"/>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8"/>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8"/>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8"/>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8"/>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8"/>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8"/>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8"/>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8"/>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8"/>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8"/>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8"/>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8"/>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8"/>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768" name="Google Shape;1768;p48"/>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769" name="Google Shape;1769;p48"/>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0" name="Google Shape;1770;p48"/>
            <p:cNvGrpSpPr/>
            <p:nvPr/>
          </p:nvGrpSpPr>
          <p:grpSpPr>
            <a:xfrm>
              <a:off x="3280929" y="3294542"/>
              <a:ext cx="109894" cy="272224"/>
              <a:chOff x="2711750" y="3572300"/>
              <a:chExt cx="230725" cy="598425"/>
            </a:xfrm>
          </p:grpSpPr>
          <p:sp>
            <p:nvSpPr>
              <p:cNvPr id="1771" name="Google Shape;1771;p48"/>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8"/>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3" name="Google Shape;1773;p48"/>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74" name="Google Shape;1774;p48"/>
            <p:cNvGrpSpPr/>
            <p:nvPr/>
          </p:nvGrpSpPr>
          <p:grpSpPr>
            <a:xfrm>
              <a:off x="3790439" y="2408636"/>
              <a:ext cx="73017" cy="75684"/>
              <a:chOff x="3781475" y="1624825"/>
              <a:chExt cx="153300" cy="166375"/>
            </a:xfrm>
          </p:grpSpPr>
          <p:sp>
            <p:nvSpPr>
              <p:cNvPr id="1775" name="Google Shape;1775;p48"/>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8"/>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8"/>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8"/>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9" name="Google Shape;1779;p48"/>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8"/>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8"/>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8"/>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8"/>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8"/>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8"/>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6" name="Google Shape;1786;p48"/>
            <p:cNvGrpSpPr/>
            <p:nvPr/>
          </p:nvGrpSpPr>
          <p:grpSpPr>
            <a:xfrm>
              <a:off x="4403342" y="3107749"/>
              <a:ext cx="316680" cy="101374"/>
              <a:chOff x="5068275" y="3161675"/>
              <a:chExt cx="664875" cy="222850"/>
            </a:xfrm>
          </p:grpSpPr>
          <p:sp>
            <p:nvSpPr>
              <p:cNvPr id="1787" name="Google Shape;1787;p48"/>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8"/>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8"/>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8"/>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1" name="Google Shape;1791;p48"/>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8"/>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8"/>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8"/>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8"/>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48"/>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8"/>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8"/>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8"/>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8"/>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8"/>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8"/>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8"/>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8"/>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8"/>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8"/>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8"/>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8"/>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8"/>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8"/>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8"/>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8"/>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8"/>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8"/>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8"/>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8"/>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8"/>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8"/>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8"/>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0" name="Google Shape;1820;p48"/>
            <p:cNvGrpSpPr/>
            <p:nvPr/>
          </p:nvGrpSpPr>
          <p:grpSpPr>
            <a:xfrm>
              <a:off x="3697513" y="2707266"/>
              <a:ext cx="59549" cy="79733"/>
              <a:chOff x="3586375" y="2281300"/>
              <a:chExt cx="125025" cy="175275"/>
            </a:xfrm>
          </p:grpSpPr>
          <p:sp>
            <p:nvSpPr>
              <p:cNvPr id="1821" name="Google Shape;1821;p48"/>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8"/>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3" name="Google Shape;1823;p48"/>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24" name="Google Shape;1824;p48"/>
            <p:cNvGrpSpPr/>
            <p:nvPr/>
          </p:nvGrpSpPr>
          <p:grpSpPr>
            <a:xfrm>
              <a:off x="4513224" y="3221724"/>
              <a:ext cx="274563" cy="280321"/>
              <a:chOff x="5298975" y="3412225"/>
              <a:chExt cx="576450" cy="616225"/>
            </a:xfrm>
          </p:grpSpPr>
          <p:sp>
            <p:nvSpPr>
              <p:cNvPr id="1825" name="Google Shape;1825;p48"/>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826" name="Google Shape;1826;p48"/>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7" name="Google Shape;1827;p48"/>
            <p:cNvGrpSpPr/>
            <p:nvPr/>
          </p:nvGrpSpPr>
          <p:grpSpPr>
            <a:xfrm>
              <a:off x="4824403" y="3421846"/>
              <a:ext cx="110132" cy="130647"/>
              <a:chOff x="5952300" y="3852150"/>
              <a:chExt cx="231225" cy="287200"/>
            </a:xfrm>
          </p:grpSpPr>
          <p:sp>
            <p:nvSpPr>
              <p:cNvPr id="1828" name="Google Shape;1828;p48"/>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8"/>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0" name="Google Shape;1830;p48"/>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8"/>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8"/>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8"/>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8"/>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8"/>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8"/>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8"/>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8" name="Google Shape;1838;p48"/>
            <p:cNvGrpSpPr/>
            <p:nvPr/>
          </p:nvGrpSpPr>
          <p:grpSpPr>
            <a:xfrm>
              <a:off x="4295710" y="3079670"/>
              <a:ext cx="14968" cy="27135"/>
              <a:chOff x="4842300" y="3099950"/>
              <a:chExt cx="31425" cy="59650"/>
            </a:xfrm>
          </p:grpSpPr>
          <p:sp>
            <p:nvSpPr>
              <p:cNvPr id="1839" name="Google Shape;1839;p48"/>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8"/>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8"/>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8"/>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3" name="Google Shape;1843;p48"/>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8"/>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8"/>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8"/>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8"/>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8"/>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8"/>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8"/>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1" name="Google Shape;1851;p48"/>
            <p:cNvGrpSpPr/>
            <p:nvPr/>
          </p:nvGrpSpPr>
          <p:grpSpPr>
            <a:xfrm>
              <a:off x="3831056" y="2816010"/>
              <a:ext cx="37378" cy="27612"/>
              <a:chOff x="3866750" y="2520350"/>
              <a:chExt cx="78475" cy="60700"/>
            </a:xfrm>
          </p:grpSpPr>
          <p:sp>
            <p:nvSpPr>
              <p:cNvPr id="1852" name="Google Shape;1852;p48"/>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8"/>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8"/>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8"/>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6" name="Google Shape;1856;p48"/>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8"/>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8"/>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8"/>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8"/>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8"/>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8"/>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8"/>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8"/>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8"/>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8"/>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8"/>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8"/>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8"/>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8"/>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8"/>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8"/>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873" name="Google Shape;1873;p48"/>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8"/>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8"/>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8"/>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8"/>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8"/>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8"/>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8"/>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8"/>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8"/>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8"/>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885" name="Google Shape;1885;p48"/>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8"/>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8"/>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8"/>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8"/>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8"/>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8"/>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8"/>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8"/>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8"/>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8"/>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8"/>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8" name="Google Shape;1898;p48"/>
            <p:cNvGrpSpPr/>
            <p:nvPr/>
          </p:nvGrpSpPr>
          <p:grpSpPr>
            <a:xfrm>
              <a:off x="3632736" y="3051591"/>
              <a:ext cx="63288" cy="45217"/>
              <a:chOff x="3450375" y="3038225"/>
              <a:chExt cx="132875" cy="99400"/>
            </a:xfrm>
          </p:grpSpPr>
          <p:sp>
            <p:nvSpPr>
              <p:cNvPr id="1899" name="Google Shape;1899;p48"/>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8"/>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1" name="Google Shape;1901;p48"/>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8"/>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8"/>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8"/>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8"/>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8"/>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8"/>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8"/>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8"/>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910" name="Google Shape;1910;p48"/>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8"/>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8"/>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8"/>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8"/>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8"/>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8"/>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8"/>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8"/>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8"/>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920" name="Google Shape;1920;p48"/>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8"/>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8"/>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8"/>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8"/>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8"/>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926" name="Google Shape;1926;p48"/>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8"/>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8"/>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8"/>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8"/>
            <p:cNvSpPr/>
            <p:nvPr/>
          </p:nvSpPr>
          <p:spPr>
            <a:xfrm>
              <a:off x="4036853" y="2853608"/>
              <a:ext cx="1250" cy="1205"/>
            </a:xfrm>
            <a:custGeom>
              <a:avLst/>
              <a:gdLst/>
              <a:ahLst/>
              <a:cxnLst/>
              <a:rect l="l" t="t" r="r" b="b"/>
              <a:pathLst>
                <a:path w="105" h="106" fill="none" extrusionOk="0">
                  <a:moveTo>
                    <a:pt x="105" y="105"/>
                  </a:moveTo>
                  <a:lnTo>
                    <a:pt x="0" y="1"/>
                  </a:lnTo>
                </a:path>
              </a:pathLst>
            </a:custGeom>
            <a:solidFill>
              <a:srgbClr val="5F7D95"/>
            </a:solidFill>
            <a:ln w="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8"/>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8"/>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8"/>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6" name="Google Shape;1936;p48"/>
          <p:cNvGrpSpPr/>
          <p:nvPr/>
        </p:nvGrpSpPr>
        <p:grpSpPr>
          <a:xfrm>
            <a:off x="3508906" y="1213377"/>
            <a:ext cx="2078182" cy="1366558"/>
            <a:chOff x="235800" y="830650"/>
            <a:chExt cx="6978450" cy="4588844"/>
          </a:xfrm>
        </p:grpSpPr>
        <p:sp>
          <p:nvSpPr>
            <p:cNvPr id="1937" name="Google Shape;1937;p48"/>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8"/>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8"/>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8"/>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8"/>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8"/>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3" name="Google Shape;1943;p48"/>
          <p:cNvGrpSpPr/>
          <p:nvPr/>
        </p:nvGrpSpPr>
        <p:grpSpPr>
          <a:xfrm>
            <a:off x="742628" y="3064442"/>
            <a:ext cx="2622876" cy="1333540"/>
            <a:chOff x="238125" y="1038125"/>
            <a:chExt cx="7146800" cy="3633625"/>
          </a:xfrm>
        </p:grpSpPr>
        <p:sp>
          <p:nvSpPr>
            <p:cNvPr id="1944" name="Google Shape;1944;p48"/>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8"/>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8"/>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8"/>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8"/>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8"/>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8"/>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8"/>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8"/>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8"/>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8"/>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8"/>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8"/>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8"/>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8"/>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8"/>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8"/>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8"/>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8"/>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8"/>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8"/>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8"/>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8"/>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8"/>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8"/>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8"/>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8"/>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8"/>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8"/>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8"/>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8"/>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8"/>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8"/>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8"/>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8"/>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8"/>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8"/>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8"/>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8"/>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8"/>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8"/>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8"/>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8"/>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8"/>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8"/>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8"/>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8"/>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8"/>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8"/>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8"/>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8"/>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8"/>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8"/>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8"/>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8"/>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8"/>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8"/>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8"/>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8"/>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8"/>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8"/>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8"/>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8"/>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8"/>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8"/>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8"/>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8"/>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8"/>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8"/>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8"/>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8"/>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8"/>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8"/>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8"/>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8"/>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8"/>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8"/>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8"/>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8"/>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8"/>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8"/>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8"/>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8"/>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8"/>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8"/>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8"/>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8"/>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8"/>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8"/>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8"/>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8"/>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8"/>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8"/>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8"/>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8"/>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8"/>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8"/>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8"/>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8"/>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8"/>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8"/>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8"/>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8"/>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8"/>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8"/>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8"/>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8"/>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8"/>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8"/>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8"/>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8"/>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8"/>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8"/>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8"/>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8"/>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8"/>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8"/>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8"/>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8"/>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8"/>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48"/>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8"/>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48"/>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48"/>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48"/>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48"/>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48"/>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48"/>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48"/>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8"/>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8"/>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8"/>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8"/>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8"/>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8"/>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8"/>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8"/>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48"/>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48"/>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48"/>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48"/>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48"/>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48"/>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48"/>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48"/>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48"/>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48"/>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48"/>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48"/>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48"/>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48"/>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48"/>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48"/>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48"/>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48"/>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8"/>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48"/>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48"/>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8"/>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8"/>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8"/>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8"/>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8"/>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8"/>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48"/>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48"/>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8"/>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48"/>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8"/>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8"/>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48"/>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48"/>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48"/>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48"/>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48"/>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48"/>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48"/>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48"/>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48"/>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48"/>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48"/>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48"/>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48"/>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48"/>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48"/>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48"/>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8"/>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8"/>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8"/>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8"/>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8"/>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8"/>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8"/>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8"/>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8"/>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8"/>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8"/>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8"/>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8"/>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8"/>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8"/>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8"/>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8"/>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48"/>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48"/>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48"/>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48"/>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48"/>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48"/>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48"/>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48"/>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8"/>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8"/>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8"/>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8"/>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8"/>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8"/>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8"/>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8"/>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8"/>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8"/>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8"/>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8"/>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8"/>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8"/>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8"/>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8"/>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8"/>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8"/>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8"/>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8"/>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8"/>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8"/>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8"/>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8"/>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8"/>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8"/>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8"/>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8"/>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8"/>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8"/>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8"/>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8"/>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8"/>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8"/>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8"/>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48"/>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48"/>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48"/>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48"/>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48"/>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8"/>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8"/>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8"/>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8"/>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8"/>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8"/>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8"/>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8"/>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8"/>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8"/>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8"/>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8"/>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8"/>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8"/>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8"/>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8"/>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8"/>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8"/>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8"/>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8"/>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8"/>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8"/>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8"/>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8"/>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8"/>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8"/>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8"/>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8"/>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8"/>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8"/>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8"/>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8"/>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8"/>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8"/>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8"/>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8"/>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8"/>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8"/>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8"/>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8"/>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8"/>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8"/>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8"/>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8"/>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8"/>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8"/>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8"/>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8"/>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8"/>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8"/>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8"/>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8"/>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8"/>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8"/>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8"/>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8"/>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8"/>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8"/>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8"/>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8"/>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8"/>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8"/>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8"/>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8"/>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8"/>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8"/>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8"/>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8"/>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8"/>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8"/>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8"/>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8"/>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8"/>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8"/>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8"/>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8"/>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8"/>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8"/>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8"/>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8"/>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8"/>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8"/>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8"/>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8"/>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8"/>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8"/>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8"/>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8"/>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8"/>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8"/>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8"/>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8"/>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8"/>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8"/>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8"/>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8"/>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8"/>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8"/>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8"/>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8"/>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8"/>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8"/>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8"/>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8"/>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8"/>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8"/>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8"/>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8"/>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8"/>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8"/>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8"/>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8"/>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8"/>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8"/>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8"/>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8"/>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8"/>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8"/>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8"/>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8"/>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8"/>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8"/>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8"/>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8"/>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8"/>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8"/>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8"/>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8"/>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8"/>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8"/>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8"/>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8"/>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8"/>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8"/>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8"/>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8"/>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8"/>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8"/>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8"/>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8"/>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8"/>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8"/>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8"/>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8"/>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8"/>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8"/>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8"/>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8"/>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8"/>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8"/>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8"/>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8"/>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8"/>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8"/>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8"/>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8"/>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8"/>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8"/>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8"/>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8"/>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8"/>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8"/>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8"/>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8"/>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8"/>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8"/>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8"/>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8"/>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8"/>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8"/>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8"/>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8"/>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8"/>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8"/>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8"/>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8"/>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8"/>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8"/>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8"/>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8"/>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8"/>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8"/>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8"/>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8"/>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8"/>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8"/>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8"/>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8"/>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8"/>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8"/>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48"/>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48"/>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48"/>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8"/>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8"/>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8"/>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8"/>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8"/>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8"/>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8"/>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8"/>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8"/>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8"/>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8"/>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8"/>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8"/>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8"/>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8"/>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8"/>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8"/>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8"/>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8"/>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8"/>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8"/>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8"/>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8"/>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8"/>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8"/>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8"/>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8"/>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8"/>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8"/>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8"/>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8"/>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8"/>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8"/>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8"/>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8"/>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8"/>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8"/>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8"/>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8"/>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8"/>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8"/>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8"/>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8"/>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8"/>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8"/>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8"/>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8"/>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8"/>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8"/>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8"/>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8"/>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8"/>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8"/>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8"/>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8"/>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8"/>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8"/>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8"/>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8"/>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8"/>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8"/>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8"/>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8"/>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8"/>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8"/>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8"/>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8"/>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8"/>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8"/>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8"/>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8"/>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8"/>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8"/>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8"/>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8"/>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8"/>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8"/>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8"/>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8"/>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8"/>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8"/>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8"/>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8"/>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8"/>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8"/>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8"/>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8"/>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8"/>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8"/>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8"/>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8"/>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8"/>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8"/>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8"/>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8"/>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8"/>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8"/>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8"/>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8"/>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8"/>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8"/>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8"/>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8"/>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8"/>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8"/>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8"/>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8"/>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8"/>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8"/>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8"/>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8"/>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8"/>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8"/>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8"/>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8"/>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8"/>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8"/>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8"/>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8"/>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8"/>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8"/>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8"/>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8"/>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8"/>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8"/>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8"/>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8"/>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8"/>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8"/>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8"/>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8"/>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8"/>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8"/>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8"/>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8"/>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8"/>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8"/>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8"/>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8"/>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8"/>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8"/>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8"/>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8"/>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8"/>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8"/>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8"/>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8"/>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8"/>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8"/>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8"/>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8"/>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8"/>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8"/>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8"/>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8"/>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8"/>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8"/>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8"/>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8"/>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8"/>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8"/>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8"/>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8"/>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8"/>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8"/>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48"/>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48"/>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8"/>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8"/>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8"/>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8"/>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8"/>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8"/>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8"/>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8"/>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8"/>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8"/>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8"/>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8"/>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8"/>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8"/>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8"/>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8"/>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8"/>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8"/>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8"/>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8"/>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8"/>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8"/>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8"/>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8"/>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8"/>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8"/>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8"/>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8"/>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8"/>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8"/>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8"/>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8"/>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8"/>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8"/>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8"/>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8"/>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8"/>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8"/>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8"/>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8"/>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8"/>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8"/>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8"/>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8"/>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8"/>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8"/>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8"/>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8"/>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8"/>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8"/>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8"/>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8"/>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8"/>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8"/>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8"/>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8"/>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8"/>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8"/>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8"/>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8"/>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8"/>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8"/>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8"/>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8"/>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8"/>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8"/>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8"/>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8"/>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8"/>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8"/>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8"/>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48"/>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48"/>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8"/>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8"/>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8"/>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8"/>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8"/>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8"/>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8"/>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8"/>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8"/>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8"/>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8"/>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8"/>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8"/>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8"/>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8"/>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8"/>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8"/>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8"/>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8"/>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8"/>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8"/>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8"/>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8"/>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8"/>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8"/>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8"/>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8"/>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8"/>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8"/>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8"/>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8"/>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8"/>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8"/>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8"/>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8"/>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8"/>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8"/>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8"/>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8"/>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8"/>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8"/>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8"/>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8"/>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8"/>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8"/>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8"/>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8"/>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8"/>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8"/>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8"/>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8"/>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8"/>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8"/>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8"/>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8"/>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8"/>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8"/>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8"/>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8"/>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8"/>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8"/>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8"/>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8"/>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8"/>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8"/>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8"/>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8"/>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8"/>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8"/>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8"/>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8"/>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8"/>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8"/>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8"/>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8"/>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8"/>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8"/>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8"/>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8"/>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8"/>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8"/>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48"/>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48"/>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8"/>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48"/>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48"/>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8"/>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8"/>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8"/>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8"/>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8"/>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8"/>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8"/>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8"/>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8"/>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8"/>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8"/>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8"/>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8"/>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8"/>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8"/>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8"/>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8"/>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8"/>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8"/>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8"/>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8"/>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8"/>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8"/>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8"/>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8"/>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8"/>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8"/>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8"/>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8"/>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8"/>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8"/>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8"/>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8"/>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8"/>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8"/>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8"/>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8"/>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8"/>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8"/>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8"/>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8"/>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8"/>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8"/>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8"/>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8"/>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8"/>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8"/>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8"/>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8"/>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8"/>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8"/>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8"/>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8"/>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8"/>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8"/>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8"/>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8"/>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8"/>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8"/>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8"/>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8"/>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8"/>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8"/>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8"/>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8"/>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8"/>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8"/>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8"/>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8"/>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8"/>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8"/>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8"/>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8"/>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8"/>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8"/>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8"/>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8"/>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8"/>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8"/>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8"/>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8"/>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8"/>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8"/>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8"/>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8"/>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8"/>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8"/>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8"/>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8"/>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8"/>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8"/>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8"/>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8"/>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8"/>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8"/>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8"/>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8"/>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8"/>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8"/>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8"/>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8"/>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8"/>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8"/>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8"/>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8"/>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8"/>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8"/>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8"/>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8"/>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8"/>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8"/>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8"/>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8"/>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8"/>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8"/>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8"/>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8"/>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8"/>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8"/>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8"/>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8"/>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8"/>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8"/>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8"/>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8"/>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8"/>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8"/>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8"/>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8"/>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8"/>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8"/>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8"/>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8"/>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8"/>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8"/>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8"/>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8"/>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8"/>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8"/>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8"/>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8"/>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8"/>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8"/>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8"/>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8"/>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8"/>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8"/>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8"/>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8"/>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8"/>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8"/>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8"/>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8"/>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8"/>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8"/>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48"/>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48"/>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48"/>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48"/>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48"/>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48"/>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48"/>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48"/>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8"/>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8"/>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48"/>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48"/>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8"/>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8"/>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8"/>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8"/>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8"/>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8"/>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48"/>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48"/>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8"/>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8"/>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8"/>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8"/>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8"/>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8"/>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8"/>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8"/>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8"/>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8"/>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48"/>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48"/>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48"/>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48"/>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8"/>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8"/>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8"/>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8"/>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8"/>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8"/>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8"/>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8"/>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8"/>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8"/>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8"/>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8"/>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8"/>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8"/>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8"/>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8"/>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8"/>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8"/>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8"/>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8"/>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8"/>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8"/>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48"/>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8"/>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8"/>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8"/>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8"/>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48"/>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48"/>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48"/>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48"/>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48"/>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48"/>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48"/>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48"/>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48"/>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48"/>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48"/>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48"/>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48"/>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48"/>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48"/>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48"/>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48"/>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48"/>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48"/>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48"/>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48"/>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48"/>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48"/>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48"/>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48"/>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48"/>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48"/>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48"/>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48"/>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48"/>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48"/>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48"/>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48"/>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48"/>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48"/>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48"/>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48"/>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48"/>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48"/>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48"/>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48"/>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48"/>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48"/>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48"/>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48"/>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48"/>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48"/>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48"/>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48"/>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48"/>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48"/>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48"/>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48"/>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48"/>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48"/>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48"/>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48"/>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48"/>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48"/>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48"/>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48"/>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48"/>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48"/>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48"/>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48"/>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48"/>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48"/>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48"/>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48"/>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48"/>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48"/>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48"/>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48"/>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48"/>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48"/>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48"/>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48"/>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48"/>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48"/>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48"/>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48"/>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48"/>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48"/>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48"/>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48"/>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48"/>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48"/>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48"/>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48"/>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48"/>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48"/>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48"/>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48"/>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48"/>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48"/>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48"/>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48"/>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48"/>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48"/>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48"/>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48"/>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48"/>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48"/>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48"/>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48"/>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48"/>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48"/>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48"/>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48"/>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48"/>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48"/>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48"/>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48"/>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48"/>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48"/>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48"/>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48"/>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48"/>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48"/>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48"/>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48"/>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48"/>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48"/>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48"/>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48"/>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8"/>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48"/>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48"/>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8"/>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48"/>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48"/>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48"/>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48"/>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48"/>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48"/>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48"/>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48"/>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8"/>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8"/>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48"/>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48"/>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48"/>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48"/>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48"/>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48"/>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48"/>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48"/>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48"/>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48"/>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48"/>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48"/>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48"/>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48"/>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48"/>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48"/>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48"/>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48"/>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8"/>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8"/>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8"/>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48"/>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48"/>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48"/>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8"/>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48"/>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48"/>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8"/>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8"/>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8"/>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48"/>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48"/>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48"/>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48"/>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48"/>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48"/>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48"/>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48"/>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48"/>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48"/>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48"/>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48"/>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48"/>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48"/>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48"/>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48"/>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48"/>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48"/>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48"/>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48"/>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48"/>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48"/>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48"/>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48"/>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48"/>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48"/>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48"/>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48"/>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48"/>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48"/>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48"/>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48"/>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48"/>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48"/>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48"/>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48"/>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48"/>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48"/>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48"/>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48"/>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48"/>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48"/>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48"/>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48"/>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48"/>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48"/>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48"/>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48"/>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48"/>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48"/>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48"/>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48"/>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48"/>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48"/>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48"/>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48"/>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48"/>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48"/>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48"/>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48"/>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48"/>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48"/>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48"/>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48"/>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48"/>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48"/>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48"/>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48"/>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48"/>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48"/>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48"/>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48"/>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48"/>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48"/>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48"/>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48"/>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48"/>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48"/>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48"/>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48"/>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48"/>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48"/>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48"/>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48"/>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48"/>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48"/>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48"/>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48"/>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48"/>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48"/>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48"/>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48"/>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48"/>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48"/>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48"/>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48"/>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48"/>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48"/>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48"/>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48"/>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48"/>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48"/>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48"/>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48"/>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48"/>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48"/>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48"/>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48"/>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48"/>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48"/>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48"/>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48"/>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48"/>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48"/>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48"/>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48"/>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48"/>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48"/>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48"/>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48"/>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48"/>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48"/>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48"/>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48"/>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48"/>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48"/>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48"/>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48"/>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48"/>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48"/>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48"/>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48"/>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48"/>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48"/>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48"/>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48"/>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48"/>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48"/>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48"/>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48"/>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48"/>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48"/>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48"/>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48"/>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48"/>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48"/>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48"/>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48"/>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48"/>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48"/>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48"/>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48"/>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48"/>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48"/>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48"/>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48"/>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48"/>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48"/>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48"/>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48"/>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48"/>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48"/>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48"/>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48"/>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48"/>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48"/>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48"/>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48"/>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48"/>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48"/>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48"/>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48"/>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48"/>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48"/>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48"/>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48"/>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48"/>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48"/>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48"/>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48"/>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48"/>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48"/>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48"/>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48"/>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48"/>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48"/>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48"/>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48"/>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48"/>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48"/>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48"/>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48"/>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48"/>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48"/>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48"/>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48"/>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48"/>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48"/>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48"/>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48"/>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48"/>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48"/>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48"/>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48"/>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48"/>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48"/>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48"/>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48"/>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48"/>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48"/>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48"/>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48"/>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48"/>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48"/>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48"/>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48"/>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48"/>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48"/>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48"/>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48"/>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48"/>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48"/>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48"/>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48"/>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48"/>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48"/>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48"/>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48"/>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48"/>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48"/>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48"/>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48"/>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48"/>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48"/>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48"/>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48"/>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48"/>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48"/>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48"/>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48"/>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48"/>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48"/>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48"/>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48"/>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48"/>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48"/>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48"/>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48"/>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48"/>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48"/>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48"/>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48"/>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48"/>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48"/>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48"/>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48"/>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48"/>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48"/>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48"/>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48"/>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48"/>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48"/>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48"/>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48"/>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48"/>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48"/>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48"/>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48"/>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48"/>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48"/>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48"/>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48"/>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48"/>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48"/>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48"/>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48"/>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48"/>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48"/>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48"/>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48"/>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48"/>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48"/>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48"/>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48"/>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48"/>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48"/>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48"/>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48"/>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48"/>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48"/>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48"/>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48"/>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48"/>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48"/>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48"/>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48"/>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48"/>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48"/>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48"/>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48"/>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48"/>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48"/>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48"/>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48"/>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48"/>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48"/>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48"/>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48"/>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48"/>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48"/>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48"/>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48"/>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48"/>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48"/>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48"/>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48"/>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48"/>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48"/>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48"/>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48"/>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48"/>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48"/>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48"/>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48"/>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48"/>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48"/>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48"/>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48"/>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48"/>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48"/>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48"/>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48"/>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48"/>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48"/>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48"/>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48"/>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48"/>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48"/>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48"/>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48"/>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48"/>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48"/>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48"/>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48"/>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48"/>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48"/>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48"/>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48"/>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48"/>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48"/>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48"/>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48"/>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48"/>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48"/>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48"/>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48"/>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48"/>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48"/>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48"/>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48"/>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48"/>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48"/>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48"/>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48"/>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48"/>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48"/>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48"/>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48"/>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48"/>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48"/>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48"/>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48"/>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48"/>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48"/>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48"/>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48"/>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48"/>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48"/>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48"/>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48"/>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48"/>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48"/>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48"/>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48"/>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48"/>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48"/>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48"/>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48"/>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48"/>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48"/>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48"/>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48"/>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48"/>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48"/>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48"/>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48"/>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48"/>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48"/>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48"/>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48"/>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48"/>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48"/>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48"/>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48"/>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48"/>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48"/>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48"/>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48"/>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48"/>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6" name="Google Shape;3516;p48"/>
          <p:cNvGrpSpPr/>
          <p:nvPr/>
        </p:nvGrpSpPr>
        <p:grpSpPr>
          <a:xfrm>
            <a:off x="5857556" y="1206552"/>
            <a:ext cx="2590840" cy="1380235"/>
            <a:chOff x="233350" y="949250"/>
            <a:chExt cx="7137300" cy="3802300"/>
          </a:xfrm>
        </p:grpSpPr>
        <p:sp>
          <p:nvSpPr>
            <p:cNvPr id="3517" name="Google Shape;3517;p4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4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4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4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4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4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4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4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4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4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4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4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4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4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4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4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4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4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4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4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4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4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4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4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4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4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4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4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4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4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4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4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4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4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4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4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4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4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4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4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4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4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4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4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4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4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4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4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4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4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4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8" name="Google Shape;3568;p48"/>
          <p:cNvGrpSpPr/>
          <p:nvPr/>
        </p:nvGrpSpPr>
        <p:grpSpPr>
          <a:xfrm>
            <a:off x="7671985" y="3251325"/>
            <a:ext cx="104231" cy="320340"/>
            <a:chOff x="7564426" y="3224343"/>
            <a:chExt cx="119985" cy="368801"/>
          </a:xfrm>
        </p:grpSpPr>
        <p:sp>
          <p:nvSpPr>
            <p:cNvPr id="3569" name="Google Shape;3569;p48"/>
            <p:cNvSpPr/>
            <p:nvPr/>
          </p:nvSpPr>
          <p:spPr>
            <a:xfrm>
              <a:off x="7564426" y="3224379"/>
              <a:ext cx="119985" cy="368765"/>
            </a:xfrm>
            <a:custGeom>
              <a:avLst/>
              <a:gdLst/>
              <a:ahLst/>
              <a:cxnLst/>
              <a:rect l="l" t="t" r="r" b="b"/>
              <a:pathLst>
                <a:path w="13196" h="40557" extrusionOk="0">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48"/>
            <p:cNvSpPr/>
            <p:nvPr/>
          </p:nvSpPr>
          <p:spPr>
            <a:xfrm>
              <a:off x="7564426" y="3224343"/>
              <a:ext cx="119985" cy="368801"/>
            </a:xfrm>
            <a:custGeom>
              <a:avLst/>
              <a:gdLst/>
              <a:ahLst/>
              <a:cxnLst/>
              <a:rect l="l" t="t" r="r" b="b"/>
              <a:pathLst>
                <a:path w="13196" h="40561" extrusionOk="0">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1" name="Google Shape;3571;p48"/>
          <p:cNvGrpSpPr/>
          <p:nvPr/>
        </p:nvGrpSpPr>
        <p:grpSpPr>
          <a:xfrm>
            <a:off x="7371473" y="3245427"/>
            <a:ext cx="189489" cy="332132"/>
            <a:chOff x="8370831" y="3202002"/>
            <a:chExt cx="218129" cy="382376"/>
          </a:xfrm>
        </p:grpSpPr>
        <p:sp>
          <p:nvSpPr>
            <p:cNvPr id="3572" name="Google Shape;3572;p48"/>
            <p:cNvSpPr/>
            <p:nvPr/>
          </p:nvSpPr>
          <p:spPr>
            <a:xfrm>
              <a:off x="8370831" y="3202002"/>
              <a:ext cx="218129" cy="382376"/>
            </a:xfrm>
            <a:custGeom>
              <a:avLst/>
              <a:gdLst/>
              <a:ahLst/>
              <a:cxnLst/>
              <a:rect l="l" t="t" r="r" b="b"/>
              <a:pathLst>
                <a:path w="23990" h="42054" extrusionOk="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48"/>
            <p:cNvSpPr/>
            <p:nvPr/>
          </p:nvSpPr>
          <p:spPr>
            <a:xfrm>
              <a:off x="8397745" y="3226607"/>
              <a:ext cx="164347" cy="152181"/>
            </a:xfrm>
            <a:custGeom>
              <a:avLst/>
              <a:gdLst/>
              <a:ahLst/>
              <a:cxnLst/>
              <a:rect l="l" t="t" r="r" b="b"/>
              <a:pathLst>
                <a:path w="18075" h="16737" extrusionOk="0">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4" name="Google Shape;3574;p48"/>
          <p:cNvGrpSpPr/>
          <p:nvPr/>
        </p:nvGrpSpPr>
        <p:grpSpPr>
          <a:xfrm>
            <a:off x="8094863" y="3656559"/>
            <a:ext cx="309429" cy="267000"/>
            <a:chOff x="6742064" y="3750480"/>
            <a:chExt cx="399315" cy="344560"/>
          </a:xfrm>
        </p:grpSpPr>
        <p:sp>
          <p:nvSpPr>
            <p:cNvPr id="3575" name="Google Shape;3575;p48"/>
            <p:cNvSpPr/>
            <p:nvPr/>
          </p:nvSpPr>
          <p:spPr>
            <a:xfrm>
              <a:off x="6742064" y="3750480"/>
              <a:ext cx="399315" cy="344560"/>
            </a:xfrm>
            <a:custGeom>
              <a:avLst/>
              <a:gdLst/>
              <a:ahLst/>
              <a:cxnLst/>
              <a:rect l="l" t="t" r="r" b="b"/>
              <a:pathLst>
                <a:path w="43917" h="37895" extrusionOk="0">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48"/>
            <p:cNvSpPr/>
            <p:nvPr/>
          </p:nvSpPr>
          <p:spPr>
            <a:xfrm>
              <a:off x="6764168" y="3772584"/>
              <a:ext cx="355108" cy="176549"/>
            </a:xfrm>
            <a:custGeom>
              <a:avLst/>
              <a:gdLst/>
              <a:ahLst/>
              <a:cxnLst/>
              <a:rect l="l" t="t" r="r" b="b"/>
              <a:pathLst>
                <a:path w="39055" h="19417" extrusionOk="0">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7" name="Google Shape;3577;p48"/>
          <p:cNvGrpSpPr/>
          <p:nvPr/>
        </p:nvGrpSpPr>
        <p:grpSpPr>
          <a:xfrm>
            <a:off x="7633882" y="4007606"/>
            <a:ext cx="180437" cy="281608"/>
            <a:chOff x="7248525" y="3739696"/>
            <a:chExt cx="230531" cy="359790"/>
          </a:xfrm>
        </p:grpSpPr>
        <p:sp>
          <p:nvSpPr>
            <p:cNvPr id="3578" name="Google Shape;3578;p48"/>
            <p:cNvSpPr/>
            <p:nvPr/>
          </p:nvSpPr>
          <p:spPr>
            <a:xfrm>
              <a:off x="7248525" y="3739696"/>
              <a:ext cx="230531" cy="359790"/>
            </a:xfrm>
            <a:custGeom>
              <a:avLst/>
              <a:gdLst/>
              <a:ahLst/>
              <a:cxnLst/>
              <a:rect l="l" t="t" r="r" b="b"/>
              <a:pathLst>
                <a:path w="25354" h="39570" extrusionOk="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48"/>
            <p:cNvSpPr/>
            <p:nvPr/>
          </p:nvSpPr>
          <p:spPr>
            <a:xfrm>
              <a:off x="7271639" y="3762810"/>
              <a:ext cx="184350" cy="184387"/>
            </a:xfrm>
            <a:custGeom>
              <a:avLst/>
              <a:gdLst/>
              <a:ahLst/>
              <a:cxnLst/>
              <a:rect l="l" t="t" r="r" b="b"/>
              <a:pathLst>
                <a:path w="20275" h="20279" extrusionOk="0">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0" name="Google Shape;3580;p48"/>
          <p:cNvGrpSpPr/>
          <p:nvPr/>
        </p:nvGrpSpPr>
        <p:grpSpPr>
          <a:xfrm>
            <a:off x="7879801" y="3650830"/>
            <a:ext cx="162896" cy="278710"/>
            <a:chOff x="7601242" y="3729267"/>
            <a:chExt cx="222566" cy="380803"/>
          </a:xfrm>
        </p:grpSpPr>
        <p:sp>
          <p:nvSpPr>
            <p:cNvPr id="3581" name="Google Shape;3581;p48"/>
            <p:cNvSpPr/>
            <p:nvPr/>
          </p:nvSpPr>
          <p:spPr>
            <a:xfrm>
              <a:off x="7601242" y="3729267"/>
              <a:ext cx="222566" cy="380803"/>
            </a:xfrm>
            <a:custGeom>
              <a:avLst/>
              <a:gdLst/>
              <a:ahLst/>
              <a:cxnLst/>
              <a:rect l="l" t="t" r="r" b="b"/>
              <a:pathLst>
                <a:path w="24478" h="41881" extrusionOk="0">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48"/>
            <p:cNvSpPr/>
            <p:nvPr/>
          </p:nvSpPr>
          <p:spPr>
            <a:xfrm>
              <a:off x="7621200" y="3748625"/>
              <a:ext cx="182696" cy="177276"/>
            </a:xfrm>
            <a:custGeom>
              <a:avLst/>
              <a:gdLst/>
              <a:ahLst/>
              <a:cxnLst/>
              <a:rect l="l" t="t" r="r" b="b"/>
              <a:pathLst>
                <a:path w="20093" h="19497" extrusionOk="0">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83" name="Google Shape;3583;p48"/>
          <p:cNvSpPr/>
          <p:nvPr/>
        </p:nvSpPr>
        <p:spPr>
          <a:xfrm>
            <a:off x="7845827" y="3263187"/>
            <a:ext cx="230844" cy="296575"/>
          </a:xfrm>
          <a:custGeom>
            <a:avLst/>
            <a:gdLst/>
            <a:ahLst/>
            <a:cxnLst/>
            <a:rect l="l" t="t" r="r" b="b"/>
            <a:pathLst>
              <a:path w="29230" h="37553" extrusionOk="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4" name="Google Shape;3584;p48"/>
          <p:cNvGrpSpPr/>
          <p:nvPr/>
        </p:nvGrpSpPr>
        <p:grpSpPr>
          <a:xfrm>
            <a:off x="7369446" y="3651971"/>
            <a:ext cx="193543" cy="275990"/>
            <a:chOff x="8304647" y="3738687"/>
            <a:chExt cx="225076" cy="320956"/>
          </a:xfrm>
        </p:grpSpPr>
        <p:sp>
          <p:nvSpPr>
            <p:cNvPr id="3585" name="Google Shape;3585;p48"/>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48"/>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48"/>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8" name="Google Shape;3588;p48"/>
          <p:cNvGrpSpPr/>
          <p:nvPr/>
        </p:nvGrpSpPr>
        <p:grpSpPr>
          <a:xfrm>
            <a:off x="7641939" y="3651971"/>
            <a:ext cx="178492" cy="275990"/>
            <a:chOff x="8615101" y="3738687"/>
            <a:chExt cx="207573" cy="320956"/>
          </a:xfrm>
        </p:grpSpPr>
        <p:sp>
          <p:nvSpPr>
            <p:cNvPr id="3589" name="Google Shape;3589;p48"/>
            <p:cNvSpPr/>
            <p:nvPr/>
          </p:nvSpPr>
          <p:spPr>
            <a:xfrm>
              <a:off x="8646134"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48"/>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48"/>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2" name="Google Shape;3592;p48"/>
          <p:cNvSpPr/>
          <p:nvPr/>
        </p:nvSpPr>
        <p:spPr>
          <a:xfrm>
            <a:off x="8138379" y="3241854"/>
            <a:ext cx="222397" cy="28869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3" name="Google Shape;3593;p48"/>
          <p:cNvGrpSpPr/>
          <p:nvPr/>
        </p:nvGrpSpPr>
        <p:grpSpPr>
          <a:xfrm>
            <a:off x="6036644" y="3773459"/>
            <a:ext cx="557670" cy="511283"/>
            <a:chOff x="6015419" y="3716859"/>
            <a:chExt cx="557671" cy="511283"/>
          </a:xfrm>
        </p:grpSpPr>
        <p:sp>
          <p:nvSpPr>
            <p:cNvPr id="3594" name="Google Shape;3594;p48"/>
            <p:cNvSpPr/>
            <p:nvPr/>
          </p:nvSpPr>
          <p:spPr>
            <a:xfrm>
              <a:off x="6015419" y="3716859"/>
              <a:ext cx="557671" cy="511283"/>
            </a:xfrm>
            <a:custGeom>
              <a:avLst/>
              <a:gdLst/>
              <a:ahLst/>
              <a:cxnLst/>
              <a:rect l="l" t="t" r="r" b="b"/>
              <a:pathLst>
                <a:path w="96650" h="88649" extrusionOk="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5" name="Google Shape;3595;p48"/>
            <p:cNvGrpSpPr/>
            <p:nvPr/>
          </p:nvGrpSpPr>
          <p:grpSpPr>
            <a:xfrm>
              <a:off x="6036094" y="3716980"/>
              <a:ext cx="529860" cy="510468"/>
              <a:chOff x="6036094" y="3716980"/>
              <a:chExt cx="529860" cy="510468"/>
            </a:xfrm>
          </p:grpSpPr>
          <p:sp>
            <p:nvSpPr>
              <p:cNvPr id="3596" name="Google Shape;3596;p48"/>
              <p:cNvSpPr/>
              <p:nvPr/>
            </p:nvSpPr>
            <p:spPr>
              <a:xfrm>
                <a:off x="6220140" y="3716980"/>
                <a:ext cx="80065" cy="64273"/>
              </a:xfrm>
              <a:custGeom>
                <a:avLst/>
                <a:gdLst/>
                <a:ahLst/>
                <a:cxnLst/>
                <a:rect l="l" t="t" r="r" b="b"/>
                <a:pathLst>
                  <a:path w="13876" h="11144" extrusionOk="0">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48"/>
              <p:cNvSpPr/>
              <p:nvPr/>
            </p:nvSpPr>
            <p:spPr>
              <a:xfrm>
                <a:off x="6368562" y="3771936"/>
                <a:ext cx="39115" cy="36745"/>
              </a:xfrm>
              <a:custGeom>
                <a:avLst/>
                <a:gdLst/>
                <a:ahLst/>
                <a:cxnLst/>
                <a:rect l="l" t="t" r="r" b="b"/>
                <a:pathLst>
                  <a:path w="6779" h="6371" extrusionOk="0">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48"/>
              <p:cNvSpPr/>
              <p:nvPr/>
            </p:nvSpPr>
            <p:spPr>
              <a:xfrm>
                <a:off x="6304793" y="3747169"/>
                <a:ext cx="25088" cy="13311"/>
              </a:xfrm>
              <a:custGeom>
                <a:avLst/>
                <a:gdLst/>
                <a:ahLst/>
                <a:cxnLst/>
                <a:rect l="l" t="t" r="r" b="b"/>
                <a:pathLst>
                  <a:path w="4348" h="2308" extrusionOk="0">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48"/>
              <p:cNvSpPr/>
              <p:nvPr/>
            </p:nvSpPr>
            <p:spPr>
              <a:xfrm>
                <a:off x="6365182" y="3787492"/>
                <a:ext cx="18025" cy="16582"/>
              </a:xfrm>
              <a:custGeom>
                <a:avLst/>
                <a:gdLst/>
                <a:ahLst/>
                <a:cxnLst/>
                <a:rect l="l" t="t" r="r" b="b"/>
                <a:pathLst>
                  <a:path w="3124" h="2875" extrusionOk="0">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48"/>
              <p:cNvSpPr/>
              <p:nvPr/>
            </p:nvSpPr>
            <p:spPr>
              <a:xfrm>
                <a:off x="6367131" y="3727108"/>
                <a:ext cx="198823" cy="438001"/>
              </a:xfrm>
              <a:custGeom>
                <a:avLst/>
                <a:gdLst/>
                <a:ahLst/>
                <a:cxnLst/>
                <a:rect l="l" t="t" r="r" b="b"/>
                <a:pathLst>
                  <a:path w="34458" h="75943" extrusionOk="0">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48"/>
              <p:cNvSpPr/>
              <p:nvPr/>
            </p:nvSpPr>
            <p:spPr>
              <a:xfrm>
                <a:off x="6036094" y="3734681"/>
                <a:ext cx="181628" cy="303024"/>
              </a:xfrm>
              <a:custGeom>
                <a:avLst/>
                <a:gdLst/>
                <a:ahLst/>
                <a:cxnLst/>
                <a:rect l="l" t="t" r="r" b="b"/>
                <a:pathLst>
                  <a:path w="31478" h="52540" extrusionOk="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48"/>
              <p:cNvSpPr/>
              <p:nvPr/>
            </p:nvSpPr>
            <p:spPr>
              <a:xfrm>
                <a:off x="6143575" y="4010833"/>
                <a:ext cx="186233" cy="216616"/>
              </a:xfrm>
              <a:custGeom>
                <a:avLst/>
                <a:gdLst/>
                <a:ahLst/>
                <a:cxnLst/>
                <a:rect l="l" t="t" r="r" b="b"/>
                <a:pathLst>
                  <a:path w="32276" h="37558" extrusionOk="0">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48"/>
              <p:cNvSpPr/>
              <p:nvPr/>
            </p:nvSpPr>
            <p:spPr>
              <a:xfrm>
                <a:off x="6110513" y="3969114"/>
                <a:ext cx="33997" cy="13957"/>
              </a:xfrm>
              <a:custGeom>
                <a:avLst/>
                <a:gdLst/>
                <a:ahLst/>
                <a:cxnLst/>
                <a:rect l="l" t="t" r="r" b="b"/>
                <a:pathLst>
                  <a:path w="5892" h="2420" extrusionOk="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48"/>
              <p:cNvSpPr/>
              <p:nvPr/>
            </p:nvSpPr>
            <p:spPr>
              <a:xfrm>
                <a:off x="6151865" y="3979381"/>
                <a:ext cx="35739" cy="11875"/>
              </a:xfrm>
              <a:custGeom>
                <a:avLst/>
                <a:gdLst/>
                <a:ahLst/>
                <a:cxnLst/>
                <a:rect l="l" t="t" r="r" b="b"/>
                <a:pathLst>
                  <a:path w="6194" h="2059" extrusionOk="0">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48"/>
              <p:cNvSpPr/>
              <p:nvPr/>
            </p:nvSpPr>
            <p:spPr>
              <a:xfrm>
                <a:off x="6203762" y="3831292"/>
                <a:ext cx="19768" cy="12285"/>
              </a:xfrm>
              <a:custGeom>
                <a:avLst/>
                <a:gdLst/>
                <a:ahLst/>
                <a:cxnLst/>
                <a:rect l="l" t="t" r="r" b="b"/>
                <a:pathLst>
                  <a:path w="3426" h="2130" extrusionOk="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06" name="Google Shape;3606;p48"/>
          <p:cNvGrpSpPr/>
          <p:nvPr/>
        </p:nvGrpSpPr>
        <p:grpSpPr>
          <a:xfrm>
            <a:off x="6665529" y="3130228"/>
            <a:ext cx="576302" cy="511871"/>
            <a:chOff x="6644304" y="3073628"/>
            <a:chExt cx="576302" cy="511871"/>
          </a:xfrm>
        </p:grpSpPr>
        <p:sp>
          <p:nvSpPr>
            <p:cNvPr id="3607" name="Google Shape;3607;p48"/>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8" name="Google Shape;3608;p48"/>
            <p:cNvGrpSpPr/>
            <p:nvPr/>
          </p:nvGrpSpPr>
          <p:grpSpPr>
            <a:xfrm>
              <a:off x="6712169" y="3085440"/>
              <a:ext cx="481622" cy="494913"/>
              <a:chOff x="6712169" y="3085440"/>
              <a:chExt cx="481622" cy="494913"/>
            </a:xfrm>
          </p:grpSpPr>
          <p:sp>
            <p:nvSpPr>
              <p:cNvPr id="3609" name="Google Shape;3609;p48"/>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48"/>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48"/>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48"/>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48"/>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14" name="Google Shape;3614;p48"/>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48"/>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48"/>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17" name="Google Shape;3617;p48"/>
          <p:cNvSpPr/>
          <p:nvPr/>
        </p:nvSpPr>
        <p:spPr>
          <a:xfrm>
            <a:off x="7009563" y="3146856"/>
            <a:ext cx="24269" cy="11004"/>
          </a:xfrm>
          <a:custGeom>
            <a:avLst/>
            <a:gdLst/>
            <a:ahLst/>
            <a:cxnLst/>
            <a:rect l="l" t="t" r="r" b="b"/>
            <a:pathLst>
              <a:path w="4206" h="1908" extrusionOk="0">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8" name="Google Shape;3618;p48"/>
          <p:cNvGrpSpPr/>
          <p:nvPr/>
        </p:nvGrpSpPr>
        <p:grpSpPr>
          <a:xfrm>
            <a:off x="6673379" y="3773223"/>
            <a:ext cx="560631" cy="511352"/>
            <a:chOff x="6652154" y="3716623"/>
            <a:chExt cx="560631" cy="511352"/>
          </a:xfrm>
        </p:grpSpPr>
        <p:sp>
          <p:nvSpPr>
            <p:cNvPr id="3619" name="Google Shape;3619;p48"/>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0" name="Google Shape;3620;p48"/>
            <p:cNvGrpSpPr/>
            <p:nvPr/>
          </p:nvGrpSpPr>
          <p:grpSpPr>
            <a:xfrm>
              <a:off x="6669657" y="3716715"/>
              <a:ext cx="466779" cy="464290"/>
              <a:chOff x="6669657" y="3716715"/>
              <a:chExt cx="466779" cy="464290"/>
            </a:xfrm>
          </p:grpSpPr>
          <p:sp>
            <p:nvSpPr>
              <p:cNvPr id="3621" name="Google Shape;3621;p48"/>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48"/>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48"/>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48"/>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48"/>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48"/>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48"/>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48"/>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48"/>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48"/>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48"/>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48"/>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48"/>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34" name="Google Shape;3634;p48"/>
          <p:cNvGrpSpPr/>
          <p:nvPr/>
        </p:nvGrpSpPr>
        <p:grpSpPr>
          <a:xfrm>
            <a:off x="7867470" y="4054631"/>
            <a:ext cx="187557" cy="187557"/>
            <a:chOff x="8565775" y="671075"/>
            <a:chExt cx="441000" cy="441000"/>
          </a:xfrm>
        </p:grpSpPr>
        <p:sp>
          <p:nvSpPr>
            <p:cNvPr id="3635" name="Google Shape;3635;p48"/>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48"/>
            <p:cNvSpPr/>
            <p:nvPr/>
          </p:nvSpPr>
          <p:spPr>
            <a:xfrm>
              <a:off x="8706625" y="811925"/>
              <a:ext cx="159300" cy="159300"/>
            </a:xfrm>
            <a:prstGeom prst="ellipse">
              <a:avLst/>
            </a:pr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7" name="Google Shape;3637;p48"/>
          <p:cNvSpPr/>
          <p:nvPr/>
        </p:nvSpPr>
        <p:spPr>
          <a:xfrm>
            <a:off x="8168685" y="4050552"/>
            <a:ext cx="193683" cy="195716"/>
          </a:xfrm>
          <a:custGeom>
            <a:avLst/>
            <a:gdLst/>
            <a:ahLst/>
            <a:cxnLst/>
            <a:rect l="l" t="t" r="r" b="b"/>
            <a:pathLst>
              <a:path w="194168" h="196207" extrusionOk="0">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48"/>
          <p:cNvSpPr/>
          <p:nvPr/>
        </p:nvSpPr>
        <p:spPr>
          <a:xfrm flipH="1">
            <a:off x="7376923" y="4017007"/>
            <a:ext cx="178589" cy="262805"/>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9" name="Google Shape;3639;p48"/>
          <p:cNvGrpSpPr/>
          <p:nvPr/>
        </p:nvGrpSpPr>
        <p:grpSpPr>
          <a:xfrm>
            <a:off x="6021325" y="3132850"/>
            <a:ext cx="587871" cy="512373"/>
            <a:chOff x="6000100" y="3076250"/>
            <a:chExt cx="587871" cy="512373"/>
          </a:xfrm>
        </p:grpSpPr>
        <p:sp>
          <p:nvSpPr>
            <p:cNvPr id="3640" name="Google Shape;3640;p48"/>
            <p:cNvSpPr/>
            <p:nvPr/>
          </p:nvSpPr>
          <p:spPr>
            <a:xfrm>
              <a:off x="6000100" y="3076250"/>
              <a:ext cx="587871" cy="512373"/>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1" name="Google Shape;3641;p48"/>
            <p:cNvGrpSpPr/>
            <p:nvPr/>
          </p:nvGrpSpPr>
          <p:grpSpPr>
            <a:xfrm>
              <a:off x="6031360" y="3076713"/>
              <a:ext cx="539107" cy="480965"/>
              <a:chOff x="6031360" y="3076713"/>
              <a:chExt cx="539107" cy="480965"/>
            </a:xfrm>
          </p:grpSpPr>
          <p:sp>
            <p:nvSpPr>
              <p:cNvPr id="3642" name="Google Shape;3642;p48"/>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48"/>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48"/>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48"/>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48"/>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48"/>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48"/>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49" name="Google Shape;3649;p48"/>
          <p:cNvGrpSpPr/>
          <p:nvPr/>
        </p:nvGrpSpPr>
        <p:grpSpPr>
          <a:xfrm>
            <a:off x="3597785" y="3065882"/>
            <a:ext cx="2241344" cy="1330656"/>
            <a:chOff x="3597785" y="3065882"/>
            <a:chExt cx="2241344" cy="1330656"/>
          </a:xfrm>
        </p:grpSpPr>
        <p:grpSp>
          <p:nvGrpSpPr>
            <p:cNvPr id="3650" name="Google Shape;3650;p48"/>
            <p:cNvGrpSpPr/>
            <p:nvPr/>
          </p:nvGrpSpPr>
          <p:grpSpPr>
            <a:xfrm>
              <a:off x="5296908" y="3937355"/>
              <a:ext cx="143198" cy="32380"/>
              <a:chOff x="5296908" y="3937355"/>
              <a:chExt cx="143198" cy="32380"/>
            </a:xfrm>
          </p:grpSpPr>
          <p:sp>
            <p:nvSpPr>
              <p:cNvPr id="3651" name="Google Shape;3651;p48"/>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2" name="Google Shape;3652;p48"/>
              <p:cNvGrpSpPr/>
              <p:nvPr/>
            </p:nvGrpSpPr>
            <p:grpSpPr>
              <a:xfrm>
                <a:off x="5402331" y="3937355"/>
                <a:ext cx="37776" cy="32380"/>
                <a:chOff x="5402331" y="3937355"/>
                <a:chExt cx="37776" cy="32380"/>
              </a:xfrm>
            </p:grpSpPr>
            <p:sp>
              <p:nvSpPr>
                <p:cNvPr id="3653" name="Google Shape;3653;p48"/>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48"/>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55" name="Google Shape;3655;p48"/>
              <p:cNvGrpSpPr/>
              <p:nvPr/>
            </p:nvGrpSpPr>
            <p:grpSpPr>
              <a:xfrm>
                <a:off x="5296908" y="3937355"/>
                <a:ext cx="37783" cy="32380"/>
                <a:chOff x="5296908" y="3937355"/>
                <a:chExt cx="37783" cy="32380"/>
              </a:xfrm>
            </p:grpSpPr>
            <p:sp>
              <p:nvSpPr>
                <p:cNvPr id="3656" name="Google Shape;3656;p48"/>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48"/>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58" name="Google Shape;3658;p48"/>
            <p:cNvGrpSpPr/>
            <p:nvPr/>
          </p:nvGrpSpPr>
          <p:grpSpPr>
            <a:xfrm>
              <a:off x="4724163" y="3119631"/>
              <a:ext cx="120838" cy="84218"/>
              <a:chOff x="4724163" y="3119631"/>
              <a:chExt cx="120838" cy="84218"/>
            </a:xfrm>
          </p:grpSpPr>
          <p:grpSp>
            <p:nvGrpSpPr>
              <p:cNvPr id="3659" name="Google Shape;3659;p48"/>
              <p:cNvGrpSpPr/>
              <p:nvPr/>
            </p:nvGrpSpPr>
            <p:grpSpPr>
              <a:xfrm>
                <a:off x="4746712" y="3132773"/>
                <a:ext cx="86869" cy="56424"/>
                <a:chOff x="4746712" y="3132773"/>
                <a:chExt cx="86869" cy="56424"/>
              </a:xfrm>
            </p:grpSpPr>
            <p:sp>
              <p:nvSpPr>
                <p:cNvPr id="3660" name="Google Shape;3660;p48"/>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48"/>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2" name="Google Shape;3662;p48"/>
              <p:cNvGrpSpPr/>
              <p:nvPr/>
            </p:nvGrpSpPr>
            <p:grpSpPr>
              <a:xfrm>
                <a:off x="4773634" y="3143336"/>
                <a:ext cx="37776" cy="32451"/>
                <a:chOff x="4773634" y="3143336"/>
                <a:chExt cx="37776" cy="32451"/>
              </a:xfrm>
            </p:grpSpPr>
            <p:sp>
              <p:nvSpPr>
                <p:cNvPr id="3663" name="Google Shape;3663;p48"/>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48"/>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5" name="Google Shape;3665;p48"/>
              <p:cNvGrpSpPr/>
              <p:nvPr/>
            </p:nvGrpSpPr>
            <p:grpSpPr>
              <a:xfrm>
                <a:off x="4724163" y="3131248"/>
                <a:ext cx="37776" cy="32459"/>
                <a:chOff x="4724163" y="3131248"/>
                <a:chExt cx="37776" cy="32459"/>
              </a:xfrm>
            </p:grpSpPr>
            <p:sp>
              <p:nvSpPr>
                <p:cNvPr id="3666" name="Google Shape;3666;p48"/>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48"/>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8" name="Google Shape;3668;p48"/>
              <p:cNvGrpSpPr/>
              <p:nvPr/>
            </p:nvGrpSpPr>
            <p:grpSpPr>
              <a:xfrm>
                <a:off x="4755081" y="3176054"/>
                <a:ext cx="32357" cy="27795"/>
                <a:chOff x="4755081" y="3176054"/>
                <a:chExt cx="32357" cy="27795"/>
              </a:xfrm>
            </p:grpSpPr>
            <p:sp>
              <p:nvSpPr>
                <p:cNvPr id="3669" name="Google Shape;3669;p48"/>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48"/>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1" name="Google Shape;3671;p48"/>
              <p:cNvGrpSpPr/>
              <p:nvPr/>
            </p:nvGrpSpPr>
            <p:grpSpPr>
              <a:xfrm>
                <a:off x="4812550" y="3119631"/>
                <a:ext cx="32451" cy="27803"/>
                <a:chOff x="4812550" y="3119631"/>
                <a:chExt cx="32451" cy="27803"/>
              </a:xfrm>
            </p:grpSpPr>
            <p:sp>
              <p:nvSpPr>
                <p:cNvPr id="3672" name="Google Shape;3672;p48"/>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48"/>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74" name="Google Shape;3674;p48"/>
            <p:cNvGrpSpPr/>
            <p:nvPr/>
          </p:nvGrpSpPr>
          <p:grpSpPr>
            <a:xfrm>
              <a:off x="5382826" y="4027197"/>
              <a:ext cx="268967" cy="250422"/>
              <a:chOff x="5382826" y="4027197"/>
              <a:chExt cx="268967" cy="250422"/>
            </a:xfrm>
          </p:grpSpPr>
          <p:grpSp>
            <p:nvGrpSpPr>
              <p:cNvPr id="3675" name="Google Shape;3675;p48"/>
              <p:cNvGrpSpPr/>
              <p:nvPr/>
            </p:nvGrpSpPr>
            <p:grpSpPr>
              <a:xfrm>
                <a:off x="5405280" y="4042510"/>
                <a:ext cx="237570" cy="218647"/>
                <a:chOff x="5405280" y="4042510"/>
                <a:chExt cx="237570" cy="218647"/>
              </a:xfrm>
            </p:grpSpPr>
            <p:sp>
              <p:nvSpPr>
                <p:cNvPr id="3676" name="Google Shape;3676;p48"/>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48"/>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48"/>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48"/>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48"/>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48"/>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2" name="Google Shape;3682;p48"/>
              <p:cNvGrpSpPr/>
              <p:nvPr/>
            </p:nvGrpSpPr>
            <p:grpSpPr>
              <a:xfrm>
                <a:off x="5382826" y="4125549"/>
                <a:ext cx="37776" cy="32380"/>
                <a:chOff x="5382826" y="4125549"/>
                <a:chExt cx="37776" cy="32380"/>
              </a:xfrm>
            </p:grpSpPr>
            <p:sp>
              <p:nvSpPr>
                <p:cNvPr id="3683" name="Google Shape;3683;p48"/>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48"/>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5" name="Google Shape;3685;p48"/>
              <p:cNvGrpSpPr/>
              <p:nvPr/>
            </p:nvGrpSpPr>
            <p:grpSpPr>
              <a:xfrm>
                <a:off x="5475680" y="4195587"/>
                <a:ext cx="37783" cy="32364"/>
                <a:chOff x="5475680" y="4195587"/>
                <a:chExt cx="37783" cy="32364"/>
              </a:xfrm>
            </p:grpSpPr>
            <p:sp>
              <p:nvSpPr>
                <p:cNvPr id="3686" name="Google Shape;3686;p48"/>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48"/>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8" name="Google Shape;3688;p48"/>
              <p:cNvGrpSpPr/>
              <p:nvPr/>
            </p:nvGrpSpPr>
            <p:grpSpPr>
              <a:xfrm>
                <a:off x="5532575" y="4027197"/>
                <a:ext cx="33308" cy="32262"/>
                <a:chOff x="5532575" y="4027197"/>
                <a:chExt cx="33308" cy="32262"/>
              </a:xfrm>
            </p:grpSpPr>
            <p:sp>
              <p:nvSpPr>
                <p:cNvPr id="3689" name="Google Shape;3689;p48"/>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48"/>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1" name="Google Shape;3691;p48"/>
              <p:cNvGrpSpPr/>
              <p:nvPr/>
            </p:nvGrpSpPr>
            <p:grpSpPr>
              <a:xfrm>
                <a:off x="5590706" y="4245348"/>
                <a:ext cx="33497" cy="32270"/>
                <a:chOff x="5590706" y="4245348"/>
                <a:chExt cx="33497" cy="32270"/>
              </a:xfrm>
            </p:grpSpPr>
            <p:sp>
              <p:nvSpPr>
                <p:cNvPr id="3692" name="Google Shape;3692;p48"/>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48"/>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4" name="Google Shape;3694;p48"/>
              <p:cNvGrpSpPr/>
              <p:nvPr/>
            </p:nvGrpSpPr>
            <p:grpSpPr>
              <a:xfrm>
                <a:off x="5618681" y="4109677"/>
                <a:ext cx="33112" cy="32357"/>
                <a:chOff x="5618681" y="4109677"/>
                <a:chExt cx="33112" cy="32357"/>
              </a:xfrm>
            </p:grpSpPr>
            <p:sp>
              <p:nvSpPr>
                <p:cNvPr id="3695" name="Google Shape;3695;p48"/>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48"/>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7" name="Google Shape;3697;p48"/>
              <p:cNvGrpSpPr/>
              <p:nvPr/>
            </p:nvGrpSpPr>
            <p:grpSpPr>
              <a:xfrm>
                <a:off x="5479298" y="4128262"/>
                <a:ext cx="31405" cy="26906"/>
                <a:chOff x="5479298" y="4128262"/>
                <a:chExt cx="31405" cy="26906"/>
              </a:xfrm>
            </p:grpSpPr>
            <p:sp>
              <p:nvSpPr>
                <p:cNvPr id="3698" name="Google Shape;3698;p48"/>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48"/>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0" name="Google Shape;3700;p48"/>
              <p:cNvGrpSpPr/>
              <p:nvPr/>
            </p:nvGrpSpPr>
            <p:grpSpPr>
              <a:xfrm>
                <a:off x="5582903" y="4180116"/>
                <a:ext cx="31499" cy="26898"/>
                <a:chOff x="5582903" y="4180116"/>
                <a:chExt cx="31499" cy="26898"/>
              </a:xfrm>
            </p:grpSpPr>
            <p:sp>
              <p:nvSpPr>
                <p:cNvPr id="3701" name="Google Shape;3701;p48"/>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48"/>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03" name="Google Shape;3703;p48"/>
            <p:cNvGrpSpPr/>
            <p:nvPr/>
          </p:nvGrpSpPr>
          <p:grpSpPr>
            <a:xfrm>
              <a:off x="3977681" y="3230323"/>
              <a:ext cx="94584" cy="84085"/>
              <a:chOff x="3977681" y="3230323"/>
              <a:chExt cx="94584" cy="84085"/>
            </a:xfrm>
          </p:grpSpPr>
          <p:grpSp>
            <p:nvGrpSpPr>
              <p:cNvPr id="3704" name="Google Shape;3704;p48"/>
              <p:cNvGrpSpPr/>
              <p:nvPr/>
            </p:nvGrpSpPr>
            <p:grpSpPr>
              <a:xfrm>
                <a:off x="4000135" y="3243041"/>
                <a:ext cx="59570" cy="57186"/>
                <a:chOff x="4000135" y="3243041"/>
                <a:chExt cx="59570" cy="57186"/>
              </a:xfrm>
            </p:grpSpPr>
            <p:sp>
              <p:nvSpPr>
                <p:cNvPr id="3705" name="Google Shape;3705;p48"/>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48"/>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48"/>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8" name="Google Shape;3708;p48"/>
              <p:cNvGrpSpPr/>
              <p:nvPr/>
            </p:nvGrpSpPr>
            <p:grpSpPr>
              <a:xfrm>
                <a:off x="3977681" y="3245872"/>
                <a:ext cx="37783" cy="32380"/>
                <a:chOff x="3977681" y="3245872"/>
                <a:chExt cx="37783" cy="32380"/>
              </a:xfrm>
            </p:grpSpPr>
            <p:sp>
              <p:nvSpPr>
                <p:cNvPr id="3709" name="Google Shape;3709;p48"/>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48"/>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1" name="Google Shape;3711;p48"/>
              <p:cNvGrpSpPr/>
              <p:nvPr/>
            </p:nvGrpSpPr>
            <p:grpSpPr>
              <a:xfrm>
                <a:off x="4040860" y="3262672"/>
                <a:ext cx="31405" cy="27001"/>
                <a:chOff x="4040860" y="3262672"/>
                <a:chExt cx="31405" cy="27001"/>
              </a:xfrm>
            </p:grpSpPr>
            <p:sp>
              <p:nvSpPr>
                <p:cNvPr id="3712" name="Google Shape;3712;p48"/>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48"/>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4" name="Google Shape;3714;p48"/>
              <p:cNvGrpSpPr/>
              <p:nvPr/>
            </p:nvGrpSpPr>
            <p:grpSpPr>
              <a:xfrm>
                <a:off x="4021072" y="3230323"/>
                <a:ext cx="31397" cy="26906"/>
                <a:chOff x="4021072" y="3230323"/>
                <a:chExt cx="31397" cy="26906"/>
              </a:xfrm>
            </p:grpSpPr>
            <p:sp>
              <p:nvSpPr>
                <p:cNvPr id="3715" name="Google Shape;3715;p48"/>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48"/>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7" name="Google Shape;3717;p48"/>
              <p:cNvGrpSpPr/>
              <p:nvPr/>
            </p:nvGrpSpPr>
            <p:grpSpPr>
              <a:xfrm>
                <a:off x="4001472" y="3287462"/>
                <a:ext cx="31499" cy="26945"/>
                <a:chOff x="4001472" y="3287462"/>
                <a:chExt cx="31499" cy="26945"/>
              </a:xfrm>
            </p:grpSpPr>
            <p:sp>
              <p:nvSpPr>
                <p:cNvPr id="3718" name="Google Shape;3718;p48"/>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48"/>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20" name="Google Shape;3720;p48"/>
            <p:cNvGrpSpPr/>
            <p:nvPr/>
          </p:nvGrpSpPr>
          <p:grpSpPr>
            <a:xfrm>
              <a:off x="4084715" y="3258865"/>
              <a:ext cx="184961" cy="137268"/>
              <a:chOff x="4084715" y="3258865"/>
              <a:chExt cx="184961" cy="137268"/>
            </a:xfrm>
          </p:grpSpPr>
          <p:grpSp>
            <p:nvGrpSpPr>
              <p:cNvPr id="3721" name="Google Shape;3721;p48"/>
              <p:cNvGrpSpPr/>
              <p:nvPr/>
            </p:nvGrpSpPr>
            <p:grpSpPr>
              <a:xfrm>
                <a:off x="4107453" y="3271583"/>
                <a:ext cx="153470" cy="110275"/>
                <a:chOff x="4107453" y="3271583"/>
                <a:chExt cx="153470" cy="110275"/>
              </a:xfrm>
            </p:grpSpPr>
            <p:sp>
              <p:nvSpPr>
                <p:cNvPr id="3722" name="Google Shape;3722;p48"/>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48"/>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48"/>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48"/>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6" name="Google Shape;3726;p48"/>
              <p:cNvGrpSpPr/>
              <p:nvPr/>
            </p:nvGrpSpPr>
            <p:grpSpPr>
              <a:xfrm>
                <a:off x="4136947" y="3258865"/>
                <a:ext cx="31499" cy="27001"/>
                <a:chOff x="4136947" y="3258865"/>
                <a:chExt cx="31499" cy="27001"/>
              </a:xfrm>
            </p:grpSpPr>
            <p:sp>
              <p:nvSpPr>
                <p:cNvPr id="3727" name="Google Shape;3727;p48"/>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48"/>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9" name="Google Shape;3729;p48"/>
              <p:cNvGrpSpPr/>
              <p:nvPr/>
            </p:nvGrpSpPr>
            <p:grpSpPr>
              <a:xfrm>
                <a:off x="4084715" y="3266478"/>
                <a:ext cx="31468" cy="26898"/>
                <a:chOff x="4084715" y="3266478"/>
                <a:chExt cx="31468" cy="26898"/>
              </a:xfrm>
            </p:grpSpPr>
            <p:sp>
              <p:nvSpPr>
                <p:cNvPr id="3730" name="Google Shape;3730;p48"/>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48"/>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2" name="Google Shape;3732;p48"/>
              <p:cNvGrpSpPr/>
              <p:nvPr/>
            </p:nvGrpSpPr>
            <p:grpSpPr>
              <a:xfrm>
                <a:off x="4159213" y="3279849"/>
                <a:ext cx="31405" cy="26945"/>
                <a:chOff x="4159213" y="3279849"/>
                <a:chExt cx="31405" cy="26945"/>
              </a:xfrm>
            </p:grpSpPr>
            <p:sp>
              <p:nvSpPr>
                <p:cNvPr id="3733" name="Google Shape;3733;p48"/>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48"/>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5" name="Google Shape;3735;p48"/>
              <p:cNvGrpSpPr/>
              <p:nvPr/>
            </p:nvGrpSpPr>
            <p:grpSpPr>
              <a:xfrm>
                <a:off x="4201550" y="3266502"/>
                <a:ext cx="31405" cy="26883"/>
                <a:chOff x="4201550" y="3266502"/>
                <a:chExt cx="31405" cy="26883"/>
              </a:xfrm>
            </p:grpSpPr>
            <p:sp>
              <p:nvSpPr>
                <p:cNvPr id="3736" name="Google Shape;3736;p48"/>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48"/>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8" name="Google Shape;3738;p48"/>
              <p:cNvGrpSpPr/>
              <p:nvPr/>
            </p:nvGrpSpPr>
            <p:grpSpPr>
              <a:xfrm>
                <a:off x="4201550" y="3338278"/>
                <a:ext cx="31405" cy="26930"/>
                <a:chOff x="4201550" y="3338278"/>
                <a:chExt cx="31405" cy="26930"/>
              </a:xfrm>
            </p:grpSpPr>
            <p:sp>
              <p:nvSpPr>
                <p:cNvPr id="3739" name="Google Shape;3739;p48"/>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48"/>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1" name="Google Shape;3741;p48"/>
              <p:cNvGrpSpPr/>
              <p:nvPr/>
            </p:nvGrpSpPr>
            <p:grpSpPr>
              <a:xfrm>
                <a:off x="4238272" y="3369132"/>
                <a:ext cx="31405" cy="27001"/>
                <a:chOff x="4238272" y="3369132"/>
                <a:chExt cx="31405" cy="27001"/>
              </a:xfrm>
            </p:grpSpPr>
            <p:sp>
              <p:nvSpPr>
                <p:cNvPr id="3742" name="Google Shape;3742;p48"/>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48"/>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44" name="Google Shape;3744;p48"/>
            <p:cNvGrpSpPr/>
            <p:nvPr/>
          </p:nvGrpSpPr>
          <p:grpSpPr>
            <a:xfrm>
              <a:off x="4068639" y="3200169"/>
              <a:ext cx="77643" cy="37272"/>
              <a:chOff x="4068639" y="3200169"/>
              <a:chExt cx="77643" cy="37272"/>
            </a:xfrm>
          </p:grpSpPr>
          <p:sp>
            <p:nvSpPr>
              <p:cNvPr id="3745" name="Google Shape;3745;p48"/>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46" name="Google Shape;3746;p48"/>
              <p:cNvGrpSpPr/>
              <p:nvPr/>
            </p:nvGrpSpPr>
            <p:grpSpPr>
              <a:xfrm>
                <a:off x="4114878" y="3200169"/>
                <a:ext cx="31405" cy="26993"/>
                <a:chOff x="4114878" y="3200169"/>
                <a:chExt cx="31405" cy="26993"/>
              </a:xfrm>
            </p:grpSpPr>
            <p:sp>
              <p:nvSpPr>
                <p:cNvPr id="3747" name="Google Shape;3747;p48"/>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48"/>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9" name="Google Shape;3749;p48"/>
              <p:cNvGrpSpPr/>
              <p:nvPr/>
            </p:nvGrpSpPr>
            <p:grpSpPr>
              <a:xfrm>
                <a:off x="4068639" y="3210535"/>
                <a:ext cx="31499" cy="26906"/>
                <a:chOff x="4068639" y="3210535"/>
                <a:chExt cx="31499" cy="26906"/>
              </a:xfrm>
            </p:grpSpPr>
            <p:sp>
              <p:nvSpPr>
                <p:cNvPr id="3750" name="Google Shape;3750;p48"/>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48"/>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52" name="Google Shape;3752;p48"/>
            <p:cNvGrpSpPr/>
            <p:nvPr/>
          </p:nvGrpSpPr>
          <p:grpSpPr>
            <a:xfrm>
              <a:off x="3869702" y="3066935"/>
              <a:ext cx="382664" cy="190294"/>
              <a:chOff x="3869702" y="3066935"/>
              <a:chExt cx="382664" cy="190294"/>
            </a:xfrm>
          </p:grpSpPr>
          <p:grpSp>
            <p:nvGrpSpPr>
              <p:cNvPr id="3753" name="Google Shape;3753;p48"/>
              <p:cNvGrpSpPr/>
              <p:nvPr/>
            </p:nvGrpSpPr>
            <p:grpSpPr>
              <a:xfrm>
                <a:off x="3888633" y="3082351"/>
                <a:ext cx="351172" cy="160698"/>
                <a:chOff x="3888633" y="3082351"/>
                <a:chExt cx="351172" cy="160698"/>
              </a:xfrm>
            </p:grpSpPr>
            <p:sp>
              <p:nvSpPr>
                <p:cNvPr id="3754" name="Google Shape;3754;p48"/>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48"/>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48"/>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48"/>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48"/>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48"/>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0" name="Google Shape;3760;p48"/>
              <p:cNvGrpSpPr/>
              <p:nvPr/>
            </p:nvGrpSpPr>
            <p:grpSpPr>
              <a:xfrm>
                <a:off x="4143703" y="3066935"/>
                <a:ext cx="37783" cy="32357"/>
                <a:chOff x="4143703" y="3066935"/>
                <a:chExt cx="37783" cy="32357"/>
              </a:xfrm>
            </p:grpSpPr>
            <p:sp>
              <p:nvSpPr>
                <p:cNvPr id="3761" name="Google Shape;3761;p48"/>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48"/>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3" name="Google Shape;3763;p48"/>
              <p:cNvGrpSpPr/>
              <p:nvPr/>
            </p:nvGrpSpPr>
            <p:grpSpPr>
              <a:xfrm>
                <a:off x="4044565" y="3103563"/>
                <a:ext cx="37783" cy="32451"/>
                <a:chOff x="4044565" y="3103563"/>
                <a:chExt cx="37783" cy="32451"/>
              </a:xfrm>
            </p:grpSpPr>
            <p:sp>
              <p:nvSpPr>
                <p:cNvPr id="3764" name="Google Shape;3764;p48"/>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48"/>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6" name="Google Shape;3766;p48"/>
              <p:cNvGrpSpPr/>
              <p:nvPr/>
            </p:nvGrpSpPr>
            <p:grpSpPr>
              <a:xfrm>
                <a:off x="4017454" y="3188237"/>
                <a:ext cx="37776" cy="32357"/>
                <a:chOff x="4017454" y="3188237"/>
                <a:chExt cx="37776" cy="32357"/>
              </a:xfrm>
            </p:grpSpPr>
            <p:sp>
              <p:nvSpPr>
                <p:cNvPr id="3767" name="Google Shape;3767;p48"/>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48"/>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9" name="Google Shape;3769;p48"/>
              <p:cNvGrpSpPr/>
              <p:nvPr/>
            </p:nvGrpSpPr>
            <p:grpSpPr>
              <a:xfrm>
                <a:off x="3921548" y="3157509"/>
                <a:ext cx="37783" cy="32357"/>
                <a:chOff x="3921548" y="3157509"/>
                <a:chExt cx="37783" cy="32357"/>
              </a:xfrm>
            </p:grpSpPr>
            <p:sp>
              <p:nvSpPr>
                <p:cNvPr id="3770" name="Google Shape;3770;p48"/>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48"/>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2" name="Google Shape;3772;p48"/>
              <p:cNvGrpSpPr/>
              <p:nvPr/>
            </p:nvGrpSpPr>
            <p:grpSpPr>
              <a:xfrm>
                <a:off x="3939056" y="3211620"/>
                <a:ext cx="37783" cy="32380"/>
                <a:chOff x="3939056" y="3211620"/>
                <a:chExt cx="37783" cy="32380"/>
              </a:xfrm>
            </p:grpSpPr>
            <p:sp>
              <p:nvSpPr>
                <p:cNvPr id="3773" name="Google Shape;3773;p48"/>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48"/>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5" name="Google Shape;3775;p48"/>
              <p:cNvGrpSpPr/>
              <p:nvPr/>
            </p:nvGrpSpPr>
            <p:grpSpPr>
              <a:xfrm>
                <a:off x="4176240" y="3136965"/>
                <a:ext cx="31405" cy="26930"/>
                <a:chOff x="4176240" y="3136965"/>
                <a:chExt cx="31405" cy="26930"/>
              </a:xfrm>
            </p:grpSpPr>
            <p:sp>
              <p:nvSpPr>
                <p:cNvPr id="3776" name="Google Shape;3776;p48"/>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48"/>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8" name="Google Shape;3778;p48"/>
              <p:cNvGrpSpPr/>
              <p:nvPr/>
            </p:nvGrpSpPr>
            <p:grpSpPr>
              <a:xfrm>
                <a:off x="4133148" y="3152593"/>
                <a:ext cx="31499" cy="27001"/>
                <a:chOff x="4133148" y="3152593"/>
                <a:chExt cx="31499" cy="27001"/>
              </a:xfrm>
            </p:grpSpPr>
            <p:sp>
              <p:nvSpPr>
                <p:cNvPr id="3779" name="Google Shape;3779;p48"/>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48"/>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1" name="Google Shape;3781;p48"/>
              <p:cNvGrpSpPr/>
              <p:nvPr/>
            </p:nvGrpSpPr>
            <p:grpSpPr>
              <a:xfrm>
                <a:off x="4220866" y="3073534"/>
                <a:ext cx="31499" cy="26898"/>
                <a:chOff x="4220866" y="3073534"/>
                <a:chExt cx="31499" cy="26898"/>
              </a:xfrm>
            </p:grpSpPr>
            <p:sp>
              <p:nvSpPr>
                <p:cNvPr id="3782" name="Google Shape;3782;p48"/>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48"/>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4" name="Google Shape;3784;p48"/>
              <p:cNvGrpSpPr/>
              <p:nvPr/>
            </p:nvGrpSpPr>
            <p:grpSpPr>
              <a:xfrm>
                <a:off x="3869702" y="3230323"/>
                <a:ext cx="31499" cy="26906"/>
                <a:chOff x="3869702" y="3230323"/>
                <a:chExt cx="31499" cy="26906"/>
              </a:xfrm>
            </p:grpSpPr>
            <p:sp>
              <p:nvSpPr>
                <p:cNvPr id="3785" name="Google Shape;3785;p48"/>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48"/>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87" name="Google Shape;3787;p48"/>
            <p:cNvGrpSpPr/>
            <p:nvPr/>
          </p:nvGrpSpPr>
          <p:grpSpPr>
            <a:xfrm>
              <a:off x="4271383" y="3065882"/>
              <a:ext cx="304556" cy="341663"/>
              <a:chOff x="4271383" y="3065882"/>
              <a:chExt cx="304556" cy="341663"/>
            </a:xfrm>
          </p:grpSpPr>
          <p:grpSp>
            <p:nvGrpSpPr>
              <p:cNvPr id="3788" name="Google Shape;3788;p48"/>
              <p:cNvGrpSpPr/>
              <p:nvPr/>
            </p:nvGrpSpPr>
            <p:grpSpPr>
              <a:xfrm>
                <a:off x="4293838" y="3078639"/>
                <a:ext cx="269353" cy="311973"/>
                <a:chOff x="4293838" y="3078639"/>
                <a:chExt cx="269353" cy="311973"/>
              </a:xfrm>
            </p:grpSpPr>
            <p:sp>
              <p:nvSpPr>
                <p:cNvPr id="3789" name="Google Shape;3789;p48"/>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48"/>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48"/>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48"/>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48"/>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48"/>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48"/>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48"/>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48"/>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48"/>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48"/>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48"/>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48"/>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48"/>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48"/>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48"/>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48"/>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6" name="Google Shape;3806;p48"/>
              <p:cNvGrpSpPr/>
              <p:nvPr/>
            </p:nvGrpSpPr>
            <p:grpSpPr>
              <a:xfrm>
                <a:off x="4538164" y="3342061"/>
                <a:ext cx="37776" cy="32380"/>
                <a:chOff x="4538164" y="3342061"/>
                <a:chExt cx="37776" cy="32380"/>
              </a:xfrm>
            </p:grpSpPr>
            <p:sp>
              <p:nvSpPr>
                <p:cNvPr id="3807" name="Google Shape;3807;p48"/>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48"/>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9" name="Google Shape;3809;p48"/>
              <p:cNvGrpSpPr/>
              <p:nvPr/>
            </p:nvGrpSpPr>
            <p:grpSpPr>
              <a:xfrm>
                <a:off x="4271383" y="3194742"/>
                <a:ext cx="37783" cy="32420"/>
                <a:chOff x="4271383" y="3194742"/>
                <a:chExt cx="37783" cy="32420"/>
              </a:xfrm>
            </p:grpSpPr>
            <p:sp>
              <p:nvSpPr>
                <p:cNvPr id="3810" name="Google Shape;3810;p48"/>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48"/>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2" name="Google Shape;3812;p48"/>
              <p:cNvGrpSpPr/>
              <p:nvPr/>
            </p:nvGrpSpPr>
            <p:grpSpPr>
              <a:xfrm>
                <a:off x="4284416" y="3084058"/>
                <a:ext cx="37783" cy="32357"/>
                <a:chOff x="4284416" y="3084058"/>
                <a:chExt cx="37783" cy="32357"/>
              </a:xfrm>
            </p:grpSpPr>
            <p:sp>
              <p:nvSpPr>
                <p:cNvPr id="3813" name="Google Shape;3813;p48"/>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48"/>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5" name="Google Shape;3815;p48"/>
              <p:cNvGrpSpPr/>
              <p:nvPr/>
            </p:nvGrpSpPr>
            <p:grpSpPr>
              <a:xfrm>
                <a:off x="4478697" y="3297561"/>
                <a:ext cx="37776" cy="32451"/>
                <a:chOff x="4478697" y="3297561"/>
                <a:chExt cx="37776" cy="32451"/>
              </a:xfrm>
            </p:grpSpPr>
            <p:sp>
              <p:nvSpPr>
                <p:cNvPr id="3816" name="Google Shape;3816;p48"/>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48"/>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8" name="Google Shape;3818;p48"/>
              <p:cNvGrpSpPr/>
              <p:nvPr/>
            </p:nvGrpSpPr>
            <p:grpSpPr>
              <a:xfrm>
                <a:off x="4411813" y="3331711"/>
                <a:ext cx="37776" cy="32451"/>
                <a:chOff x="4411813" y="3331711"/>
                <a:chExt cx="37776" cy="32451"/>
              </a:xfrm>
            </p:grpSpPr>
            <p:sp>
              <p:nvSpPr>
                <p:cNvPr id="3819" name="Google Shape;3819;p48"/>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48"/>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1" name="Google Shape;3821;p48"/>
              <p:cNvGrpSpPr/>
              <p:nvPr/>
            </p:nvGrpSpPr>
            <p:grpSpPr>
              <a:xfrm>
                <a:off x="4337984" y="3375188"/>
                <a:ext cx="37776" cy="32357"/>
                <a:chOff x="4337984" y="3375188"/>
                <a:chExt cx="37776" cy="32357"/>
              </a:xfrm>
            </p:grpSpPr>
            <p:sp>
              <p:nvSpPr>
                <p:cNvPr id="3822" name="Google Shape;3822;p48"/>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48"/>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4" name="Google Shape;3824;p48"/>
              <p:cNvGrpSpPr/>
              <p:nvPr/>
            </p:nvGrpSpPr>
            <p:grpSpPr>
              <a:xfrm>
                <a:off x="4494867" y="3090530"/>
                <a:ext cx="37878" cy="32451"/>
                <a:chOff x="4494867" y="3090530"/>
                <a:chExt cx="37878" cy="32451"/>
              </a:xfrm>
            </p:grpSpPr>
            <p:sp>
              <p:nvSpPr>
                <p:cNvPr id="3825" name="Google Shape;3825;p48"/>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48"/>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7" name="Google Shape;3827;p48"/>
              <p:cNvGrpSpPr/>
              <p:nvPr/>
            </p:nvGrpSpPr>
            <p:grpSpPr>
              <a:xfrm>
                <a:off x="4525124" y="3207774"/>
                <a:ext cx="37783" cy="32420"/>
                <a:chOff x="4525124" y="3207774"/>
                <a:chExt cx="37783" cy="32420"/>
              </a:xfrm>
            </p:grpSpPr>
            <p:sp>
              <p:nvSpPr>
                <p:cNvPr id="3828" name="Google Shape;3828;p48"/>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48"/>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0" name="Google Shape;3830;p48"/>
              <p:cNvGrpSpPr/>
              <p:nvPr/>
            </p:nvGrpSpPr>
            <p:grpSpPr>
              <a:xfrm>
                <a:off x="4440544" y="3176479"/>
                <a:ext cx="31499" cy="26898"/>
                <a:chOff x="4440544" y="3176479"/>
                <a:chExt cx="31499" cy="26898"/>
              </a:xfrm>
            </p:grpSpPr>
            <p:sp>
              <p:nvSpPr>
                <p:cNvPr id="3831" name="Google Shape;3831;p48"/>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48"/>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3" name="Google Shape;3833;p48"/>
              <p:cNvGrpSpPr/>
              <p:nvPr/>
            </p:nvGrpSpPr>
            <p:grpSpPr>
              <a:xfrm>
                <a:off x="4350545" y="3156400"/>
                <a:ext cx="31405" cy="27001"/>
                <a:chOff x="4350545" y="3156400"/>
                <a:chExt cx="31405" cy="27001"/>
              </a:xfrm>
            </p:grpSpPr>
            <p:sp>
              <p:nvSpPr>
                <p:cNvPr id="3834" name="Google Shape;3834;p48"/>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48"/>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6" name="Google Shape;3836;p48"/>
              <p:cNvGrpSpPr/>
              <p:nvPr/>
            </p:nvGrpSpPr>
            <p:grpSpPr>
              <a:xfrm>
                <a:off x="4376703" y="3255058"/>
                <a:ext cx="31405" cy="27001"/>
                <a:chOff x="4376703" y="3255058"/>
                <a:chExt cx="31405" cy="27001"/>
              </a:xfrm>
            </p:grpSpPr>
            <p:sp>
              <p:nvSpPr>
                <p:cNvPr id="3837" name="Google Shape;3837;p48"/>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48"/>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9" name="Google Shape;3839;p48"/>
              <p:cNvGrpSpPr/>
              <p:nvPr/>
            </p:nvGrpSpPr>
            <p:grpSpPr>
              <a:xfrm>
                <a:off x="4331322" y="3283656"/>
                <a:ext cx="31405" cy="26945"/>
                <a:chOff x="4331322" y="3283656"/>
                <a:chExt cx="31405" cy="26945"/>
              </a:xfrm>
            </p:grpSpPr>
            <p:sp>
              <p:nvSpPr>
                <p:cNvPr id="3840" name="Google Shape;3840;p48"/>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48"/>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2" name="Google Shape;3842;p48"/>
              <p:cNvGrpSpPr/>
              <p:nvPr/>
            </p:nvGrpSpPr>
            <p:grpSpPr>
              <a:xfrm>
                <a:off x="4380510" y="3065882"/>
                <a:ext cx="31405" cy="26938"/>
                <a:chOff x="4380510" y="3065882"/>
                <a:chExt cx="31405" cy="26938"/>
              </a:xfrm>
            </p:grpSpPr>
            <p:sp>
              <p:nvSpPr>
                <p:cNvPr id="3843" name="Google Shape;3843;p48"/>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48"/>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45" name="Google Shape;3845;p48"/>
            <p:cNvGrpSpPr/>
            <p:nvPr/>
          </p:nvGrpSpPr>
          <p:grpSpPr>
            <a:xfrm>
              <a:off x="4558998" y="3188237"/>
              <a:ext cx="1280131" cy="1052746"/>
              <a:chOff x="4558998" y="3188237"/>
              <a:chExt cx="1280131" cy="1052746"/>
            </a:xfrm>
          </p:grpSpPr>
          <p:sp>
            <p:nvSpPr>
              <p:cNvPr id="3846" name="Google Shape;3846;p48"/>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47" name="Google Shape;3847;p48"/>
              <p:cNvGrpSpPr/>
              <p:nvPr/>
            </p:nvGrpSpPr>
            <p:grpSpPr>
              <a:xfrm>
                <a:off x="4579164" y="3203653"/>
                <a:ext cx="1244833" cy="1020397"/>
                <a:chOff x="4579164" y="3203653"/>
                <a:chExt cx="1244833" cy="1020397"/>
              </a:xfrm>
            </p:grpSpPr>
            <p:sp>
              <p:nvSpPr>
                <p:cNvPr id="3848" name="Google Shape;3848;p48"/>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48"/>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0" name="Google Shape;3850;p48"/>
                <p:cNvGrpSpPr/>
                <p:nvPr/>
              </p:nvGrpSpPr>
              <p:grpSpPr>
                <a:xfrm>
                  <a:off x="4579164" y="3203653"/>
                  <a:ext cx="1244833" cy="1020397"/>
                  <a:chOff x="4579164" y="3203653"/>
                  <a:chExt cx="1244833" cy="1020397"/>
                </a:xfrm>
              </p:grpSpPr>
              <p:sp>
                <p:nvSpPr>
                  <p:cNvPr id="3851" name="Google Shape;3851;p48"/>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48"/>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3" name="Google Shape;3853;p48"/>
                  <p:cNvGrpSpPr/>
                  <p:nvPr/>
                </p:nvGrpSpPr>
                <p:grpSpPr>
                  <a:xfrm>
                    <a:off x="4579164" y="3203653"/>
                    <a:ext cx="1244833" cy="1020397"/>
                    <a:chOff x="4579164" y="3203653"/>
                    <a:chExt cx="1244833" cy="1020397"/>
                  </a:xfrm>
                </p:grpSpPr>
                <p:sp>
                  <p:nvSpPr>
                    <p:cNvPr id="3854" name="Google Shape;3854;p48"/>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48"/>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48"/>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48"/>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48"/>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48"/>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48"/>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48"/>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2" name="Google Shape;3862;p48"/>
                    <p:cNvGrpSpPr/>
                    <p:nvPr/>
                  </p:nvGrpSpPr>
                  <p:grpSpPr>
                    <a:xfrm>
                      <a:off x="4579164" y="3203653"/>
                      <a:ext cx="1244833" cy="1020397"/>
                      <a:chOff x="4579164" y="3203653"/>
                      <a:chExt cx="1244833" cy="1020397"/>
                    </a:xfrm>
                  </p:grpSpPr>
                  <p:sp>
                    <p:nvSpPr>
                      <p:cNvPr id="3863" name="Google Shape;3863;p48"/>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48"/>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48"/>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48"/>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48"/>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48"/>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48"/>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48"/>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48"/>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48"/>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48"/>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48"/>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48"/>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48"/>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77" name="Google Shape;3877;p48"/>
                      <p:cNvGrpSpPr/>
                      <p:nvPr/>
                    </p:nvGrpSpPr>
                    <p:grpSpPr>
                      <a:xfrm>
                        <a:off x="4579164" y="3203653"/>
                        <a:ext cx="1244833" cy="1020397"/>
                        <a:chOff x="4579164" y="3203653"/>
                        <a:chExt cx="1244833" cy="1020397"/>
                      </a:xfrm>
                    </p:grpSpPr>
                    <p:sp>
                      <p:nvSpPr>
                        <p:cNvPr id="3878" name="Google Shape;3878;p48"/>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48"/>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48"/>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48"/>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48"/>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48"/>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48"/>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48"/>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48"/>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48"/>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48"/>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48"/>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48"/>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48"/>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48"/>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48"/>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48"/>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48"/>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48"/>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48"/>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48"/>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48"/>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48"/>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48"/>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2" name="Google Shape;3902;p48"/>
                        <p:cNvGrpSpPr/>
                        <p:nvPr/>
                      </p:nvGrpSpPr>
                      <p:grpSpPr>
                        <a:xfrm>
                          <a:off x="4579164" y="3203653"/>
                          <a:ext cx="1244833" cy="1020397"/>
                          <a:chOff x="4579164" y="3203653"/>
                          <a:chExt cx="1244833" cy="1020397"/>
                        </a:xfrm>
                      </p:grpSpPr>
                      <p:sp>
                        <p:nvSpPr>
                          <p:cNvPr id="3903" name="Google Shape;3903;p48"/>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4" name="Google Shape;3904;p48"/>
                          <p:cNvGrpSpPr/>
                          <p:nvPr/>
                        </p:nvGrpSpPr>
                        <p:grpSpPr>
                          <a:xfrm>
                            <a:off x="4579164" y="3203653"/>
                            <a:ext cx="1244833" cy="1020397"/>
                            <a:chOff x="4579164" y="3203653"/>
                            <a:chExt cx="1244833" cy="1020397"/>
                          </a:xfrm>
                        </p:grpSpPr>
                        <p:sp>
                          <p:nvSpPr>
                            <p:cNvPr id="3905" name="Google Shape;3905;p48"/>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48"/>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48"/>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48"/>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48"/>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48"/>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48"/>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2" name="Google Shape;3912;p48"/>
                            <p:cNvGrpSpPr/>
                            <p:nvPr/>
                          </p:nvGrpSpPr>
                          <p:grpSpPr>
                            <a:xfrm>
                              <a:off x="4579164" y="3203653"/>
                              <a:ext cx="1244833" cy="1020397"/>
                              <a:chOff x="4579164" y="3203653"/>
                              <a:chExt cx="1244833" cy="1020397"/>
                            </a:xfrm>
                          </p:grpSpPr>
                          <p:sp>
                            <p:nvSpPr>
                              <p:cNvPr id="3913" name="Google Shape;3913;p48"/>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48"/>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48"/>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48"/>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48"/>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48"/>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48"/>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48"/>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48"/>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48"/>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48"/>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48"/>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48"/>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26" name="Google Shape;3926;p48"/>
                              <p:cNvGrpSpPr/>
                              <p:nvPr/>
                            </p:nvGrpSpPr>
                            <p:grpSpPr>
                              <a:xfrm>
                                <a:off x="4579164" y="3203653"/>
                                <a:ext cx="1244833" cy="1020397"/>
                                <a:chOff x="4579164" y="3203653"/>
                                <a:chExt cx="1244833" cy="1020397"/>
                              </a:xfrm>
                            </p:grpSpPr>
                            <p:sp>
                              <p:nvSpPr>
                                <p:cNvPr id="3927" name="Google Shape;3927;p48"/>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48"/>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48"/>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48"/>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48"/>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48"/>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48"/>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34" name="Google Shape;3934;p48"/>
                                <p:cNvGrpSpPr/>
                                <p:nvPr/>
                              </p:nvGrpSpPr>
                              <p:grpSpPr>
                                <a:xfrm>
                                  <a:off x="4579164" y="3203653"/>
                                  <a:ext cx="1244833" cy="1020397"/>
                                  <a:chOff x="4579164" y="3203653"/>
                                  <a:chExt cx="1244833" cy="1020397"/>
                                </a:xfrm>
                              </p:grpSpPr>
                              <p:sp>
                                <p:nvSpPr>
                                  <p:cNvPr id="3935" name="Google Shape;3935;p48"/>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48"/>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48"/>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48"/>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48"/>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40" name="Google Shape;3940;p48"/>
                                  <p:cNvGrpSpPr/>
                                  <p:nvPr/>
                                </p:nvGrpSpPr>
                                <p:grpSpPr>
                                  <a:xfrm>
                                    <a:off x="4579164" y="3203653"/>
                                    <a:ext cx="1244833" cy="1020397"/>
                                    <a:chOff x="4579164" y="3203653"/>
                                    <a:chExt cx="1244833" cy="1020397"/>
                                  </a:xfrm>
                                </p:grpSpPr>
                                <p:sp>
                                  <p:nvSpPr>
                                    <p:cNvPr id="3941" name="Google Shape;3941;p48"/>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48"/>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48"/>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48"/>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3945" name="Google Shape;3945;p48"/>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48"/>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48"/>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48" name="Google Shape;3948;p48"/>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3949" name="Google Shape;3949;p48"/>
              <p:cNvGrpSpPr/>
              <p:nvPr/>
            </p:nvGrpSpPr>
            <p:grpSpPr>
              <a:xfrm>
                <a:off x="4595437" y="3598775"/>
                <a:ext cx="37776" cy="32451"/>
                <a:chOff x="4595437" y="3598775"/>
                <a:chExt cx="37776" cy="32451"/>
              </a:xfrm>
            </p:grpSpPr>
            <p:sp>
              <p:nvSpPr>
                <p:cNvPr id="3950" name="Google Shape;3950;p48"/>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48"/>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2" name="Google Shape;3952;p48"/>
              <p:cNvGrpSpPr/>
              <p:nvPr/>
            </p:nvGrpSpPr>
            <p:grpSpPr>
              <a:xfrm>
                <a:off x="4641864" y="3524443"/>
                <a:ext cx="37776" cy="32380"/>
                <a:chOff x="4641864" y="3524443"/>
                <a:chExt cx="37776" cy="32380"/>
              </a:xfrm>
            </p:grpSpPr>
            <p:sp>
              <p:nvSpPr>
                <p:cNvPr id="3953" name="Google Shape;3953;p48"/>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48"/>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5" name="Google Shape;3955;p48"/>
              <p:cNvGrpSpPr/>
              <p:nvPr/>
            </p:nvGrpSpPr>
            <p:grpSpPr>
              <a:xfrm>
                <a:off x="4648431" y="3893901"/>
                <a:ext cx="37776" cy="32357"/>
                <a:chOff x="4648431" y="3893901"/>
                <a:chExt cx="37776" cy="32357"/>
              </a:xfrm>
            </p:grpSpPr>
            <p:sp>
              <p:nvSpPr>
                <p:cNvPr id="3956" name="Google Shape;3956;p48"/>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48"/>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8" name="Google Shape;3958;p48"/>
              <p:cNvGrpSpPr/>
              <p:nvPr/>
            </p:nvGrpSpPr>
            <p:grpSpPr>
              <a:xfrm>
                <a:off x="4567752" y="3722908"/>
                <a:ext cx="37870" cy="32380"/>
                <a:chOff x="4567752" y="3722908"/>
                <a:chExt cx="37870" cy="32380"/>
              </a:xfrm>
            </p:grpSpPr>
            <p:sp>
              <p:nvSpPr>
                <p:cNvPr id="3959" name="Google Shape;3959;p48"/>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48"/>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1" name="Google Shape;3961;p48"/>
              <p:cNvGrpSpPr/>
              <p:nvPr/>
            </p:nvGrpSpPr>
            <p:grpSpPr>
              <a:xfrm>
                <a:off x="4617506" y="3652052"/>
                <a:ext cx="37783" cy="32357"/>
                <a:chOff x="4617506" y="3652052"/>
                <a:chExt cx="37783" cy="32357"/>
              </a:xfrm>
            </p:grpSpPr>
            <p:sp>
              <p:nvSpPr>
                <p:cNvPr id="3962" name="Google Shape;3962;p48"/>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48"/>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4" name="Google Shape;3964;p48"/>
              <p:cNvGrpSpPr/>
              <p:nvPr/>
            </p:nvGrpSpPr>
            <p:grpSpPr>
              <a:xfrm>
                <a:off x="4739005" y="3554149"/>
                <a:ext cx="37870" cy="32357"/>
                <a:chOff x="4739005" y="3554149"/>
                <a:chExt cx="37870" cy="32357"/>
              </a:xfrm>
            </p:grpSpPr>
            <p:sp>
              <p:nvSpPr>
                <p:cNvPr id="3965" name="Google Shape;3965;p48"/>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48"/>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7" name="Google Shape;3967;p48"/>
              <p:cNvGrpSpPr/>
              <p:nvPr/>
            </p:nvGrpSpPr>
            <p:grpSpPr>
              <a:xfrm>
                <a:off x="4806557" y="3630258"/>
                <a:ext cx="37776" cy="32364"/>
                <a:chOff x="4806557" y="3630258"/>
                <a:chExt cx="37776" cy="32364"/>
              </a:xfrm>
            </p:grpSpPr>
            <p:sp>
              <p:nvSpPr>
                <p:cNvPr id="3968" name="Google Shape;3968;p48"/>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48"/>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0" name="Google Shape;3970;p48"/>
              <p:cNvGrpSpPr/>
              <p:nvPr/>
            </p:nvGrpSpPr>
            <p:grpSpPr>
              <a:xfrm>
                <a:off x="4737007" y="4004357"/>
                <a:ext cx="37870" cy="32357"/>
                <a:chOff x="4737007" y="4004357"/>
                <a:chExt cx="37870" cy="32357"/>
              </a:xfrm>
            </p:grpSpPr>
            <p:sp>
              <p:nvSpPr>
                <p:cNvPr id="3971" name="Google Shape;3971;p48"/>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48"/>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3" name="Google Shape;3973;p48"/>
              <p:cNvGrpSpPr/>
              <p:nvPr/>
            </p:nvGrpSpPr>
            <p:grpSpPr>
              <a:xfrm>
                <a:off x="4773634" y="4208627"/>
                <a:ext cx="37776" cy="32357"/>
                <a:chOff x="4773634" y="4208627"/>
                <a:chExt cx="37776" cy="32357"/>
              </a:xfrm>
            </p:grpSpPr>
            <p:sp>
              <p:nvSpPr>
                <p:cNvPr id="3974" name="Google Shape;3974;p48"/>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48"/>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6" name="Google Shape;3976;p48"/>
              <p:cNvGrpSpPr/>
              <p:nvPr/>
            </p:nvGrpSpPr>
            <p:grpSpPr>
              <a:xfrm>
                <a:off x="4888282" y="4074764"/>
                <a:ext cx="37776" cy="32451"/>
                <a:chOff x="4888282" y="4074764"/>
                <a:chExt cx="37776" cy="32451"/>
              </a:xfrm>
            </p:grpSpPr>
            <p:sp>
              <p:nvSpPr>
                <p:cNvPr id="3977" name="Google Shape;3977;p48"/>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48"/>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9" name="Google Shape;3979;p48"/>
              <p:cNvGrpSpPr/>
              <p:nvPr/>
            </p:nvGrpSpPr>
            <p:grpSpPr>
              <a:xfrm>
                <a:off x="4901315" y="3804271"/>
                <a:ext cx="37776" cy="32364"/>
                <a:chOff x="4901315" y="3804271"/>
                <a:chExt cx="37776" cy="32364"/>
              </a:xfrm>
            </p:grpSpPr>
            <p:sp>
              <p:nvSpPr>
                <p:cNvPr id="3980" name="Google Shape;3980;p48"/>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48"/>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2" name="Google Shape;3982;p48"/>
              <p:cNvGrpSpPr/>
              <p:nvPr/>
            </p:nvGrpSpPr>
            <p:grpSpPr>
              <a:xfrm>
                <a:off x="4866394" y="3715035"/>
                <a:ext cx="37846" cy="32357"/>
                <a:chOff x="4866394" y="3715035"/>
                <a:chExt cx="37846" cy="32357"/>
              </a:xfrm>
            </p:grpSpPr>
            <p:sp>
              <p:nvSpPr>
                <p:cNvPr id="3983" name="Google Shape;3983;p48"/>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48"/>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5" name="Google Shape;3985;p48"/>
              <p:cNvGrpSpPr/>
              <p:nvPr/>
            </p:nvGrpSpPr>
            <p:grpSpPr>
              <a:xfrm>
                <a:off x="4979233" y="3839798"/>
                <a:ext cx="37878" cy="32420"/>
                <a:chOff x="4979233" y="3839798"/>
                <a:chExt cx="37878" cy="32420"/>
              </a:xfrm>
            </p:grpSpPr>
            <p:sp>
              <p:nvSpPr>
                <p:cNvPr id="3986" name="Google Shape;3986;p48"/>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48"/>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8" name="Google Shape;3988;p48"/>
              <p:cNvGrpSpPr/>
              <p:nvPr/>
            </p:nvGrpSpPr>
            <p:grpSpPr>
              <a:xfrm>
                <a:off x="4790662" y="3679147"/>
                <a:ext cx="37783" cy="32380"/>
                <a:chOff x="4790662" y="3679147"/>
                <a:chExt cx="37783" cy="32380"/>
              </a:xfrm>
            </p:grpSpPr>
            <p:sp>
              <p:nvSpPr>
                <p:cNvPr id="3989" name="Google Shape;3989;p48"/>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48"/>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1" name="Google Shape;3991;p48"/>
              <p:cNvGrpSpPr/>
              <p:nvPr/>
            </p:nvGrpSpPr>
            <p:grpSpPr>
              <a:xfrm>
                <a:off x="4857263" y="3557861"/>
                <a:ext cx="37776" cy="32357"/>
                <a:chOff x="4857263" y="3557861"/>
                <a:chExt cx="37776" cy="32357"/>
              </a:xfrm>
            </p:grpSpPr>
            <p:sp>
              <p:nvSpPr>
                <p:cNvPr id="3992" name="Google Shape;3992;p48"/>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48"/>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4" name="Google Shape;3994;p48"/>
              <p:cNvGrpSpPr/>
              <p:nvPr/>
            </p:nvGrpSpPr>
            <p:grpSpPr>
              <a:xfrm>
                <a:off x="4883902" y="3648033"/>
                <a:ext cx="37783" cy="32380"/>
                <a:chOff x="4883902" y="3648033"/>
                <a:chExt cx="37783" cy="32380"/>
              </a:xfrm>
            </p:grpSpPr>
            <p:sp>
              <p:nvSpPr>
                <p:cNvPr id="3995" name="Google Shape;3995;p48"/>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48"/>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7" name="Google Shape;3997;p48"/>
              <p:cNvGrpSpPr/>
              <p:nvPr/>
            </p:nvGrpSpPr>
            <p:grpSpPr>
              <a:xfrm>
                <a:off x="4907780" y="3347220"/>
                <a:ext cx="37878" cy="32357"/>
                <a:chOff x="4907780" y="3347220"/>
                <a:chExt cx="37878" cy="32357"/>
              </a:xfrm>
            </p:grpSpPr>
            <p:sp>
              <p:nvSpPr>
                <p:cNvPr id="3998" name="Google Shape;3998;p48"/>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48"/>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0" name="Google Shape;4000;p48"/>
              <p:cNvGrpSpPr/>
              <p:nvPr/>
            </p:nvGrpSpPr>
            <p:grpSpPr>
              <a:xfrm>
                <a:off x="5065048" y="3738150"/>
                <a:ext cx="37783" cy="32364"/>
                <a:chOff x="5065048" y="3738150"/>
                <a:chExt cx="37783" cy="32364"/>
              </a:xfrm>
            </p:grpSpPr>
            <p:sp>
              <p:nvSpPr>
                <p:cNvPr id="4001" name="Google Shape;4001;p48"/>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48"/>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3" name="Google Shape;4003;p48"/>
              <p:cNvGrpSpPr/>
              <p:nvPr/>
            </p:nvGrpSpPr>
            <p:grpSpPr>
              <a:xfrm>
                <a:off x="5071616" y="3284615"/>
                <a:ext cx="37783" cy="32357"/>
                <a:chOff x="5071616" y="3284615"/>
                <a:chExt cx="37783" cy="32357"/>
              </a:xfrm>
            </p:grpSpPr>
            <p:sp>
              <p:nvSpPr>
                <p:cNvPr id="4004" name="Google Shape;4004;p48"/>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48"/>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6" name="Google Shape;4006;p48"/>
              <p:cNvGrpSpPr/>
              <p:nvPr/>
            </p:nvGrpSpPr>
            <p:grpSpPr>
              <a:xfrm>
                <a:off x="5389291" y="3759921"/>
                <a:ext cx="37783" cy="32380"/>
                <a:chOff x="5389291" y="3759921"/>
                <a:chExt cx="37783" cy="32380"/>
              </a:xfrm>
            </p:grpSpPr>
            <p:sp>
              <p:nvSpPr>
                <p:cNvPr id="4007" name="Google Shape;4007;p48"/>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48"/>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9" name="Google Shape;4009;p48"/>
              <p:cNvGrpSpPr/>
              <p:nvPr/>
            </p:nvGrpSpPr>
            <p:grpSpPr>
              <a:xfrm>
                <a:off x="5431534" y="3632932"/>
                <a:ext cx="37878" cy="32451"/>
                <a:chOff x="5431534" y="3632932"/>
                <a:chExt cx="37878" cy="32451"/>
              </a:xfrm>
            </p:grpSpPr>
            <p:sp>
              <p:nvSpPr>
                <p:cNvPr id="4010" name="Google Shape;4010;p48"/>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48"/>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2" name="Google Shape;4012;p48"/>
              <p:cNvGrpSpPr/>
              <p:nvPr/>
            </p:nvGrpSpPr>
            <p:grpSpPr>
              <a:xfrm>
                <a:off x="5540755" y="3544829"/>
                <a:ext cx="37783" cy="32357"/>
                <a:chOff x="5540755" y="3544829"/>
                <a:chExt cx="37783" cy="32357"/>
              </a:xfrm>
            </p:grpSpPr>
            <p:sp>
              <p:nvSpPr>
                <p:cNvPr id="4013" name="Google Shape;4013;p48"/>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48"/>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5" name="Google Shape;4015;p48"/>
              <p:cNvGrpSpPr/>
              <p:nvPr/>
            </p:nvGrpSpPr>
            <p:grpSpPr>
              <a:xfrm>
                <a:off x="5579293" y="3412107"/>
                <a:ext cx="37776" cy="32357"/>
                <a:chOff x="5579293" y="3412107"/>
                <a:chExt cx="37776" cy="32357"/>
              </a:xfrm>
            </p:grpSpPr>
            <p:sp>
              <p:nvSpPr>
                <p:cNvPr id="4016" name="Google Shape;4016;p48"/>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48"/>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8" name="Google Shape;4018;p48"/>
              <p:cNvGrpSpPr/>
              <p:nvPr/>
            </p:nvGrpSpPr>
            <p:grpSpPr>
              <a:xfrm>
                <a:off x="5801346" y="3284615"/>
                <a:ext cx="37783" cy="32357"/>
                <a:chOff x="5801346" y="3284615"/>
                <a:chExt cx="37783" cy="32357"/>
              </a:xfrm>
            </p:grpSpPr>
            <p:sp>
              <p:nvSpPr>
                <p:cNvPr id="4019" name="Google Shape;4019;p48"/>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48"/>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1" name="Google Shape;4021;p48"/>
              <p:cNvGrpSpPr/>
              <p:nvPr/>
            </p:nvGrpSpPr>
            <p:grpSpPr>
              <a:xfrm>
                <a:off x="5763578" y="3399067"/>
                <a:ext cx="37776" cy="32364"/>
                <a:chOff x="5763578" y="3399067"/>
                <a:chExt cx="37776" cy="32364"/>
              </a:xfrm>
            </p:grpSpPr>
            <p:sp>
              <p:nvSpPr>
                <p:cNvPr id="4022" name="Google Shape;4022;p48"/>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48"/>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4" name="Google Shape;4024;p48"/>
              <p:cNvGrpSpPr/>
              <p:nvPr/>
            </p:nvGrpSpPr>
            <p:grpSpPr>
              <a:xfrm>
                <a:off x="5395858" y="3230952"/>
                <a:ext cx="37776" cy="32364"/>
                <a:chOff x="5395858" y="3230952"/>
                <a:chExt cx="37776" cy="32364"/>
              </a:xfrm>
            </p:grpSpPr>
            <p:sp>
              <p:nvSpPr>
                <p:cNvPr id="4025" name="Google Shape;4025;p48"/>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48"/>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27" name="Google Shape;4027;p48"/>
              <p:cNvGrpSpPr/>
              <p:nvPr/>
            </p:nvGrpSpPr>
            <p:grpSpPr>
              <a:xfrm>
                <a:off x="5264088" y="3188237"/>
                <a:ext cx="37776" cy="32357"/>
                <a:chOff x="5264088" y="3188237"/>
                <a:chExt cx="37776" cy="32357"/>
              </a:xfrm>
            </p:grpSpPr>
            <p:sp>
              <p:nvSpPr>
                <p:cNvPr id="4028" name="Google Shape;4028;p48"/>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48"/>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0" name="Google Shape;4030;p48"/>
              <p:cNvGrpSpPr/>
              <p:nvPr/>
            </p:nvGrpSpPr>
            <p:grpSpPr>
              <a:xfrm>
                <a:off x="5585758" y="3237425"/>
                <a:ext cx="37878" cy="32357"/>
                <a:chOff x="5585758" y="3237425"/>
                <a:chExt cx="37878" cy="32357"/>
              </a:xfrm>
            </p:grpSpPr>
            <p:sp>
              <p:nvSpPr>
                <p:cNvPr id="4031" name="Google Shape;4031;p48"/>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48"/>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3" name="Google Shape;4033;p48"/>
              <p:cNvGrpSpPr/>
              <p:nvPr/>
            </p:nvGrpSpPr>
            <p:grpSpPr>
              <a:xfrm>
                <a:off x="4874196" y="3291088"/>
                <a:ext cx="37878" cy="32451"/>
                <a:chOff x="4874196" y="3291088"/>
                <a:chExt cx="37878" cy="32451"/>
              </a:xfrm>
            </p:grpSpPr>
            <p:sp>
              <p:nvSpPr>
                <p:cNvPr id="4034" name="Google Shape;4034;p48"/>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48"/>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6" name="Google Shape;4036;p48"/>
              <p:cNvGrpSpPr/>
              <p:nvPr/>
            </p:nvGrpSpPr>
            <p:grpSpPr>
              <a:xfrm>
                <a:off x="5197770" y="3785466"/>
                <a:ext cx="37783" cy="32427"/>
                <a:chOff x="5197770" y="3785466"/>
                <a:chExt cx="37783" cy="32427"/>
              </a:xfrm>
            </p:grpSpPr>
            <p:sp>
              <p:nvSpPr>
                <p:cNvPr id="4037" name="Google Shape;4037;p48"/>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48"/>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9" name="Google Shape;4039;p48"/>
              <p:cNvGrpSpPr/>
              <p:nvPr/>
            </p:nvGrpSpPr>
            <p:grpSpPr>
              <a:xfrm>
                <a:off x="5177699" y="3492117"/>
                <a:ext cx="37776" cy="32357"/>
                <a:chOff x="5177699" y="3492117"/>
                <a:chExt cx="37776" cy="32357"/>
              </a:xfrm>
            </p:grpSpPr>
            <p:sp>
              <p:nvSpPr>
                <p:cNvPr id="4040" name="Google Shape;4040;p48"/>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48"/>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2" name="Google Shape;4042;p48"/>
              <p:cNvGrpSpPr/>
              <p:nvPr/>
            </p:nvGrpSpPr>
            <p:grpSpPr>
              <a:xfrm>
                <a:off x="5349431" y="3622346"/>
                <a:ext cx="37870" cy="32380"/>
                <a:chOff x="5349431" y="3622346"/>
                <a:chExt cx="37870" cy="32380"/>
              </a:xfrm>
            </p:grpSpPr>
            <p:sp>
              <p:nvSpPr>
                <p:cNvPr id="4043" name="Google Shape;4043;p48"/>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48"/>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5" name="Google Shape;4045;p48"/>
              <p:cNvGrpSpPr/>
              <p:nvPr/>
            </p:nvGrpSpPr>
            <p:grpSpPr>
              <a:xfrm>
                <a:off x="5068855" y="3563980"/>
                <a:ext cx="53954" cy="46223"/>
                <a:chOff x="5068855" y="3563980"/>
                <a:chExt cx="53954" cy="46223"/>
              </a:xfrm>
            </p:grpSpPr>
            <p:sp>
              <p:nvSpPr>
                <p:cNvPr id="4046" name="Google Shape;4046;p48"/>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48"/>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8" name="Google Shape;4048;p48"/>
              <p:cNvGrpSpPr/>
              <p:nvPr/>
            </p:nvGrpSpPr>
            <p:grpSpPr>
              <a:xfrm>
                <a:off x="5037654" y="3392507"/>
                <a:ext cx="37870" cy="32451"/>
                <a:chOff x="5037654" y="3392507"/>
                <a:chExt cx="37870" cy="32451"/>
              </a:xfrm>
            </p:grpSpPr>
            <p:sp>
              <p:nvSpPr>
                <p:cNvPr id="4049" name="Google Shape;4049;p48"/>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48"/>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1" name="Google Shape;4051;p48"/>
              <p:cNvGrpSpPr/>
              <p:nvPr/>
            </p:nvGrpSpPr>
            <p:grpSpPr>
              <a:xfrm>
                <a:off x="5456560" y="3368629"/>
                <a:ext cx="37870" cy="32451"/>
                <a:chOff x="5456560" y="3368629"/>
                <a:chExt cx="37870" cy="32451"/>
              </a:xfrm>
            </p:grpSpPr>
            <p:sp>
              <p:nvSpPr>
                <p:cNvPr id="4052" name="Google Shape;4052;p48"/>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48"/>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4" name="Google Shape;4054;p48"/>
              <p:cNvGrpSpPr/>
              <p:nvPr/>
            </p:nvGrpSpPr>
            <p:grpSpPr>
              <a:xfrm>
                <a:off x="4755749" y="3501516"/>
                <a:ext cx="46246" cy="39608"/>
                <a:chOff x="4755749" y="3501516"/>
                <a:chExt cx="46246" cy="39608"/>
              </a:xfrm>
            </p:grpSpPr>
            <p:sp>
              <p:nvSpPr>
                <p:cNvPr id="4055" name="Google Shape;4055;p48"/>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48"/>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7" name="Google Shape;4057;p48"/>
              <p:cNvGrpSpPr/>
              <p:nvPr/>
            </p:nvGrpSpPr>
            <p:grpSpPr>
              <a:xfrm>
                <a:off x="4681346" y="3485582"/>
                <a:ext cx="37783" cy="32427"/>
                <a:chOff x="4681346" y="3485582"/>
                <a:chExt cx="37783" cy="32427"/>
              </a:xfrm>
            </p:grpSpPr>
            <p:sp>
              <p:nvSpPr>
                <p:cNvPr id="4058" name="Google Shape;4058;p48"/>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48"/>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0" name="Google Shape;4060;p48"/>
              <p:cNvGrpSpPr/>
              <p:nvPr/>
            </p:nvGrpSpPr>
            <p:grpSpPr>
              <a:xfrm>
                <a:off x="4767067" y="3291088"/>
                <a:ext cx="37878" cy="32451"/>
                <a:chOff x="4767067" y="3291088"/>
                <a:chExt cx="37878" cy="32451"/>
              </a:xfrm>
            </p:grpSpPr>
            <p:sp>
              <p:nvSpPr>
                <p:cNvPr id="4061" name="Google Shape;4061;p48"/>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48"/>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3" name="Google Shape;4063;p48"/>
              <p:cNvGrpSpPr/>
              <p:nvPr/>
            </p:nvGrpSpPr>
            <p:grpSpPr>
              <a:xfrm>
                <a:off x="4687819" y="3405539"/>
                <a:ext cx="37776" cy="32451"/>
                <a:chOff x="4687819" y="3405539"/>
                <a:chExt cx="37776" cy="32451"/>
              </a:xfrm>
            </p:grpSpPr>
            <p:sp>
              <p:nvSpPr>
                <p:cNvPr id="4064" name="Google Shape;4064;p48"/>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48"/>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6" name="Google Shape;4066;p48"/>
              <p:cNvGrpSpPr/>
              <p:nvPr/>
            </p:nvGrpSpPr>
            <p:grpSpPr>
              <a:xfrm>
                <a:off x="4923101" y="3444809"/>
                <a:ext cx="52813" cy="45318"/>
                <a:chOff x="4923101" y="3444809"/>
                <a:chExt cx="52813" cy="45318"/>
              </a:xfrm>
            </p:grpSpPr>
            <p:sp>
              <p:nvSpPr>
                <p:cNvPr id="4067" name="Google Shape;4067;p48"/>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48"/>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9" name="Google Shape;4069;p48"/>
              <p:cNvGrpSpPr/>
              <p:nvPr/>
            </p:nvGrpSpPr>
            <p:grpSpPr>
              <a:xfrm>
                <a:off x="4846040" y="3654750"/>
                <a:ext cx="31405" cy="26993"/>
                <a:chOff x="4846040" y="3654750"/>
                <a:chExt cx="31405" cy="26993"/>
              </a:xfrm>
            </p:grpSpPr>
            <p:sp>
              <p:nvSpPr>
                <p:cNvPr id="4070" name="Google Shape;4070;p48"/>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48"/>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2" name="Google Shape;4072;p48"/>
              <p:cNvGrpSpPr/>
              <p:nvPr/>
            </p:nvGrpSpPr>
            <p:grpSpPr>
              <a:xfrm>
                <a:off x="4925673" y="3691700"/>
                <a:ext cx="40253" cy="34472"/>
                <a:chOff x="4925673" y="3691700"/>
                <a:chExt cx="40253" cy="34472"/>
              </a:xfrm>
            </p:grpSpPr>
            <p:sp>
              <p:nvSpPr>
                <p:cNvPr id="4073" name="Google Shape;4073;p48"/>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48"/>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5" name="Google Shape;4075;p48"/>
              <p:cNvGrpSpPr/>
              <p:nvPr/>
            </p:nvGrpSpPr>
            <p:grpSpPr>
              <a:xfrm>
                <a:off x="4894653" y="3740848"/>
                <a:ext cx="31405" cy="26906"/>
                <a:chOff x="4894653" y="3740848"/>
                <a:chExt cx="31405" cy="26906"/>
              </a:xfrm>
            </p:grpSpPr>
            <p:sp>
              <p:nvSpPr>
                <p:cNvPr id="4076" name="Google Shape;4076;p48"/>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48"/>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8" name="Google Shape;4078;p48"/>
              <p:cNvGrpSpPr/>
              <p:nvPr/>
            </p:nvGrpSpPr>
            <p:grpSpPr>
              <a:xfrm>
                <a:off x="4962300" y="3696348"/>
                <a:ext cx="38255" cy="32773"/>
                <a:chOff x="4962300" y="3696348"/>
                <a:chExt cx="38255" cy="32773"/>
              </a:xfrm>
            </p:grpSpPr>
            <p:sp>
              <p:nvSpPr>
                <p:cNvPr id="4079" name="Google Shape;4079;p48"/>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48"/>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1" name="Google Shape;4081;p48"/>
              <p:cNvGrpSpPr/>
              <p:nvPr/>
            </p:nvGrpSpPr>
            <p:grpSpPr>
              <a:xfrm>
                <a:off x="4980185" y="3743349"/>
                <a:ext cx="31499" cy="26969"/>
                <a:chOff x="4980185" y="3743349"/>
                <a:chExt cx="31499" cy="26969"/>
              </a:xfrm>
            </p:grpSpPr>
            <p:sp>
              <p:nvSpPr>
                <p:cNvPr id="4082" name="Google Shape;4082;p48"/>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48"/>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4" name="Google Shape;4084;p48"/>
              <p:cNvGrpSpPr/>
              <p:nvPr/>
            </p:nvGrpSpPr>
            <p:grpSpPr>
              <a:xfrm>
                <a:off x="5013768" y="3734312"/>
                <a:ext cx="31499" cy="26969"/>
                <a:chOff x="5013768" y="3734312"/>
                <a:chExt cx="31499" cy="26969"/>
              </a:xfrm>
            </p:grpSpPr>
            <p:sp>
              <p:nvSpPr>
                <p:cNvPr id="4085" name="Google Shape;4085;p48"/>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48"/>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7" name="Google Shape;4087;p48"/>
              <p:cNvGrpSpPr/>
              <p:nvPr/>
            </p:nvGrpSpPr>
            <p:grpSpPr>
              <a:xfrm>
                <a:off x="5036703" y="3764545"/>
                <a:ext cx="31499" cy="26898"/>
                <a:chOff x="5036703" y="3764545"/>
                <a:chExt cx="31499" cy="26898"/>
              </a:xfrm>
            </p:grpSpPr>
            <p:sp>
              <p:nvSpPr>
                <p:cNvPr id="4088" name="Google Shape;4088;p48"/>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48"/>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0" name="Google Shape;4090;p48"/>
              <p:cNvGrpSpPr/>
              <p:nvPr/>
            </p:nvGrpSpPr>
            <p:grpSpPr>
              <a:xfrm>
                <a:off x="4953546" y="3768352"/>
                <a:ext cx="31405" cy="26898"/>
                <a:chOff x="4953546" y="3768352"/>
                <a:chExt cx="31405" cy="26898"/>
              </a:xfrm>
            </p:grpSpPr>
            <p:sp>
              <p:nvSpPr>
                <p:cNvPr id="4091" name="Google Shape;4091;p48"/>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48"/>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3" name="Google Shape;4093;p48"/>
              <p:cNvGrpSpPr/>
              <p:nvPr/>
            </p:nvGrpSpPr>
            <p:grpSpPr>
              <a:xfrm>
                <a:off x="4964770" y="3814016"/>
                <a:ext cx="31499" cy="26993"/>
                <a:chOff x="4964770" y="3814016"/>
                <a:chExt cx="31499" cy="26993"/>
              </a:xfrm>
            </p:grpSpPr>
            <p:sp>
              <p:nvSpPr>
                <p:cNvPr id="4094" name="Google Shape;4094;p48"/>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48"/>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6" name="Google Shape;4096;p48"/>
              <p:cNvGrpSpPr/>
              <p:nvPr/>
            </p:nvGrpSpPr>
            <p:grpSpPr>
              <a:xfrm>
                <a:off x="4923290" y="3800504"/>
                <a:ext cx="31468" cy="26898"/>
                <a:chOff x="4923290" y="3800504"/>
                <a:chExt cx="31468" cy="26898"/>
              </a:xfrm>
            </p:grpSpPr>
            <p:sp>
              <p:nvSpPr>
                <p:cNvPr id="4097" name="Google Shape;4097;p48"/>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48"/>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9" name="Google Shape;4099;p48"/>
              <p:cNvGrpSpPr/>
              <p:nvPr/>
            </p:nvGrpSpPr>
            <p:grpSpPr>
              <a:xfrm>
                <a:off x="5108534" y="3650943"/>
                <a:ext cx="31405" cy="26993"/>
                <a:chOff x="5108534" y="3650943"/>
                <a:chExt cx="31405" cy="26993"/>
              </a:xfrm>
            </p:grpSpPr>
            <p:sp>
              <p:nvSpPr>
                <p:cNvPr id="4100" name="Google Shape;4100;p48"/>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48"/>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2" name="Google Shape;4102;p48"/>
              <p:cNvGrpSpPr/>
              <p:nvPr/>
            </p:nvGrpSpPr>
            <p:grpSpPr>
              <a:xfrm>
                <a:off x="5119380" y="3760739"/>
                <a:ext cx="31499" cy="26993"/>
                <a:chOff x="5119380" y="3760739"/>
                <a:chExt cx="31499" cy="26993"/>
              </a:xfrm>
            </p:grpSpPr>
            <p:sp>
              <p:nvSpPr>
                <p:cNvPr id="4103" name="Google Shape;4103;p48"/>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48"/>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5" name="Google Shape;4105;p48"/>
              <p:cNvGrpSpPr/>
              <p:nvPr/>
            </p:nvGrpSpPr>
            <p:grpSpPr>
              <a:xfrm>
                <a:off x="5119380" y="3788235"/>
                <a:ext cx="31499" cy="26993"/>
                <a:chOff x="5119380" y="3788235"/>
                <a:chExt cx="31499" cy="26993"/>
              </a:xfrm>
            </p:grpSpPr>
            <p:sp>
              <p:nvSpPr>
                <p:cNvPr id="4106" name="Google Shape;4106;p48"/>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48"/>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08" name="Google Shape;4108;p48"/>
              <p:cNvGrpSpPr/>
              <p:nvPr/>
            </p:nvGrpSpPr>
            <p:grpSpPr>
              <a:xfrm>
                <a:off x="5158005" y="3875284"/>
                <a:ext cx="31405" cy="27001"/>
                <a:chOff x="5158005" y="3875284"/>
                <a:chExt cx="31405" cy="27001"/>
              </a:xfrm>
            </p:grpSpPr>
            <p:sp>
              <p:nvSpPr>
                <p:cNvPr id="4109" name="Google Shape;4109;p48"/>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48"/>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1" name="Google Shape;4111;p48"/>
              <p:cNvGrpSpPr/>
              <p:nvPr/>
            </p:nvGrpSpPr>
            <p:grpSpPr>
              <a:xfrm>
                <a:off x="5233163" y="3764545"/>
                <a:ext cx="31499" cy="26898"/>
                <a:chOff x="5233163" y="3764545"/>
                <a:chExt cx="31499" cy="26898"/>
              </a:xfrm>
            </p:grpSpPr>
            <p:sp>
              <p:nvSpPr>
                <p:cNvPr id="4112" name="Google Shape;4112;p48"/>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48"/>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4" name="Google Shape;4114;p48"/>
              <p:cNvGrpSpPr/>
              <p:nvPr/>
            </p:nvGrpSpPr>
            <p:grpSpPr>
              <a:xfrm>
                <a:off x="5276168" y="3805545"/>
                <a:ext cx="31499" cy="26906"/>
                <a:chOff x="5276168" y="3805545"/>
                <a:chExt cx="31499" cy="26906"/>
              </a:xfrm>
            </p:grpSpPr>
            <p:sp>
              <p:nvSpPr>
                <p:cNvPr id="4115" name="Google Shape;4115;p48"/>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48"/>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7" name="Google Shape;4117;p48"/>
              <p:cNvGrpSpPr/>
              <p:nvPr/>
            </p:nvGrpSpPr>
            <p:grpSpPr>
              <a:xfrm>
                <a:off x="5294053" y="3851933"/>
                <a:ext cx="31405" cy="26945"/>
                <a:chOff x="5294053" y="3851933"/>
                <a:chExt cx="31405" cy="26945"/>
              </a:xfrm>
            </p:grpSpPr>
            <p:sp>
              <p:nvSpPr>
                <p:cNvPr id="4118" name="Google Shape;4118;p48"/>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48"/>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0" name="Google Shape;4120;p48"/>
              <p:cNvGrpSpPr/>
              <p:nvPr/>
            </p:nvGrpSpPr>
            <p:grpSpPr>
              <a:xfrm>
                <a:off x="5341723" y="3851902"/>
                <a:ext cx="31405" cy="26977"/>
                <a:chOff x="5341723" y="3851902"/>
                <a:chExt cx="31405" cy="26977"/>
              </a:xfrm>
            </p:grpSpPr>
            <p:sp>
              <p:nvSpPr>
                <p:cNvPr id="4121" name="Google Shape;4121;p48"/>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48"/>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3" name="Google Shape;4123;p48"/>
              <p:cNvGrpSpPr/>
              <p:nvPr/>
            </p:nvGrpSpPr>
            <p:grpSpPr>
              <a:xfrm>
                <a:off x="5054871" y="3507855"/>
                <a:ext cx="31405" cy="26993"/>
                <a:chOff x="5054871" y="3507855"/>
                <a:chExt cx="31405" cy="26993"/>
              </a:xfrm>
            </p:grpSpPr>
            <p:sp>
              <p:nvSpPr>
                <p:cNvPr id="4124" name="Google Shape;4124;p48"/>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48"/>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6" name="Google Shape;4126;p48"/>
              <p:cNvGrpSpPr/>
              <p:nvPr/>
            </p:nvGrpSpPr>
            <p:grpSpPr>
              <a:xfrm>
                <a:off x="4876579" y="3675325"/>
                <a:ext cx="31405" cy="26969"/>
                <a:chOff x="4876579" y="3675325"/>
                <a:chExt cx="31405" cy="26969"/>
              </a:xfrm>
            </p:grpSpPr>
            <p:sp>
              <p:nvSpPr>
                <p:cNvPr id="4127" name="Google Shape;4127;p48"/>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48"/>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9" name="Google Shape;4129;p48"/>
              <p:cNvGrpSpPr/>
              <p:nvPr/>
            </p:nvGrpSpPr>
            <p:grpSpPr>
              <a:xfrm>
                <a:off x="4842233" y="3688333"/>
                <a:ext cx="31405" cy="26993"/>
                <a:chOff x="4842233" y="3688333"/>
                <a:chExt cx="31405" cy="26993"/>
              </a:xfrm>
            </p:grpSpPr>
            <p:sp>
              <p:nvSpPr>
                <p:cNvPr id="4130" name="Google Shape;4130;p48"/>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48"/>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32" name="Google Shape;4132;p48"/>
              <p:cNvGrpSpPr/>
              <p:nvPr/>
            </p:nvGrpSpPr>
            <p:grpSpPr>
              <a:xfrm>
                <a:off x="5187876" y="3608032"/>
                <a:ext cx="31405" cy="27001"/>
                <a:chOff x="5187876" y="3608032"/>
                <a:chExt cx="31405" cy="27001"/>
              </a:xfrm>
            </p:grpSpPr>
            <p:sp>
              <p:nvSpPr>
                <p:cNvPr id="4133" name="Google Shape;4133;p48"/>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48"/>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35" name="Google Shape;4135;p48"/>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48"/>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7" name="Google Shape;4137;p48"/>
              <p:cNvGrpSpPr/>
              <p:nvPr/>
            </p:nvGrpSpPr>
            <p:grpSpPr>
              <a:xfrm>
                <a:off x="5269224" y="3304167"/>
                <a:ext cx="40253" cy="34402"/>
                <a:chOff x="5269224" y="3304167"/>
                <a:chExt cx="40253" cy="34402"/>
              </a:xfrm>
            </p:grpSpPr>
            <p:sp>
              <p:nvSpPr>
                <p:cNvPr id="4138" name="Google Shape;4138;p48"/>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48"/>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0" name="Google Shape;4140;p48"/>
              <p:cNvGrpSpPr/>
              <p:nvPr/>
            </p:nvGrpSpPr>
            <p:grpSpPr>
              <a:xfrm>
                <a:off x="5327354" y="3476615"/>
                <a:ext cx="49864" cy="42723"/>
                <a:chOff x="5327354" y="3476615"/>
                <a:chExt cx="49864" cy="42723"/>
              </a:xfrm>
            </p:grpSpPr>
            <p:sp>
              <p:nvSpPr>
                <p:cNvPr id="4141" name="Google Shape;4141;p48"/>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48"/>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43" name="Google Shape;4143;p48"/>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48"/>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45" name="Google Shape;4145;p48"/>
              <p:cNvGrpSpPr/>
              <p:nvPr/>
            </p:nvGrpSpPr>
            <p:grpSpPr>
              <a:xfrm>
                <a:off x="5341723" y="3775957"/>
                <a:ext cx="31405" cy="26898"/>
                <a:chOff x="5341723" y="3775957"/>
                <a:chExt cx="31405" cy="26898"/>
              </a:xfrm>
            </p:grpSpPr>
            <p:sp>
              <p:nvSpPr>
                <p:cNvPr id="4146" name="Google Shape;4146;p48"/>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48"/>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8" name="Google Shape;4148;p48"/>
              <p:cNvGrpSpPr/>
              <p:nvPr/>
            </p:nvGrpSpPr>
            <p:grpSpPr>
              <a:xfrm>
                <a:off x="5439053" y="3699274"/>
                <a:ext cx="31405" cy="26898"/>
                <a:chOff x="5439053" y="3699274"/>
                <a:chExt cx="31405" cy="26898"/>
              </a:xfrm>
            </p:grpSpPr>
            <p:sp>
              <p:nvSpPr>
                <p:cNvPr id="4149" name="Google Shape;4149;p48"/>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48"/>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1" name="Google Shape;4151;p48"/>
              <p:cNvGrpSpPr/>
              <p:nvPr/>
            </p:nvGrpSpPr>
            <p:grpSpPr>
              <a:xfrm>
                <a:off x="5412414" y="3622307"/>
                <a:ext cx="31499" cy="26993"/>
                <a:chOff x="5412414" y="3622307"/>
                <a:chExt cx="31499" cy="26993"/>
              </a:xfrm>
            </p:grpSpPr>
            <p:sp>
              <p:nvSpPr>
                <p:cNvPr id="4152" name="Google Shape;4152;p48"/>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48"/>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4" name="Google Shape;4154;p48"/>
              <p:cNvGrpSpPr/>
              <p:nvPr/>
            </p:nvGrpSpPr>
            <p:grpSpPr>
              <a:xfrm>
                <a:off x="5476254" y="3473949"/>
                <a:ext cx="26835" cy="26930"/>
                <a:chOff x="5476254" y="3473949"/>
                <a:chExt cx="26835" cy="26930"/>
              </a:xfrm>
            </p:grpSpPr>
            <p:sp>
              <p:nvSpPr>
                <p:cNvPr id="4155" name="Google Shape;4155;p48"/>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48"/>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7" name="Google Shape;4157;p48"/>
              <p:cNvGrpSpPr/>
              <p:nvPr/>
            </p:nvGrpSpPr>
            <p:grpSpPr>
              <a:xfrm>
                <a:off x="5564547" y="3481594"/>
                <a:ext cx="31397" cy="26898"/>
                <a:chOff x="5564547" y="3481594"/>
                <a:chExt cx="31397" cy="26898"/>
              </a:xfrm>
            </p:grpSpPr>
            <p:sp>
              <p:nvSpPr>
                <p:cNvPr id="4158" name="Google Shape;4158;p48"/>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48"/>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0" name="Google Shape;4160;p48"/>
              <p:cNvGrpSpPr/>
              <p:nvPr/>
            </p:nvGrpSpPr>
            <p:grpSpPr>
              <a:xfrm>
                <a:off x="5534101" y="3470174"/>
                <a:ext cx="31397" cy="26906"/>
                <a:chOff x="5534101" y="3470174"/>
                <a:chExt cx="31397" cy="26906"/>
              </a:xfrm>
            </p:grpSpPr>
            <p:sp>
              <p:nvSpPr>
                <p:cNvPr id="4161" name="Google Shape;4161;p48"/>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48"/>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3" name="Google Shape;4163;p48"/>
              <p:cNvGrpSpPr/>
              <p:nvPr/>
            </p:nvGrpSpPr>
            <p:grpSpPr>
              <a:xfrm>
                <a:off x="5610879" y="3314486"/>
                <a:ext cx="31499" cy="26938"/>
                <a:chOff x="5610879" y="3314486"/>
                <a:chExt cx="31499" cy="26938"/>
              </a:xfrm>
            </p:grpSpPr>
            <p:sp>
              <p:nvSpPr>
                <p:cNvPr id="4164" name="Google Shape;4164;p48"/>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48"/>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6" name="Google Shape;4166;p48"/>
              <p:cNvGrpSpPr/>
              <p:nvPr/>
            </p:nvGrpSpPr>
            <p:grpSpPr>
              <a:xfrm>
                <a:off x="4834525" y="3501382"/>
                <a:ext cx="31499" cy="26898"/>
                <a:chOff x="4834525" y="3501382"/>
                <a:chExt cx="31499" cy="26898"/>
              </a:xfrm>
            </p:grpSpPr>
            <p:sp>
              <p:nvSpPr>
                <p:cNvPr id="4167" name="Google Shape;4167;p48"/>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48"/>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9" name="Google Shape;4169;p48"/>
              <p:cNvGrpSpPr/>
              <p:nvPr/>
            </p:nvGrpSpPr>
            <p:grpSpPr>
              <a:xfrm>
                <a:off x="4898460" y="3580158"/>
                <a:ext cx="31405" cy="26898"/>
                <a:chOff x="4898460" y="3580158"/>
                <a:chExt cx="31405" cy="26898"/>
              </a:xfrm>
            </p:grpSpPr>
            <p:sp>
              <p:nvSpPr>
                <p:cNvPr id="4170" name="Google Shape;4170;p48"/>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48"/>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2" name="Google Shape;4172;p48"/>
              <p:cNvGrpSpPr/>
              <p:nvPr/>
            </p:nvGrpSpPr>
            <p:grpSpPr>
              <a:xfrm>
                <a:off x="4882667" y="3608032"/>
                <a:ext cx="31499" cy="27001"/>
                <a:chOff x="4882667" y="3608032"/>
                <a:chExt cx="31499" cy="27001"/>
              </a:xfrm>
            </p:grpSpPr>
            <p:sp>
              <p:nvSpPr>
                <p:cNvPr id="4173" name="Google Shape;4173;p48"/>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48"/>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5" name="Google Shape;4175;p48"/>
              <p:cNvGrpSpPr/>
              <p:nvPr/>
            </p:nvGrpSpPr>
            <p:grpSpPr>
              <a:xfrm>
                <a:off x="4843373" y="3631407"/>
                <a:ext cx="16273" cy="16186"/>
                <a:chOff x="4843373" y="3631407"/>
                <a:chExt cx="16273" cy="16186"/>
              </a:xfrm>
            </p:grpSpPr>
            <p:sp>
              <p:nvSpPr>
                <p:cNvPr id="4176" name="Google Shape;4176;p48"/>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48"/>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8" name="Google Shape;4178;p48"/>
              <p:cNvGrpSpPr/>
              <p:nvPr/>
            </p:nvGrpSpPr>
            <p:grpSpPr>
              <a:xfrm>
                <a:off x="4727773" y="3591578"/>
                <a:ext cx="31499" cy="26898"/>
                <a:chOff x="4727773" y="3591578"/>
                <a:chExt cx="31499" cy="26898"/>
              </a:xfrm>
            </p:grpSpPr>
            <p:sp>
              <p:nvSpPr>
                <p:cNvPr id="4179" name="Google Shape;4179;p48"/>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48"/>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1" name="Google Shape;4181;p48"/>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48"/>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83" name="Google Shape;4183;p48"/>
              <p:cNvGrpSpPr/>
              <p:nvPr/>
            </p:nvGrpSpPr>
            <p:grpSpPr>
              <a:xfrm>
                <a:off x="4609421" y="3577398"/>
                <a:ext cx="31499" cy="27001"/>
                <a:chOff x="4609421" y="3577398"/>
                <a:chExt cx="31499" cy="27001"/>
              </a:xfrm>
            </p:grpSpPr>
            <p:sp>
              <p:nvSpPr>
                <p:cNvPr id="4184" name="Google Shape;4184;p48"/>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48"/>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6" name="Google Shape;4186;p48"/>
              <p:cNvGrpSpPr/>
              <p:nvPr/>
            </p:nvGrpSpPr>
            <p:grpSpPr>
              <a:xfrm>
                <a:off x="4649289" y="3577398"/>
                <a:ext cx="31499" cy="27001"/>
                <a:chOff x="4649289" y="3577398"/>
                <a:chExt cx="31499" cy="27001"/>
              </a:xfrm>
            </p:grpSpPr>
            <p:sp>
              <p:nvSpPr>
                <p:cNvPr id="4187" name="Google Shape;4187;p48"/>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48"/>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9" name="Google Shape;4189;p48"/>
              <p:cNvGrpSpPr/>
              <p:nvPr/>
            </p:nvGrpSpPr>
            <p:grpSpPr>
              <a:xfrm>
                <a:off x="4605614" y="3639523"/>
                <a:ext cx="31499" cy="26906"/>
                <a:chOff x="4605614" y="3639523"/>
                <a:chExt cx="31499" cy="26906"/>
              </a:xfrm>
            </p:grpSpPr>
            <p:sp>
              <p:nvSpPr>
                <p:cNvPr id="4190" name="Google Shape;4190;p48"/>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48"/>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2" name="Google Shape;4192;p48"/>
              <p:cNvGrpSpPr/>
              <p:nvPr/>
            </p:nvGrpSpPr>
            <p:grpSpPr>
              <a:xfrm>
                <a:off x="4785149" y="3618846"/>
                <a:ext cx="26930" cy="26843"/>
                <a:chOff x="4785149" y="3618846"/>
                <a:chExt cx="26930" cy="26843"/>
              </a:xfrm>
            </p:grpSpPr>
            <p:sp>
              <p:nvSpPr>
                <p:cNvPr id="4193" name="Google Shape;4193;p48"/>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48"/>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5" name="Google Shape;4195;p48"/>
              <p:cNvGrpSpPr/>
              <p:nvPr/>
            </p:nvGrpSpPr>
            <p:grpSpPr>
              <a:xfrm>
                <a:off x="4810167" y="3601567"/>
                <a:ext cx="31405" cy="26898"/>
                <a:chOff x="4810167" y="3601567"/>
                <a:chExt cx="31405" cy="26898"/>
              </a:xfrm>
            </p:grpSpPr>
            <p:sp>
              <p:nvSpPr>
                <p:cNvPr id="4196" name="Google Shape;4196;p48"/>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48"/>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8" name="Google Shape;4198;p48"/>
              <p:cNvGrpSpPr/>
              <p:nvPr/>
            </p:nvGrpSpPr>
            <p:grpSpPr>
              <a:xfrm>
                <a:off x="4831002" y="3373230"/>
                <a:ext cx="31405" cy="26898"/>
                <a:chOff x="4831002" y="3373230"/>
                <a:chExt cx="31405" cy="26898"/>
              </a:xfrm>
            </p:grpSpPr>
            <p:sp>
              <p:nvSpPr>
                <p:cNvPr id="4199" name="Google Shape;4199;p48"/>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48"/>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1" name="Google Shape;4201;p48"/>
              <p:cNvGrpSpPr/>
              <p:nvPr/>
            </p:nvGrpSpPr>
            <p:grpSpPr>
              <a:xfrm>
                <a:off x="4719311" y="3355054"/>
                <a:ext cx="31499" cy="27001"/>
                <a:chOff x="4719311" y="3355054"/>
                <a:chExt cx="31499" cy="27001"/>
              </a:xfrm>
            </p:grpSpPr>
            <p:sp>
              <p:nvSpPr>
                <p:cNvPr id="4202" name="Google Shape;4202;p48"/>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48"/>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4" name="Google Shape;4204;p48"/>
              <p:cNvGrpSpPr/>
              <p:nvPr/>
            </p:nvGrpSpPr>
            <p:grpSpPr>
              <a:xfrm>
                <a:off x="4798755" y="3450260"/>
                <a:ext cx="26930" cy="26930"/>
                <a:chOff x="4798755" y="3450260"/>
                <a:chExt cx="26930" cy="26930"/>
              </a:xfrm>
            </p:grpSpPr>
            <p:sp>
              <p:nvSpPr>
                <p:cNvPr id="4205" name="Google Shape;4205;p48"/>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48"/>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7" name="Google Shape;4207;p48"/>
              <p:cNvGrpSpPr/>
              <p:nvPr/>
            </p:nvGrpSpPr>
            <p:grpSpPr>
              <a:xfrm>
                <a:off x="4645576" y="3467555"/>
                <a:ext cx="31405" cy="26953"/>
                <a:chOff x="4645576" y="3467555"/>
                <a:chExt cx="31405" cy="26953"/>
              </a:xfrm>
            </p:grpSpPr>
            <p:sp>
              <p:nvSpPr>
                <p:cNvPr id="4208" name="Google Shape;4208;p48"/>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48"/>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0" name="Google Shape;4210;p48"/>
              <p:cNvGrpSpPr/>
              <p:nvPr/>
            </p:nvGrpSpPr>
            <p:grpSpPr>
              <a:xfrm>
                <a:off x="4687631" y="3583965"/>
                <a:ext cx="31499" cy="26898"/>
                <a:chOff x="4687631" y="3583965"/>
                <a:chExt cx="31499" cy="26898"/>
              </a:xfrm>
            </p:grpSpPr>
            <p:sp>
              <p:nvSpPr>
                <p:cNvPr id="4211" name="Google Shape;4211;p48"/>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48"/>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3" name="Google Shape;4213;p48"/>
              <p:cNvGrpSpPr/>
              <p:nvPr/>
            </p:nvGrpSpPr>
            <p:grpSpPr>
              <a:xfrm>
                <a:off x="4719311" y="3471314"/>
                <a:ext cx="31499" cy="27001"/>
                <a:chOff x="4719311" y="3471314"/>
                <a:chExt cx="31499" cy="27001"/>
              </a:xfrm>
            </p:grpSpPr>
            <p:sp>
              <p:nvSpPr>
                <p:cNvPr id="4214" name="Google Shape;4214;p48"/>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48"/>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6" name="Google Shape;4216;p48"/>
              <p:cNvGrpSpPr/>
              <p:nvPr/>
            </p:nvGrpSpPr>
            <p:grpSpPr>
              <a:xfrm>
                <a:off x="4719311" y="3434404"/>
                <a:ext cx="31499" cy="26898"/>
                <a:chOff x="4719311" y="3434404"/>
                <a:chExt cx="31499" cy="26898"/>
              </a:xfrm>
            </p:grpSpPr>
            <p:sp>
              <p:nvSpPr>
                <p:cNvPr id="4217" name="Google Shape;4217;p48"/>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48"/>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9" name="Google Shape;4219;p48"/>
              <p:cNvGrpSpPr/>
              <p:nvPr/>
            </p:nvGrpSpPr>
            <p:grpSpPr>
              <a:xfrm>
                <a:off x="4768876" y="3401772"/>
                <a:ext cx="31499" cy="26898"/>
                <a:chOff x="4768876" y="3401772"/>
                <a:chExt cx="31499" cy="26898"/>
              </a:xfrm>
            </p:grpSpPr>
            <p:sp>
              <p:nvSpPr>
                <p:cNvPr id="4220" name="Google Shape;4220;p48"/>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48"/>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2" name="Google Shape;4222;p48"/>
              <p:cNvGrpSpPr/>
              <p:nvPr/>
            </p:nvGrpSpPr>
            <p:grpSpPr>
              <a:xfrm>
                <a:off x="4762214" y="3471377"/>
                <a:ext cx="26938" cy="26938"/>
                <a:chOff x="4762214" y="3471377"/>
                <a:chExt cx="26938" cy="26938"/>
              </a:xfrm>
            </p:grpSpPr>
            <p:sp>
              <p:nvSpPr>
                <p:cNvPr id="4223" name="Google Shape;4223;p48"/>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8"/>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5" name="Google Shape;4225;p48"/>
              <p:cNvGrpSpPr/>
              <p:nvPr/>
            </p:nvGrpSpPr>
            <p:grpSpPr>
              <a:xfrm>
                <a:off x="4790473" y="3344782"/>
                <a:ext cx="31405" cy="26898"/>
                <a:chOff x="4790473" y="3344782"/>
                <a:chExt cx="31405" cy="26898"/>
              </a:xfrm>
            </p:grpSpPr>
            <p:sp>
              <p:nvSpPr>
                <p:cNvPr id="4226" name="Google Shape;4226;p48"/>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8"/>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8" name="Google Shape;4228;p48"/>
              <p:cNvGrpSpPr/>
              <p:nvPr/>
            </p:nvGrpSpPr>
            <p:grpSpPr>
              <a:xfrm>
                <a:off x="4823774" y="3950733"/>
                <a:ext cx="37398" cy="32034"/>
                <a:chOff x="4823774" y="3950733"/>
                <a:chExt cx="37398" cy="32034"/>
              </a:xfrm>
            </p:grpSpPr>
            <p:sp>
              <p:nvSpPr>
                <p:cNvPr id="4229" name="Google Shape;4229;p48"/>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8"/>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1" name="Google Shape;4231;p48"/>
              <p:cNvGrpSpPr/>
              <p:nvPr/>
            </p:nvGrpSpPr>
            <p:grpSpPr>
              <a:xfrm>
                <a:off x="4823396" y="4110566"/>
                <a:ext cx="31405" cy="26906"/>
                <a:chOff x="4823396" y="4110566"/>
                <a:chExt cx="31405" cy="26906"/>
              </a:xfrm>
            </p:grpSpPr>
            <p:sp>
              <p:nvSpPr>
                <p:cNvPr id="4232" name="Google Shape;4232;p48"/>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8"/>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4" name="Google Shape;4234;p48"/>
              <p:cNvGrpSpPr/>
              <p:nvPr/>
            </p:nvGrpSpPr>
            <p:grpSpPr>
              <a:xfrm>
                <a:off x="4838332" y="3821150"/>
                <a:ext cx="31499" cy="26898"/>
                <a:chOff x="4838332" y="3821150"/>
                <a:chExt cx="31499" cy="26898"/>
              </a:xfrm>
            </p:grpSpPr>
            <p:sp>
              <p:nvSpPr>
                <p:cNvPr id="4235" name="Google Shape;4235;p48"/>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8"/>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7" name="Google Shape;4237;p48"/>
              <p:cNvGrpSpPr/>
              <p:nvPr/>
            </p:nvGrpSpPr>
            <p:grpSpPr>
              <a:xfrm>
                <a:off x="4661275" y="3815007"/>
                <a:ext cx="36824" cy="31523"/>
                <a:chOff x="4661275" y="3815007"/>
                <a:chExt cx="36824" cy="31523"/>
              </a:xfrm>
            </p:grpSpPr>
            <p:sp>
              <p:nvSpPr>
                <p:cNvPr id="4238" name="Google Shape;4238;p48"/>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8"/>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0" name="Google Shape;4240;p48"/>
              <p:cNvGrpSpPr/>
              <p:nvPr/>
            </p:nvGrpSpPr>
            <p:grpSpPr>
              <a:xfrm>
                <a:off x="4558998" y="3851037"/>
                <a:ext cx="33591" cy="28699"/>
                <a:chOff x="4558998" y="3851037"/>
                <a:chExt cx="33591" cy="28699"/>
              </a:xfrm>
            </p:grpSpPr>
            <p:sp>
              <p:nvSpPr>
                <p:cNvPr id="4241" name="Google Shape;4241;p48"/>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8"/>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3" name="Google Shape;4243;p48"/>
              <p:cNvGrpSpPr/>
              <p:nvPr/>
            </p:nvGrpSpPr>
            <p:grpSpPr>
              <a:xfrm>
                <a:off x="4696762" y="3638587"/>
                <a:ext cx="33591" cy="28794"/>
                <a:chOff x="4696762" y="3638587"/>
                <a:chExt cx="33591" cy="28794"/>
              </a:xfrm>
            </p:grpSpPr>
            <p:sp>
              <p:nvSpPr>
                <p:cNvPr id="4244" name="Google Shape;4244;p48"/>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8"/>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6" name="Google Shape;4246;p48"/>
              <p:cNvGrpSpPr/>
              <p:nvPr/>
            </p:nvGrpSpPr>
            <p:grpSpPr>
              <a:xfrm>
                <a:off x="4929479" y="3939140"/>
                <a:ext cx="33497" cy="28692"/>
                <a:chOff x="4929479" y="3939140"/>
                <a:chExt cx="33497" cy="28692"/>
              </a:xfrm>
            </p:grpSpPr>
            <p:sp>
              <p:nvSpPr>
                <p:cNvPr id="4247" name="Google Shape;4247;p48"/>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48"/>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9" name="Google Shape;4249;p48"/>
              <p:cNvGrpSpPr/>
              <p:nvPr/>
            </p:nvGrpSpPr>
            <p:grpSpPr>
              <a:xfrm>
                <a:off x="4907119" y="3986039"/>
                <a:ext cx="33497" cy="28699"/>
                <a:chOff x="4907119" y="3986039"/>
                <a:chExt cx="33497" cy="28699"/>
              </a:xfrm>
            </p:grpSpPr>
            <p:sp>
              <p:nvSpPr>
                <p:cNvPr id="4250" name="Google Shape;4250;p48"/>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8"/>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2" name="Google Shape;4252;p48"/>
              <p:cNvGrpSpPr/>
              <p:nvPr/>
            </p:nvGrpSpPr>
            <p:grpSpPr>
              <a:xfrm>
                <a:off x="4911783" y="4048102"/>
                <a:ext cx="33591" cy="28762"/>
                <a:chOff x="4911783" y="4048102"/>
                <a:chExt cx="33591" cy="28762"/>
              </a:xfrm>
            </p:grpSpPr>
            <p:sp>
              <p:nvSpPr>
                <p:cNvPr id="4253" name="Google Shape;4253;p48"/>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8"/>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55" name="Google Shape;4255;p48"/>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8"/>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7" name="Google Shape;4257;p48"/>
              <p:cNvGrpSpPr/>
              <p:nvPr/>
            </p:nvGrpSpPr>
            <p:grpSpPr>
              <a:xfrm>
                <a:off x="4762623" y="3837847"/>
                <a:ext cx="42416" cy="36273"/>
                <a:chOff x="4762623" y="3837847"/>
                <a:chExt cx="42416" cy="36273"/>
              </a:xfrm>
            </p:grpSpPr>
            <p:sp>
              <p:nvSpPr>
                <p:cNvPr id="4258" name="Google Shape;4258;p48"/>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8"/>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0" name="Google Shape;4260;p48"/>
              <p:cNvGrpSpPr/>
              <p:nvPr/>
            </p:nvGrpSpPr>
            <p:grpSpPr>
              <a:xfrm>
                <a:off x="4746044" y="4104966"/>
                <a:ext cx="33497" cy="28699"/>
                <a:chOff x="4746044" y="4104966"/>
                <a:chExt cx="33497" cy="28699"/>
              </a:xfrm>
            </p:grpSpPr>
            <p:sp>
              <p:nvSpPr>
                <p:cNvPr id="4261" name="Google Shape;4261;p48"/>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8"/>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3" name="Google Shape;4263;p48"/>
              <p:cNvGrpSpPr/>
              <p:nvPr/>
            </p:nvGrpSpPr>
            <p:grpSpPr>
              <a:xfrm>
                <a:off x="4859646" y="4162554"/>
                <a:ext cx="33591" cy="28762"/>
                <a:chOff x="4859646" y="4162554"/>
                <a:chExt cx="33591" cy="28762"/>
              </a:xfrm>
            </p:grpSpPr>
            <p:sp>
              <p:nvSpPr>
                <p:cNvPr id="4264" name="Google Shape;4264;p48"/>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8"/>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66" name="Google Shape;4266;p48"/>
            <p:cNvGrpSpPr/>
            <p:nvPr/>
          </p:nvGrpSpPr>
          <p:grpSpPr>
            <a:xfrm>
              <a:off x="3597785" y="3274438"/>
              <a:ext cx="855610" cy="1122100"/>
              <a:chOff x="3597785" y="3274438"/>
              <a:chExt cx="855610" cy="1122100"/>
            </a:xfrm>
          </p:grpSpPr>
          <p:grpSp>
            <p:nvGrpSpPr>
              <p:cNvPr id="4267" name="Google Shape;4267;p48"/>
              <p:cNvGrpSpPr/>
              <p:nvPr/>
            </p:nvGrpSpPr>
            <p:grpSpPr>
              <a:xfrm>
                <a:off x="3617857" y="3284717"/>
                <a:ext cx="826785" cy="1099165"/>
                <a:chOff x="3617857" y="3284717"/>
                <a:chExt cx="826785" cy="1099165"/>
              </a:xfrm>
            </p:grpSpPr>
            <p:sp>
              <p:nvSpPr>
                <p:cNvPr id="4268" name="Google Shape;4268;p48"/>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48"/>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48"/>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48"/>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48"/>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48"/>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48"/>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48"/>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48"/>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48"/>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48"/>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48"/>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48"/>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48"/>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48"/>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48"/>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48"/>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48"/>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48"/>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48"/>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48"/>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48"/>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48"/>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48"/>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48"/>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48"/>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48"/>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48"/>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48"/>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48"/>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48"/>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48"/>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48"/>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48"/>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48"/>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48"/>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48"/>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48"/>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48"/>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48"/>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48"/>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48"/>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48"/>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48"/>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48"/>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48"/>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48"/>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48"/>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48"/>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48"/>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48"/>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48"/>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48"/>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48"/>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48"/>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48"/>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4" name="Google Shape;4324;p48"/>
              <p:cNvGrpSpPr/>
              <p:nvPr/>
            </p:nvGrpSpPr>
            <p:grpSpPr>
              <a:xfrm>
                <a:off x="4180904" y="4251758"/>
                <a:ext cx="37783" cy="32420"/>
                <a:chOff x="4180904" y="4251758"/>
                <a:chExt cx="37783" cy="32420"/>
              </a:xfrm>
            </p:grpSpPr>
            <p:sp>
              <p:nvSpPr>
                <p:cNvPr id="4325" name="Google Shape;4325;p48"/>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48"/>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7" name="Google Shape;4327;p48"/>
              <p:cNvGrpSpPr/>
              <p:nvPr/>
            </p:nvGrpSpPr>
            <p:grpSpPr>
              <a:xfrm>
                <a:off x="4201644" y="4081324"/>
                <a:ext cx="37783" cy="32364"/>
                <a:chOff x="4201644" y="4081324"/>
                <a:chExt cx="37783" cy="32364"/>
              </a:xfrm>
            </p:grpSpPr>
            <p:sp>
              <p:nvSpPr>
                <p:cNvPr id="4328" name="Google Shape;4328;p48"/>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48"/>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0" name="Google Shape;4330;p48"/>
              <p:cNvGrpSpPr/>
              <p:nvPr/>
            </p:nvGrpSpPr>
            <p:grpSpPr>
              <a:xfrm>
                <a:off x="4284416" y="3887428"/>
                <a:ext cx="37783" cy="32451"/>
                <a:chOff x="4284416" y="3887428"/>
                <a:chExt cx="37783" cy="32451"/>
              </a:xfrm>
            </p:grpSpPr>
            <p:sp>
              <p:nvSpPr>
                <p:cNvPr id="4331" name="Google Shape;4331;p48"/>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48"/>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3" name="Google Shape;4333;p48"/>
              <p:cNvGrpSpPr/>
              <p:nvPr/>
            </p:nvGrpSpPr>
            <p:grpSpPr>
              <a:xfrm>
                <a:off x="4223721" y="3860404"/>
                <a:ext cx="37870" cy="32364"/>
                <a:chOff x="4223721" y="3860404"/>
                <a:chExt cx="37870" cy="32364"/>
              </a:xfrm>
            </p:grpSpPr>
            <p:sp>
              <p:nvSpPr>
                <p:cNvPr id="4334" name="Google Shape;4334;p48"/>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48"/>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6" name="Google Shape;4336;p48"/>
              <p:cNvGrpSpPr/>
              <p:nvPr/>
            </p:nvGrpSpPr>
            <p:grpSpPr>
              <a:xfrm>
                <a:off x="4104889" y="3699242"/>
                <a:ext cx="37776" cy="32357"/>
                <a:chOff x="4104889" y="3699242"/>
                <a:chExt cx="37776" cy="32357"/>
              </a:xfrm>
            </p:grpSpPr>
            <p:sp>
              <p:nvSpPr>
                <p:cNvPr id="4337" name="Google Shape;4337;p48"/>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48"/>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9" name="Google Shape;4339;p48"/>
              <p:cNvGrpSpPr/>
              <p:nvPr/>
            </p:nvGrpSpPr>
            <p:grpSpPr>
              <a:xfrm>
                <a:off x="4143608" y="3475121"/>
                <a:ext cx="37878" cy="32420"/>
                <a:chOff x="4143608" y="3475121"/>
                <a:chExt cx="37878" cy="32420"/>
              </a:xfrm>
            </p:grpSpPr>
            <p:sp>
              <p:nvSpPr>
                <p:cNvPr id="4340" name="Google Shape;4340;p48"/>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48"/>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2" name="Google Shape;4342;p48"/>
              <p:cNvGrpSpPr/>
              <p:nvPr/>
            </p:nvGrpSpPr>
            <p:grpSpPr>
              <a:xfrm>
                <a:off x="4217248" y="3570893"/>
                <a:ext cx="37776" cy="32364"/>
                <a:chOff x="4217248" y="3570893"/>
                <a:chExt cx="37776" cy="32364"/>
              </a:xfrm>
            </p:grpSpPr>
            <p:sp>
              <p:nvSpPr>
                <p:cNvPr id="4343" name="Google Shape;4343;p48"/>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48"/>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5" name="Google Shape;4345;p48"/>
              <p:cNvGrpSpPr/>
              <p:nvPr/>
            </p:nvGrpSpPr>
            <p:grpSpPr>
              <a:xfrm>
                <a:off x="4255307" y="3431612"/>
                <a:ext cx="37776" cy="32451"/>
                <a:chOff x="4255307" y="3431612"/>
                <a:chExt cx="37776" cy="32451"/>
              </a:xfrm>
            </p:grpSpPr>
            <p:sp>
              <p:nvSpPr>
                <p:cNvPr id="4346" name="Google Shape;4346;p48"/>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48"/>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8" name="Google Shape;4348;p48"/>
              <p:cNvGrpSpPr/>
              <p:nvPr/>
            </p:nvGrpSpPr>
            <p:grpSpPr>
              <a:xfrm>
                <a:off x="3853052" y="3577398"/>
                <a:ext cx="37776" cy="32420"/>
                <a:chOff x="3853052" y="3577398"/>
                <a:chExt cx="37776" cy="32420"/>
              </a:xfrm>
            </p:grpSpPr>
            <p:sp>
              <p:nvSpPr>
                <p:cNvPr id="4349" name="Google Shape;4349;p48"/>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48"/>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1" name="Google Shape;4351;p48"/>
              <p:cNvGrpSpPr/>
              <p:nvPr/>
            </p:nvGrpSpPr>
            <p:grpSpPr>
              <a:xfrm>
                <a:off x="4039908" y="3412107"/>
                <a:ext cx="37776" cy="32357"/>
                <a:chOff x="4039908" y="3412107"/>
                <a:chExt cx="37776" cy="32357"/>
              </a:xfrm>
            </p:grpSpPr>
            <p:sp>
              <p:nvSpPr>
                <p:cNvPr id="4352" name="Google Shape;4352;p48"/>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48"/>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4" name="Google Shape;4354;p48"/>
              <p:cNvGrpSpPr/>
              <p:nvPr/>
            </p:nvGrpSpPr>
            <p:grpSpPr>
              <a:xfrm>
                <a:off x="4017360" y="3342061"/>
                <a:ext cx="37870" cy="32380"/>
                <a:chOff x="4017360" y="3342061"/>
                <a:chExt cx="37870" cy="32380"/>
              </a:xfrm>
            </p:grpSpPr>
            <p:sp>
              <p:nvSpPr>
                <p:cNvPr id="4355" name="Google Shape;4355;p48"/>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48"/>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57" name="Google Shape;4357;p48"/>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48"/>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9" name="Google Shape;4359;p48"/>
              <p:cNvGrpSpPr/>
              <p:nvPr/>
            </p:nvGrpSpPr>
            <p:grpSpPr>
              <a:xfrm>
                <a:off x="3750870" y="3418650"/>
                <a:ext cx="37776" cy="32380"/>
                <a:chOff x="3750870" y="3418650"/>
                <a:chExt cx="37776" cy="32380"/>
              </a:xfrm>
            </p:grpSpPr>
            <p:sp>
              <p:nvSpPr>
                <p:cNvPr id="4360" name="Google Shape;4360;p48"/>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48"/>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2" name="Google Shape;4362;p48"/>
              <p:cNvGrpSpPr/>
              <p:nvPr/>
            </p:nvGrpSpPr>
            <p:grpSpPr>
              <a:xfrm>
                <a:off x="3632509" y="3274438"/>
                <a:ext cx="37783" cy="32357"/>
                <a:chOff x="3632509" y="3274438"/>
                <a:chExt cx="37783" cy="32357"/>
              </a:xfrm>
            </p:grpSpPr>
            <p:sp>
              <p:nvSpPr>
                <p:cNvPr id="4363" name="Google Shape;4363;p48"/>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48"/>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5" name="Google Shape;4365;p48"/>
              <p:cNvGrpSpPr/>
              <p:nvPr/>
            </p:nvGrpSpPr>
            <p:grpSpPr>
              <a:xfrm>
                <a:off x="3906424" y="3297561"/>
                <a:ext cx="37776" cy="32451"/>
                <a:chOff x="3906424" y="3297561"/>
                <a:chExt cx="37776" cy="32451"/>
              </a:xfrm>
            </p:grpSpPr>
            <p:sp>
              <p:nvSpPr>
                <p:cNvPr id="4366" name="Google Shape;4366;p48"/>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48"/>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8" name="Google Shape;4368;p48"/>
              <p:cNvGrpSpPr/>
              <p:nvPr/>
            </p:nvGrpSpPr>
            <p:grpSpPr>
              <a:xfrm>
                <a:off x="3866084" y="3412107"/>
                <a:ext cx="37776" cy="32357"/>
                <a:chOff x="3866084" y="3412107"/>
                <a:chExt cx="37776" cy="32357"/>
              </a:xfrm>
            </p:grpSpPr>
            <p:sp>
              <p:nvSpPr>
                <p:cNvPr id="4369" name="Google Shape;4369;p48"/>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48"/>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1" name="Google Shape;4371;p48"/>
              <p:cNvGrpSpPr/>
              <p:nvPr/>
            </p:nvGrpSpPr>
            <p:grpSpPr>
              <a:xfrm>
                <a:off x="4023919" y="3766409"/>
                <a:ext cx="37783" cy="32357"/>
                <a:chOff x="4023919" y="3766409"/>
                <a:chExt cx="37783" cy="32357"/>
              </a:xfrm>
            </p:grpSpPr>
            <p:sp>
              <p:nvSpPr>
                <p:cNvPr id="4372" name="Google Shape;4372;p48"/>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48"/>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4" name="Google Shape;4374;p48"/>
              <p:cNvGrpSpPr/>
              <p:nvPr/>
            </p:nvGrpSpPr>
            <p:grpSpPr>
              <a:xfrm>
                <a:off x="3973882" y="3779449"/>
                <a:ext cx="37776" cy="32357"/>
                <a:chOff x="3973882" y="3779449"/>
                <a:chExt cx="37776" cy="32357"/>
              </a:xfrm>
            </p:grpSpPr>
            <p:sp>
              <p:nvSpPr>
                <p:cNvPr id="4375" name="Google Shape;4375;p48"/>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48"/>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7" name="Google Shape;4377;p48"/>
              <p:cNvGrpSpPr/>
              <p:nvPr/>
            </p:nvGrpSpPr>
            <p:grpSpPr>
              <a:xfrm>
                <a:off x="4073398" y="3838028"/>
                <a:ext cx="37776" cy="32380"/>
                <a:chOff x="4073398" y="3838028"/>
                <a:chExt cx="37776" cy="32380"/>
              </a:xfrm>
            </p:grpSpPr>
            <p:sp>
              <p:nvSpPr>
                <p:cNvPr id="4378" name="Google Shape;4378;p48"/>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48"/>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0" name="Google Shape;4380;p48"/>
              <p:cNvGrpSpPr/>
              <p:nvPr/>
            </p:nvGrpSpPr>
            <p:grpSpPr>
              <a:xfrm>
                <a:off x="4342672" y="4144496"/>
                <a:ext cx="37752" cy="32364"/>
                <a:chOff x="4342672" y="4144496"/>
                <a:chExt cx="37752" cy="32364"/>
              </a:xfrm>
            </p:grpSpPr>
            <p:sp>
              <p:nvSpPr>
                <p:cNvPr id="4381" name="Google Shape;4381;p48"/>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48"/>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3" name="Google Shape;4383;p48"/>
              <p:cNvGrpSpPr/>
              <p:nvPr/>
            </p:nvGrpSpPr>
            <p:grpSpPr>
              <a:xfrm>
                <a:off x="4406386" y="4056872"/>
                <a:ext cx="37783" cy="32364"/>
                <a:chOff x="4406386" y="4056872"/>
                <a:chExt cx="37783" cy="32364"/>
              </a:xfrm>
            </p:grpSpPr>
            <p:sp>
              <p:nvSpPr>
                <p:cNvPr id="4384" name="Google Shape;4384;p48"/>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48"/>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6" name="Google Shape;4386;p48"/>
              <p:cNvGrpSpPr/>
              <p:nvPr/>
            </p:nvGrpSpPr>
            <p:grpSpPr>
              <a:xfrm>
                <a:off x="4284416" y="4245254"/>
                <a:ext cx="37783" cy="32357"/>
                <a:chOff x="4284416" y="4245254"/>
                <a:chExt cx="37783" cy="32357"/>
              </a:xfrm>
            </p:grpSpPr>
            <p:sp>
              <p:nvSpPr>
                <p:cNvPr id="4387" name="Google Shape;4387;p48"/>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48"/>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9" name="Google Shape;4389;p48"/>
              <p:cNvGrpSpPr/>
              <p:nvPr/>
            </p:nvGrpSpPr>
            <p:grpSpPr>
              <a:xfrm>
                <a:off x="4219057" y="4331258"/>
                <a:ext cx="37776" cy="32364"/>
                <a:chOff x="4219057" y="4331258"/>
                <a:chExt cx="37776" cy="32364"/>
              </a:xfrm>
            </p:grpSpPr>
            <p:sp>
              <p:nvSpPr>
                <p:cNvPr id="4390" name="Google Shape;4390;p48"/>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48"/>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2" name="Google Shape;4392;p48"/>
              <p:cNvGrpSpPr/>
              <p:nvPr/>
            </p:nvGrpSpPr>
            <p:grpSpPr>
              <a:xfrm>
                <a:off x="4204122" y="4141688"/>
                <a:ext cx="33497" cy="28699"/>
                <a:chOff x="4204122" y="4141688"/>
                <a:chExt cx="33497" cy="28699"/>
              </a:xfrm>
            </p:grpSpPr>
            <p:sp>
              <p:nvSpPr>
                <p:cNvPr id="4393" name="Google Shape;4393;p48"/>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48"/>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5" name="Google Shape;4395;p48"/>
              <p:cNvGrpSpPr/>
              <p:nvPr/>
            </p:nvGrpSpPr>
            <p:grpSpPr>
              <a:xfrm>
                <a:off x="4301546" y="4003869"/>
                <a:ext cx="38916" cy="33324"/>
                <a:chOff x="4301546" y="4003869"/>
                <a:chExt cx="38916" cy="33324"/>
              </a:xfrm>
            </p:grpSpPr>
            <p:sp>
              <p:nvSpPr>
                <p:cNvPr id="4396" name="Google Shape;4396;p48"/>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48"/>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8" name="Google Shape;4398;p48"/>
              <p:cNvGrpSpPr/>
              <p:nvPr/>
            </p:nvGrpSpPr>
            <p:grpSpPr>
              <a:xfrm>
                <a:off x="4210681" y="3924669"/>
                <a:ext cx="36549" cy="31366"/>
                <a:chOff x="4210681" y="3924669"/>
                <a:chExt cx="36549" cy="31366"/>
              </a:xfrm>
            </p:grpSpPr>
            <p:sp>
              <p:nvSpPr>
                <p:cNvPr id="4399" name="Google Shape;4399;p48"/>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48"/>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1" name="Google Shape;4401;p48"/>
              <p:cNvGrpSpPr/>
              <p:nvPr/>
            </p:nvGrpSpPr>
            <p:grpSpPr>
              <a:xfrm>
                <a:off x="3987771" y="3628874"/>
                <a:ext cx="31499" cy="26993"/>
                <a:chOff x="3987771" y="3628874"/>
                <a:chExt cx="31499" cy="26993"/>
              </a:xfrm>
            </p:grpSpPr>
            <p:sp>
              <p:nvSpPr>
                <p:cNvPr id="4402" name="Google Shape;4402;p48"/>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48"/>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4" name="Google Shape;4404;p48"/>
              <p:cNvGrpSpPr/>
              <p:nvPr/>
            </p:nvGrpSpPr>
            <p:grpSpPr>
              <a:xfrm>
                <a:off x="4087382" y="3775674"/>
                <a:ext cx="31405" cy="26898"/>
                <a:chOff x="4087382" y="3775674"/>
                <a:chExt cx="31405" cy="26898"/>
              </a:xfrm>
            </p:grpSpPr>
            <p:sp>
              <p:nvSpPr>
                <p:cNvPr id="4405" name="Google Shape;4405;p48"/>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48"/>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7" name="Google Shape;4407;p48"/>
              <p:cNvGrpSpPr/>
              <p:nvPr/>
            </p:nvGrpSpPr>
            <p:grpSpPr>
              <a:xfrm>
                <a:off x="4118873" y="3856637"/>
                <a:ext cx="31405" cy="26906"/>
                <a:chOff x="4118873" y="3856637"/>
                <a:chExt cx="31405" cy="26906"/>
              </a:xfrm>
            </p:grpSpPr>
            <p:sp>
              <p:nvSpPr>
                <p:cNvPr id="4408" name="Google Shape;4408;p48"/>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48"/>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0" name="Google Shape;4410;p48"/>
              <p:cNvGrpSpPr/>
              <p:nvPr/>
            </p:nvGrpSpPr>
            <p:grpSpPr>
              <a:xfrm>
                <a:off x="4168541" y="3639523"/>
                <a:ext cx="31499" cy="26906"/>
                <a:chOff x="4168541" y="3639523"/>
                <a:chExt cx="31499" cy="26906"/>
              </a:xfrm>
            </p:grpSpPr>
            <p:sp>
              <p:nvSpPr>
                <p:cNvPr id="4411" name="Google Shape;4411;p48"/>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48"/>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3" name="Google Shape;4413;p48"/>
              <p:cNvGrpSpPr/>
              <p:nvPr/>
            </p:nvGrpSpPr>
            <p:grpSpPr>
              <a:xfrm>
                <a:off x="3965789" y="3393545"/>
                <a:ext cx="31405" cy="26945"/>
                <a:chOff x="3965789" y="3393545"/>
                <a:chExt cx="31405" cy="26945"/>
              </a:xfrm>
            </p:grpSpPr>
            <p:sp>
              <p:nvSpPr>
                <p:cNvPr id="4414" name="Google Shape;4414;p48"/>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48"/>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6" name="Google Shape;4416;p48"/>
              <p:cNvGrpSpPr/>
              <p:nvPr/>
            </p:nvGrpSpPr>
            <p:grpSpPr>
              <a:xfrm>
                <a:off x="3925166" y="3491008"/>
                <a:ext cx="31405" cy="27001"/>
                <a:chOff x="3925166" y="3491008"/>
                <a:chExt cx="31405" cy="27001"/>
              </a:xfrm>
            </p:grpSpPr>
            <p:sp>
              <p:nvSpPr>
                <p:cNvPr id="4417" name="Google Shape;4417;p48"/>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48"/>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9" name="Google Shape;4419;p48"/>
              <p:cNvGrpSpPr/>
              <p:nvPr/>
            </p:nvGrpSpPr>
            <p:grpSpPr>
              <a:xfrm>
                <a:off x="3682845" y="3340976"/>
                <a:ext cx="31397" cy="26898"/>
                <a:chOff x="3682845" y="3340976"/>
                <a:chExt cx="31397" cy="26898"/>
              </a:xfrm>
            </p:grpSpPr>
            <p:sp>
              <p:nvSpPr>
                <p:cNvPr id="4420" name="Google Shape;4420;p48"/>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48"/>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2" name="Google Shape;4422;p48"/>
              <p:cNvGrpSpPr/>
              <p:nvPr/>
            </p:nvGrpSpPr>
            <p:grpSpPr>
              <a:xfrm>
                <a:off x="3795393" y="3353725"/>
                <a:ext cx="31499" cy="26993"/>
                <a:chOff x="3795393" y="3353725"/>
                <a:chExt cx="31499" cy="26993"/>
              </a:xfrm>
            </p:grpSpPr>
            <p:sp>
              <p:nvSpPr>
                <p:cNvPr id="4423" name="Google Shape;4423;p48"/>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48"/>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5" name="Google Shape;4425;p48"/>
              <p:cNvGrpSpPr/>
              <p:nvPr/>
            </p:nvGrpSpPr>
            <p:grpSpPr>
              <a:xfrm>
                <a:off x="4176909" y="4363221"/>
                <a:ext cx="38924" cy="33316"/>
                <a:chOff x="4176909" y="4363221"/>
                <a:chExt cx="38924" cy="33316"/>
              </a:xfrm>
            </p:grpSpPr>
            <p:sp>
              <p:nvSpPr>
                <p:cNvPr id="4426" name="Google Shape;4426;p48"/>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48"/>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8" name="Google Shape;4428;p48"/>
              <p:cNvGrpSpPr/>
              <p:nvPr/>
            </p:nvGrpSpPr>
            <p:grpSpPr>
              <a:xfrm>
                <a:off x="4226191" y="4007660"/>
                <a:ext cx="33560" cy="28770"/>
                <a:chOff x="4226191" y="4007660"/>
                <a:chExt cx="33560" cy="28770"/>
              </a:xfrm>
            </p:grpSpPr>
            <p:sp>
              <p:nvSpPr>
                <p:cNvPr id="4429" name="Google Shape;4429;p48"/>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48"/>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1" name="Google Shape;4431;p48"/>
              <p:cNvGrpSpPr/>
              <p:nvPr/>
            </p:nvGrpSpPr>
            <p:grpSpPr>
              <a:xfrm>
                <a:off x="3597785" y="3377045"/>
                <a:ext cx="33591" cy="28699"/>
                <a:chOff x="3597785" y="3377045"/>
                <a:chExt cx="33591" cy="28699"/>
              </a:xfrm>
            </p:grpSpPr>
            <p:sp>
              <p:nvSpPr>
                <p:cNvPr id="4432" name="Google Shape;4432;p48"/>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48"/>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4" name="Google Shape;4434;p48"/>
              <p:cNvGrpSpPr/>
              <p:nvPr/>
            </p:nvGrpSpPr>
            <p:grpSpPr>
              <a:xfrm>
                <a:off x="3887870" y="3669796"/>
                <a:ext cx="33591" cy="28692"/>
                <a:chOff x="3887870" y="3669796"/>
                <a:chExt cx="33591" cy="28692"/>
              </a:xfrm>
            </p:grpSpPr>
            <p:sp>
              <p:nvSpPr>
                <p:cNvPr id="4435" name="Google Shape;4435;p48"/>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48"/>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7" name="Google Shape;4437;p48"/>
              <p:cNvGrpSpPr/>
              <p:nvPr/>
            </p:nvGrpSpPr>
            <p:grpSpPr>
              <a:xfrm>
                <a:off x="3818320" y="3481625"/>
                <a:ext cx="33497" cy="28770"/>
                <a:chOff x="3818320" y="3481625"/>
                <a:chExt cx="33497" cy="28770"/>
              </a:xfrm>
            </p:grpSpPr>
            <p:sp>
              <p:nvSpPr>
                <p:cNvPr id="4438" name="Google Shape;4438;p48"/>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48"/>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0" name="Google Shape;4440;p48"/>
              <p:cNvGrpSpPr/>
              <p:nvPr/>
            </p:nvGrpSpPr>
            <p:grpSpPr>
              <a:xfrm>
                <a:off x="4278139" y="4120948"/>
                <a:ext cx="37492" cy="32129"/>
                <a:chOff x="4278139" y="4120948"/>
                <a:chExt cx="37492" cy="32129"/>
              </a:xfrm>
            </p:grpSpPr>
            <p:sp>
              <p:nvSpPr>
                <p:cNvPr id="4441" name="Google Shape;4441;p48"/>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48"/>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3" name="Google Shape;4443;p48"/>
              <p:cNvGrpSpPr/>
              <p:nvPr/>
            </p:nvGrpSpPr>
            <p:grpSpPr>
              <a:xfrm>
                <a:off x="4419898" y="3977388"/>
                <a:ext cx="33497" cy="28692"/>
                <a:chOff x="4419898" y="3977388"/>
                <a:chExt cx="33497" cy="28692"/>
              </a:xfrm>
            </p:grpSpPr>
            <p:sp>
              <p:nvSpPr>
                <p:cNvPr id="4444" name="Google Shape;4444;p48"/>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48"/>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6" name="Google Shape;4446;p48"/>
              <p:cNvGrpSpPr/>
              <p:nvPr/>
            </p:nvGrpSpPr>
            <p:grpSpPr>
              <a:xfrm>
                <a:off x="4158930" y="4034684"/>
                <a:ext cx="33497" cy="28762"/>
                <a:chOff x="4158930" y="4034684"/>
                <a:chExt cx="33497" cy="28762"/>
              </a:xfrm>
            </p:grpSpPr>
            <p:sp>
              <p:nvSpPr>
                <p:cNvPr id="4447" name="Google Shape;4447;p48"/>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48"/>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9" name="Google Shape;4449;p48"/>
              <p:cNvGrpSpPr/>
              <p:nvPr/>
            </p:nvGrpSpPr>
            <p:grpSpPr>
              <a:xfrm>
                <a:off x="4134949" y="3957049"/>
                <a:ext cx="33497" cy="28770"/>
                <a:chOff x="4134949" y="3957049"/>
                <a:chExt cx="33497" cy="28770"/>
              </a:xfrm>
            </p:grpSpPr>
            <p:sp>
              <p:nvSpPr>
                <p:cNvPr id="4450" name="Google Shape;4450;p48"/>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48"/>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2" name="Google Shape;4452;p48"/>
              <p:cNvGrpSpPr/>
              <p:nvPr/>
            </p:nvGrpSpPr>
            <p:grpSpPr>
              <a:xfrm>
                <a:off x="4193653" y="4184403"/>
                <a:ext cx="43580" cy="37264"/>
                <a:chOff x="4193653" y="4184403"/>
                <a:chExt cx="43580" cy="37264"/>
              </a:xfrm>
            </p:grpSpPr>
            <p:sp>
              <p:nvSpPr>
                <p:cNvPr id="4453" name="Google Shape;4453;p48"/>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48"/>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5" name="Google Shape;4455;p48"/>
              <p:cNvGrpSpPr/>
              <p:nvPr/>
            </p:nvGrpSpPr>
            <p:grpSpPr>
              <a:xfrm>
                <a:off x="4343600" y="3943844"/>
                <a:ext cx="43580" cy="37312"/>
                <a:chOff x="4343600" y="3943844"/>
                <a:chExt cx="43580" cy="37312"/>
              </a:xfrm>
            </p:grpSpPr>
            <p:sp>
              <p:nvSpPr>
                <p:cNvPr id="4456" name="Google Shape;4456;p48"/>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48"/>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8" name="Google Shape;4458;p48"/>
              <p:cNvGrpSpPr/>
              <p:nvPr/>
            </p:nvGrpSpPr>
            <p:grpSpPr>
              <a:xfrm>
                <a:off x="4172339" y="3381693"/>
                <a:ext cx="31499" cy="27001"/>
                <a:chOff x="4172339" y="3381693"/>
                <a:chExt cx="31499" cy="27001"/>
              </a:xfrm>
            </p:grpSpPr>
            <p:sp>
              <p:nvSpPr>
                <p:cNvPr id="4459" name="Google Shape;4459;p48"/>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48"/>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64"/>
        <p:cNvGrpSpPr/>
        <p:nvPr/>
      </p:nvGrpSpPr>
      <p:grpSpPr>
        <a:xfrm>
          <a:off x="0" y="0"/>
          <a:ext cx="0" cy="0"/>
          <a:chOff x="0" y="0"/>
          <a:chExt cx="0" cy="0"/>
        </a:xfrm>
      </p:grpSpPr>
      <p:grpSp>
        <p:nvGrpSpPr>
          <p:cNvPr id="4465" name="Google Shape;4465;p49"/>
          <p:cNvGrpSpPr/>
          <p:nvPr/>
        </p:nvGrpSpPr>
        <p:grpSpPr>
          <a:xfrm>
            <a:off x="729274" y="1175734"/>
            <a:ext cx="2507799" cy="206239"/>
            <a:chOff x="106648" y="895722"/>
            <a:chExt cx="4481413" cy="374300"/>
          </a:xfrm>
        </p:grpSpPr>
        <p:grpSp>
          <p:nvGrpSpPr>
            <p:cNvPr id="4466" name="Google Shape;4466;p49"/>
            <p:cNvGrpSpPr/>
            <p:nvPr/>
          </p:nvGrpSpPr>
          <p:grpSpPr>
            <a:xfrm>
              <a:off x="2233276" y="895722"/>
              <a:ext cx="1082667" cy="223591"/>
              <a:chOff x="4808316" y="2800065"/>
              <a:chExt cx="1999386" cy="412910"/>
            </a:xfrm>
          </p:grpSpPr>
          <p:sp>
            <p:nvSpPr>
              <p:cNvPr id="4467" name="Google Shape;4467;p49"/>
              <p:cNvSpPr/>
              <p:nvPr/>
            </p:nvSpPr>
            <p:spPr>
              <a:xfrm>
                <a:off x="4849302"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68" name="Google Shape;4468;p49"/>
              <p:cNvGrpSpPr/>
              <p:nvPr/>
            </p:nvGrpSpPr>
            <p:grpSpPr>
              <a:xfrm>
                <a:off x="4808316" y="2800065"/>
                <a:ext cx="92400" cy="411825"/>
                <a:chOff x="845575" y="2563700"/>
                <a:chExt cx="92400" cy="411825"/>
              </a:xfrm>
            </p:grpSpPr>
            <p:cxnSp>
              <p:nvCxnSpPr>
                <p:cNvPr id="4469" name="Google Shape;4469;p4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470" name="Google Shape;4470;p49"/>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71" name="Google Shape;4471;p49"/>
            <p:cNvGrpSpPr/>
            <p:nvPr/>
          </p:nvGrpSpPr>
          <p:grpSpPr>
            <a:xfrm>
              <a:off x="106648" y="895722"/>
              <a:ext cx="1088401" cy="223591"/>
              <a:chOff x="881025" y="2800065"/>
              <a:chExt cx="2009975" cy="412910"/>
            </a:xfrm>
          </p:grpSpPr>
          <p:sp>
            <p:nvSpPr>
              <p:cNvPr id="4472" name="Google Shape;4472;p49"/>
              <p:cNvSpPr/>
              <p:nvPr/>
            </p:nvSpPr>
            <p:spPr>
              <a:xfrm>
                <a:off x="932600"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3" name="Google Shape;4473;p49"/>
              <p:cNvGrpSpPr/>
              <p:nvPr/>
            </p:nvGrpSpPr>
            <p:grpSpPr>
              <a:xfrm>
                <a:off x="881025" y="2800065"/>
                <a:ext cx="92400" cy="411825"/>
                <a:chOff x="845575" y="2563700"/>
                <a:chExt cx="92400" cy="411825"/>
              </a:xfrm>
            </p:grpSpPr>
            <p:cxnSp>
              <p:nvCxnSpPr>
                <p:cNvPr id="4474" name="Google Shape;4474;p4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475" name="Google Shape;4475;p49"/>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76" name="Google Shape;4476;p49"/>
            <p:cNvGrpSpPr/>
            <p:nvPr/>
          </p:nvGrpSpPr>
          <p:grpSpPr>
            <a:xfrm>
              <a:off x="1172346" y="1047018"/>
              <a:ext cx="1083151" cy="223003"/>
              <a:chOff x="2849073" y="3079467"/>
              <a:chExt cx="2000279" cy="411825"/>
            </a:xfrm>
          </p:grpSpPr>
          <p:sp>
            <p:nvSpPr>
              <p:cNvPr id="4477" name="Google Shape;4477;p49"/>
              <p:cNvSpPr/>
              <p:nvPr/>
            </p:nvSpPr>
            <p:spPr>
              <a:xfrm>
                <a:off x="2890952" y="3079475"/>
                <a:ext cx="19584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8" name="Google Shape;4478;p49"/>
              <p:cNvGrpSpPr/>
              <p:nvPr/>
            </p:nvGrpSpPr>
            <p:grpSpPr>
              <a:xfrm rot="10800000">
                <a:off x="2849073" y="3079467"/>
                <a:ext cx="92400" cy="411825"/>
                <a:chOff x="2070100" y="2563700"/>
                <a:chExt cx="92400" cy="411825"/>
              </a:xfrm>
            </p:grpSpPr>
            <p:cxnSp>
              <p:nvCxnSpPr>
                <p:cNvPr id="4479" name="Google Shape;4479;p4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480" name="Google Shape;4480;p49"/>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81" name="Google Shape;4481;p49"/>
            <p:cNvGrpSpPr/>
            <p:nvPr/>
          </p:nvGrpSpPr>
          <p:grpSpPr>
            <a:xfrm>
              <a:off x="3290132" y="1047018"/>
              <a:ext cx="1297929" cy="223003"/>
              <a:chOff x="6760035" y="3079467"/>
              <a:chExt cx="2396914" cy="411825"/>
            </a:xfrm>
          </p:grpSpPr>
          <p:sp>
            <p:nvSpPr>
              <p:cNvPr id="4482" name="Google Shape;4482;p49"/>
              <p:cNvSpPr/>
              <p:nvPr/>
            </p:nvSpPr>
            <p:spPr>
              <a:xfrm>
                <a:off x="6807650" y="3079475"/>
                <a:ext cx="23493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83" name="Google Shape;4483;p49"/>
              <p:cNvGrpSpPr/>
              <p:nvPr/>
            </p:nvGrpSpPr>
            <p:grpSpPr>
              <a:xfrm rot="10800000">
                <a:off x="6760035" y="3079467"/>
                <a:ext cx="92400" cy="411825"/>
                <a:chOff x="2070100" y="2563700"/>
                <a:chExt cx="92400" cy="411825"/>
              </a:xfrm>
            </p:grpSpPr>
            <p:cxnSp>
              <p:nvCxnSpPr>
                <p:cNvPr id="4484" name="Google Shape;4484;p4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4485" name="Google Shape;4485;p49"/>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486" name="Google Shape;4486;p49"/>
          <p:cNvGrpSpPr/>
          <p:nvPr/>
        </p:nvGrpSpPr>
        <p:grpSpPr>
          <a:xfrm>
            <a:off x="2147036" y="3575105"/>
            <a:ext cx="1086701" cy="799429"/>
            <a:chOff x="2183288" y="3555572"/>
            <a:chExt cx="1136241" cy="835873"/>
          </a:xfrm>
        </p:grpSpPr>
        <p:sp>
          <p:nvSpPr>
            <p:cNvPr id="4487" name="Google Shape;4487;p49"/>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88" name="Google Shape;4488;p49"/>
            <p:cNvGrpSpPr/>
            <p:nvPr/>
          </p:nvGrpSpPr>
          <p:grpSpPr>
            <a:xfrm>
              <a:off x="2205895" y="3637269"/>
              <a:ext cx="1089848" cy="724993"/>
              <a:chOff x="2205895" y="3637269"/>
              <a:chExt cx="1089848" cy="724993"/>
            </a:xfrm>
          </p:grpSpPr>
          <p:sp>
            <p:nvSpPr>
              <p:cNvPr id="4489" name="Google Shape;4489;p49"/>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49"/>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49"/>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49"/>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49"/>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49"/>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95" name="Google Shape;4495;p49"/>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96" name="Google Shape;4496;p49"/>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4497" name="Google Shape;4497;p49"/>
            <p:cNvGrpSpPr/>
            <p:nvPr/>
          </p:nvGrpSpPr>
          <p:grpSpPr>
            <a:xfrm>
              <a:off x="3173850" y="3779426"/>
              <a:ext cx="145679" cy="70048"/>
              <a:chOff x="3173850" y="3779426"/>
              <a:chExt cx="145679" cy="70048"/>
            </a:xfrm>
          </p:grpSpPr>
          <p:cxnSp>
            <p:nvCxnSpPr>
              <p:cNvPr id="4498" name="Google Shape;4498;p49"/>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4499" name="Google Shape;4499;p49"/>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0" name="Google Shape;4500;p49"/>
            <p:cNvGrpSpPr/>
            <p:nvPr/>
          </p:nvGrpSpPr>
          <p:grpSpPr>
            <a:xfrm>
              <a:off x="2183288" y="4139483"/>
              <a:ext cx="145133" cy="70048"/>
              <a:chOff x="2183288" y="4139483"/>
              <a:chExt cx="145133" cy="70048"/>
            </a:xfrm>
          </p:grpSpPr>
          <p:cxnSp>
            <p:nvCxnSpPr>
              <p:cNvPr id="4501" name="Google Shape;4501;p49"/>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4502" name="Google Shape;4502;p49"/>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03" name="Google Shape;4503;p49"/>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04" name="Google Shape;4504;p49"/>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4505" name="Google Shape;4505;p49"/>
            <p:cNvGrpSpPr/>
            <p:nvPr/>
          </p:nvGrpSpPr>
          <p:grpSpPr>
            <a:xfrm>
              <a:off x="2943836" y="4268886"/>
              <a:ext cx="60717" cy="122559"/>
              <a:chOff x="2943836" y="4268886"/>
              <a:chExt cx="60717" cy="122559"/>
            </a:xfrm>
          </p:grpSpPr>
          <p:sp>
            <p:nvSpPr>
              <p:cNvPr id="4506" name="Google Shape;4506;p49"/>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07" name="Google Shape;4507;p49"/>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4508" name="Google Shape;4508;p49"/>
          <p:cNvGrpSpPr/>
          <p:nvPr/>
        </p:nvGrpSpPr>
        <p:grpSpPr>
          <a:xfrm>
            <a:off x="3409981" y="1496104"/>
            <a:ext cx="1675870" cy="758251"/>
            <a:chOff x="3530532" y="1496185"/>
            <a:chExt cx="1562000" cy="706730"/>
          </a:xfrm>
        </p:grpSpPr>
        <p:cxnSp>
          <p:nvCxnSpPr>
            <p:cNvPr id="4509" name="Google Shape;4509;p49"/>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4510" name="Google Shape;4510;p49"/>
            <p:cNvGrpSpPr/>
            <p:nvPr/>
          </p:nvGrpSpPr>
          <p:grpSpPr>
            <a:xfrm>
              <a:off x="3530532" y="1496185"/>
              <a:ext cx="323430" cy="463587"/>
              <a:chOff x="3530532" y="1496185"/>
              <a:chExt cx="323430" cy="463587"/>
            </a:xfrm>
          </p:grpSpPr>
          <p:grpSp>
            <p:nvGrpSpPr>
              <p:cNvPr id="4511" name="Google Shape;4511;p49"/>
              <p:cNvGrpSpPr/>
              <p:nvPr/>
            </p:nvGrpSpPr>
            <p:grpSpPr>
              <a:xfrm>
                <a:off x="3567462" y="1496185"/>
                <a:ext cx="286500" cy="361376"/>
                <a:chOff x="3567462" y="1496185"/>
                <a:chExt cx="286500" cy="361376"/>
              </a:xfrm>
            </p:grpSpPr>
            <p:cxnSp>
              <p:nvCxnSpPr>
                <p:cNvPr id="4512" name="Google Shape;4512;p49"/>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4513" name="Google Shape;4513;p49"/>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4" name="Google Shape;4514;p49"/>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5" name="Google Shape;4515;p49"/>
            <p:cNvGrpSpPr/>
            <p:nvPr/>
          </p:nvGrpSpPr>
          <p:grpSpPr>
            <a:xfrm>
              <a:off x="3891569" y="1779209"/>
              <a:ext cx="323945" cy="423706"/>
              <a:chOff x="3891569" y="1779209"/>
              <a:chExt cx="323945" cy="423706"/>
            </a:xfrm>
          </p:grpSpPr>
          <p:grpSp>
            <p:nvGrpSpPr>
              <p:cNvPr id="4516" name="Google Shape;4516;p49"/>
              <p:cNvGrpSpPr/>
              <p:nvPr/>
            </p:nvGrpSpPr>
            <p:grpSpPr>
              <a:xfrm>
                <a:off x="3929014" y="1881638"/>
                <a:ext cx="286500" cy="321278"/>
                <a:chOff x="3929014" y="1881638"/>
                <a:chExt cx="286500" cy="321278"/>
              </a:xfrm>
            </p:grpSpPr>
            <p:cxnSp>
              <p:nvCxnSpPr>
                <p:cNvPr id="4517" name="Google Shape;4517;p49"/>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4518" name="Google Shape;4518;p49"/>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9" name="Google Shape;4519;p49"/>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0" name="Google Shape;4520;p49"/>
            <p:cNvGrpSpPr/>
            <p:nvPr/>
          </p:nvGrpSpPr>
          <p:grpSpPr>
            <a:xfrm>
              <a:off x="4252606" y="1496185"/>
              <a:ext cx="324721" cy="463587"/>
              <a:chOff x="4252606" y="1496185"/>
              <a:chExt cx="324721" cy="463587"/>
            </a:xfrm>
          </p:grpSpPr>
          <p:grpSp>
            <p:nvGrpSpPr>
              <p:cNvPr id="4521" name="Google Shape;4521;p49"/>
              <p:cNvGrpSpPr/>
              <p:nvPr/>
            </p:nvGrpSpPr>
            <p:grpSpPr>
              <a:xfrm>
                <a:off x="4290828" y="1496185"/>
                <a:ext cx="286500" cy="361376"/>
                <a:chOff x="4290828" y="1496185"/>
                <a:chExt cx="286500" cy="361376"/>
              </a:xfrm>
            </p:grpSpPr>
            <p:cxnSp>
              <p:nvCxnSpPr>
                <p:cNvPr id="4522" name="Google Shape;4522;p49"/>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4523" name="Google Shape;4523;p49"/>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4" name="Google Shape;4524;p49"/>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5" name="Google Shape;4525;p49"/>
            <p:cNvGrpSpPr/>
            <p:nvPr/>
          </p:nvGrpSpPr>
          <p:grpSpPr>
            <a:xfrm>
              <a:off x="4613643" y="1763716"/>
              <a:ext cx="325308" cy="439200"/>
              <a:chOff x="4613643" y="1763716"/>
              <a:chExt cx="325308" cy="439200"/>
            </a:xfrm>
          </p:grpSpPr>
          <p:grpSp>
            <p:nvGrpSpPr>
              <p:cNvPr id="4526" name="Google Shape;4526;p49"/>
              <p:cNvGrpSpPr/>
              <p:nvPr/>
            </p:nvGrpSpPr>
            <p:grpSpPr>
              <a:xfrm>
                <a:off x="4652451" y="1879538"/>
                <a:ext cx="286500" cy="323378"/>
                <a:chOff x="4652451" y="1879538"/>
                <a:chExt cx="286500" cy="323378"/>
              </a:xfrm>
            </p:grpSpPr>
            <p:cxnSp>
              <p:nvCxnSpPr>
                <p:cNvPr id="4527" name="Google Shape;4527;p49"/>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4528" name="Google Shape;4528;p49"/>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29" name="Google Shape;4529;p49"/>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0" name="Google Shape;4530;p49"/>
          <p:cNvGrpSpPr/>
          <p:nvPr/>
        </p:nvGrpSpPr>
        <p:grpSpPr>
          <a:xfrm>
            <a:off x="3421841" y="2349730"/>
            <a:ext cx="1652173" cy="391517"/>
            <a:chOff x="3512551" y="2358270"/>
            <a:chExt cx="1597383" cy="378533"/>
          </a:xfrm>
        </p:grpSpPr>
        <p:cxnSp>
          <p:nvCxnSpPr>
            <p:cNvPr id="4531" name="Google Shape;4531;p49"/>
            <p:cNvCxnSpPr>
              <a:stCxn id="4532" idx="6"/>
              <a:endCxn id="4533"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4534" name="Google Shape;4534;p49"/>
            <p:cNvGrpSpPr/>
            <p:nvPr/>
          </p:nvGrpSpPr>
          <p:grpSpPr>
            <a:xfrm>
              <a:off x="3512551" y="2358270"/>
              <a:ext cx="225647" cy="307714"/>
              <a:chOff x="2182679" y="2004714"/>
              <a:chExt cx="792300" cy="1080458"/>
            </a:xfrm>
          </p:grpSpPr>
          <p:cxnSp>
            <p:nvCxnSpPr>
              <p:cNvPr id="4535" name="Google Shape;4535;p49"/>
              <p:cNvCxnSpPr>
                <a:stCxn id="4536"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4532" name="Google Shape;4532;p49"/>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49"/>
              <p:cNvSpPr/>
              <p:nvPr/>
            </p:nvSpPr>
            <p:spPr>
              <a:xfrm>
                <a:off x="2283911"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7" name="Google Shape;4537;p49"/>
            <p:cNvGrpSpPr/>
            <p:nvPr/>
          </p:nvGrpSpPr>
          <p:grpSpPr>
            <a:xfrm>
              <a:off x="3969644" y="2440153"/>
              <a:ext cx="225853" cy="296651"/>
              <a:chOff x="3775710" y="1729289"/>
              <a:chExt cx="136500" cy="179289"/>
            </a:xfrm>
          </p:grpSpPr>
          <p:cxnSp>
            <p:nvCxnSpPr>
              <p:cNvPr id="4538" name="Google Shape;4538;p49"/>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4539" name="Google Shape;4539;p49"/>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49"/>
              <p:cNvSpPr/>
              <p:nvPr/>
            </p:nvSpPr>
            <p:spPr>
              <a:xfrm>
                <a:off x="3793133" y="1746713"/>
                <a:ext cx="101700" cy="1017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1" name="Google Shape;4541;p49"/>
            <p:cNvGrpSpPr/>
            <p:nvPr/>
          </p:nvGrpSpPr>
          <p:grpSpPr>
            <a:xfrm>
              <a:off x="4427051" y="2358270"/>
              <a:ext cx="225647" cy="307714"/>
              <a:chOff x="5393704" y="2004714"/>
              <a:chExt cx="792300" cy="1080458"/>
            </a:xfrm>
          </p:grpSpPr>
          <p:cxnSp>
            <p:nvCxnSpPr>
              <p:cNvPr id="4542" name="Google Shape;4542;p49"/>
              <p:cNvCxnSpPr>
                <a:stCxn id="4543"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4544" name="Google Shape;4544;p49"/>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49"/>
              <p:cNvSpPr/>
              <p:nvPr/>
            </p:nvSpPr>
            <p:spPr>
              <a:xfrm>
                <a:off x="5494936"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5" name="Google Shape;4545;p49"/>
            <p:cNvGrpSpPr/>
            <p:nvPr/>
          </p:nvGrpSpPr>
          <p:grpSpPr>
            <a:xfrm>
              <a:off x="4884287" y="2440252"/>
              <a:ext cx="225647" cy="296532"/>
              <a:chOff x="6999166" y="2292572"/>
              <a:chExt cx="792300" cy="1041192"/>
            </a:xfrm>
          </p:grpSpPr>
          <p:cxnSp>
            <p:nvCxnSpPr>
              <p:cNvPr id="4546" name="Google Shape;4546;p49"/>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4533" name="Google Shape;4533;p49"/>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49"/>
              <p:cNvSpPr/>
              <p:nvPr/>
            </p:nvSpPr>
            <p:spPr>
              <a:xfrm>
                <a:off x="7100398"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48" name="Google Shape;4548;p49"/>
          <p:cNvGrpSpPr/>
          <p:nvPr/>
        </p:nvGrpSpPr>
        <p:grpSpPr>
          <a:xfrm>
            <a:off x="6842649" y="1185930"/>
            <a:ext cx="1581844" cy="732818"/>
            <a:chOff x="634175" y="2986275"/>
            <a:chExt cx="3147949" cy="1458344"/>
          </a:xfrm>
        </p:grpSpPr>
        <p:cxnSp>
          <p:nvCxnSpPr>
            <p:cNvPr id="4549" name="Google Shape;4549;p49"/>
            <p:cNvCxnSpPr>
              <a:stCxn id="4550" idx="4"/>
              <a:endCxn id="4551"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4552" name="Google Shape;4552;p49"/>
            <p:cNvCxnSpPr>
              <a:stCxn id="4551" idx="0"/>
              <a:endCxn id="4553"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4554" name="Google Shape;4554;p49"/>
            <p:cNvCxnSpPr>
              <a:stCxn id="4553" idx="4"/>
              <a:endCxn id="4555"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4556" name="Google Shape;4556;p49"/>
            <p:cNvCxnSpPr>
              <a:stCxn id="4555" idx="0"/>
              <a:endCxn id="4557"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4557" name="Google Shape;4557;p49"/>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4553" name="Google Shape;4553;p49"/>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4550" name="Google Shape;4550;p49"/>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4555" name="Google Shape;4555;p49"/>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4551" name="Google Shape;4551;p49"/>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4558" name="Google Shape;4558;p49"/>
          <p:cNvGrpSpPr/>
          <p:nvPr/>
        </p:nvGrpSpPr>
        <p:grpSpPr>
          <a:xfrm>
            <a:off x="3410364" y="2880240"/>
            <a:ext cx="1675128" cy="313674"/>
            <a:chOff x="998425" y="1182125"/>
            <a:chExt cx="1065400" cy="199500"/>
          </a:xfrm>
        </p:grpSpPr>
        <p:sp>
          <p:nvSpPr>
            <p:cNvPr id="4559" name="Google Shape;4559;p49"/>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49"/>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49"/>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49"/>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49"/>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4" name="Google Shape;4564;p49"/>
          <p:cNvGrpSpPr/>
          <p:nvPr/>
        </p:nvGrpSpPr>
        <p:grpSpPr>
          <a:xfrm>
            <a:off x="3410363" y="3836206"/>
            <a:ext cx="1675129" cy="525345"/>
            <a:chOff x="5194708" y="3484366"/>
            <a:chExt cx="3148148" cy="987304"/>
          </a:xfrm>
        </p:grpSpPr>
        <p:grpSp>
          <p:nvGrpSpPr>
            <p:cNvPr id="4565" name="Google Shape;4565;p49"/>
            <p:cNvGrpSpPr/>
            <p:nvPr/>
          </p:nvGrpSpPr>
          <p:grpSpPr>
            <a:xfrm>
              <a:off x="7531521" y="3484366"/>
              <a:ext cx="811335" cy="987304"/>
              <a:chOff x="3379425" y="1617275"/>
              <a:chExt cx="1090650" cy="1327200"/>
            </a:xfrm>
          </p:grpSpPr>
          <p:sp>
            <p:nvSpPr>
              <p:cNvPr id="4566" name="Google Shape;4566;p49"/>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49"/>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49"/>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9" name="Google Shape;4569;p49"/>
            <p:cNvGrpSpPr/>
            <p:nvPr/>
          </p:nvGrpSpPr>
          <p:grpSpPr>
            <a:xfrm>
              <a:off x="6752546" y="3484366"/>
              <a:ext cx="811428" cy="987304"/>
              <a:chOff x="2332275" y="1617275"/>
              <a:chExt cx="1090775" cy="1327200"/>
            </a:xfrm>
          </p:grpSpPr>
          <p:sp>
            <p:nvSpPr>
              <p:cNvPr id="4570" name="Google Shape;4570;p49"/>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49"/>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49"/>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3" name="Google Shape;4573;p49"/>
            <p:cNvGrpSpPr/>
            <p:nvPr/>
          </p:nvGrpSpPr>
          <p:grpSpPr>
            <a:xfrm>
              <a:off x="5973664" y="3484366"/>
              <a:ext cx="811335" cy="987304"/>
              <a:chOff x="1285250" y="1617275"/>
              <a:chExt cx="1090650" cy="1327200"/>
            </a:xfrm>
          </p:grpSpPr>
          <p:sp>
            <p:nvSpPr>
              <p:cNvPr id="4574" name="Google Shape;4574;p49"/>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49"/>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49"/>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7" name="Google Shape;4577;p49"/>
            <p:cNvGrpSpPr/>
            <p:nvPr/>
          </p:nvGrpSpPr>
          <p:grpSpPr>
            <a:xfrm>
              <a:off x="5194708" y="3484366"/>
              <a:ext cx="811409" cy="987304"/>
              <a:chOff x="238125" y="1617275"/>
              <a:chExt cx="1090750" cy="1327200"/>
            </a:xfrm>
          </p:grpSpPr>
          <p:sp>
            <p:nvSpPr>
              <p:cNvPr id="4578" name="Google Shape;4578;p49"/>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49"/>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0" name="Google Shape;4580;p49"/>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81" name="Google Shape;4581;p49"/>
          <p:cNvGrpSpPr/>
          <p:nvPr/>
        </p:nvGrpSpPr>
        <p:grpSpPr>
          <a:xfrm>
            <a:off x="6844048" y="2482095"/>
            <a:ext cx="1579046" cy="522230"/>
            <a:chOff x="6853641" y="2534077"/>
            <a:chExt cx="1515545" cy="501229"/>
          </a:xfrm>
        </p:grpSpPr>
        <p:grpSp>
          <p:nvGrpSpPr>
            <p:cNvPr id="4582" name="Google Shape;4582;p49"/>
            <p:cNvGrpSpPr/>
            <p:nvPr/>
          </p:nvGrpSpPr>
          <p:grpSpPr>
            <a:xfrm>
              <a:off x="6853641" y="2618923"/>
              <a:ext cx="1515545" cy="324556"/>
              <a:chOff x="6853641" y="2618923"/>
              <a:chExt cx="1515545" cy="324556"/>
            </a:xfrm>
          </p:grpSpPr>
          <p:sp>
            <p:nvSpPr>
              <p:cNvPr id="4583" name="Google Shape;4583;p49"/>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4" name="Google Shape;4584;p49"/>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49"/>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6" name="Google Shape;4586;p49"/>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7" name="Google Shape;4587;p49"/>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88" name="Google Shape;4588;p49"/>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9" name="Google Shape;4589;p49"/>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0" name="Google Shape;4590;p49"/>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49"/>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2" name="Google Shape;4592;p49"/>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3" name="Google Shape;4593;p49"/>
          <p:cNvGrpSpPr/>
          <p:nvPr/>
        </p:nvGrpSpPr>
        <p:grpSpPr>
          <a:xfrm>
            <a:off x="3438940" y="3357136"/>
            <a:ext cx="1617976" cy="346616"/>
            <a:chOff x="1808063" y="4294338"/>
            <a:chExt cx="3370782" cy="721817"/>
          </a:xfrm>
        </p:grpSpPr>
        <p:sp>
          <p:nvSpPr>
            <p:cNvPr id="4594" name="Google Shape;4594;p49"/>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5" name="Google Shape;4595;p49"/>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6" name="Google Shape;4596;p49"/>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49"/>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8" name="Google Shape;4598;p49"/>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9" name="Google Shape;4599;p49"/>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49"/>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1" name="Google Shape;4601;p49"/>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2" name="Google Shape;4602;p49"/>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49"/>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4" name="Google Shape;4604;p49"/>
          <p:cNvGrpSpPr/>
          <p:nvPr/>
        </p:nvGrpSpPr>
        <p:grpSpPr>
          <a:xfrm>
            <a:off x="5264936" y="4023886"/>
            <a:ext cx="1417067" cy="350605"/>
            <a:chOff x="4234950" y="2101012"/>
            <a:chExt cx="4219974" cy="1044090"/>
          </a:xfrm>
        </p:grpSpPr>
        <p:sp>
          <p:nvSpPr>
            <p:cNvPr id="4605" name="Google Shape;4605;p49"/>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6" name="Google Shape;4606;p49"/>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49"/>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49"/>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49"/>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49"/>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49"/>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49"/>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49"/>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49"/>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49"/>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49"/>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49"/>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49"/>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49"/>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49"/>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1" name="Google Shape;4621;p49"/>
          <p:cNvGrpSpPr/>
          <p:nvPr/>
        </p:nvGrpSpPr>
        <p:grpSpPr>
          <a:xfrm>
            <a:off x="6840408" y="2014643"/>
            <a:ext cx="1586327" cy="371557"/>
            <a:chOff x="1247650" y="2075423"/>
            <a:chExt cx="6648477" cy="1557238"/>
          </a:xfrm>
        </p:grpSpPr>
        <p:sp>
          <p:nvSpPr>
            <p:cNvPr id="4622" name="Google Shape;4622;p49"/>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49"/>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49"/>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49"/>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49"/>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49"/>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8" name="Google Shape;4628;p49"/>
          <p:cNvGrpSpPr/>
          <p:nvPr/>
        </p:nvGrpSpPr>
        <p:grpSpPr>
          <a:xfrm>
            <a:off x="5271678" y="1167833"/>
            <a:ext cx="1415601" cy="1648533"/>
            <a:chOff x="1839112" y="2209163"/>
            <a:chExt cx="1918159" cy="2233784"/>
          </a:xfrm>
        </p:grpSpPr>
        <p:sp>
          <p:nvSpPr>
            <p:cNvPr id="4629" name="Google Shape;4629;p49"/>
            <p:cNvSpPr/>
            <p:nvPr/>
          </p:nvSpPr>
          <p:spPr>
            <a:xfrm>
              <a:off x="1839112"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49"/>
            <p:cNvSpPr/>
            <p:nvPr/>
          </p:nvSpPr>
          <p:spPr>
            <a:xfrm>
              <a:off x="3182171"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49"/>
            <p:cNvSpPr/>
            <p:nvPr/>
          </p:nvSpPr>
          <p:spPr>
            <a:xfrm>
              <a:off x="3182171"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32" name="Google Shape;4632;p49"/>
            <p:cNvCxnSpPr>
              <a:stCxn id="4629" idx="6"/>
              <a:endCxn id="4630"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4633" name="Google Shape;4633;p49"/>
            <p:cNvCxnSpPr>
              <a:stCxn id="4630" idx="4"/>
              <a:endCxn id="4634"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4635" name="Google Shape;4635;p49"/>
            <p:cNvCxnSpPr>
              <a:stCxn id="4634" idx="6"/>
              <a:endCxn id="4631"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4636" name="Google Shape;4636;p49"/>
            <p:cNvCxnSpPr>
              <a:stCxn id="4631" idx="4"/>
              <a:endCxn id="4637"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4634" name="Google Shape;4634;p49"/>
            <p:cNvSpPr/>
            <p:nvPr/>
          </p:nvSpPr>
          <p:spPr>
            <a:xfrm>
              <a:off x="1839112"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49"/>
            <p:cNvSpPr/>
            <p:nvPr/>
          </p:nvSpPr>
          <p:spPr>
            <a:xfrm>
              <a:off x="1839112"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49"/>
            <p:cNvSpPr/>
            <p:nvPr/>
          </p:nvSpPr>
          <p:spPr>
            <a:xfrm>
              <a:off x="3182171"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39" name="Google Shape;4639;p49"/>
            <p:cNvCxnSpPr>
              <a:endCxn id="4638"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4640" name="Google Shape;4640;p49"/>
          <p:cNvGrpSpPr/>
          <p:nvPr/>
        </p:nvGrpSpPr>
        <p:grpSpPr>
          <a:xfrm>
            <a:off x="3428944" y="1185917"/>
            <a:ext cx="1637968" cy="154942"/>
            <a:chOff x="238125" y="2506075"/>
            <a:chExt cx="7115411" cy="673075"/>
          </a:xfrm>
        </p:grpSpPr>
        <p:sp>
          <p:nvSpPr>
            <p:cNvPr id="4641" name="Google Shape;4641;p49"/>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49"/>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49"/>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49"/>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49"/>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6" name="Google Shape;4646;p49"/>
          <p:cNvGrpSpPr/>
          <p:nvPr/>
        </p:nvGrpSpPr>
        <p:grpSpPr>
          <a:xfrm>
            <a:off x="1969680" y="1500635"/>
            <a:ext cx="1262932" cy="785408"/>
            <a:chOff x="548861" y="389676"/>
            <a:chExt cx="3843371" cy="2390163"/>
          </a:xfrm>
        </p:grpSpPr>
        <p:cxnSp>
          <p:nvCxnSpPr>
            <p:cNvPr id="4647" name="Google Shape;4647;p49"/>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4648" name="Google Shape;4648;p49"/>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4649" name="Google Shape;4649;p49"/>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4650" name="Google Shape;4650;p49"/>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4651" name="Google Shape;4651;p49"/>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4652" name="Google Shape;4652;p49"/>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53" name="Google Shape;4653;p49"/>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4654" name="Google Shape;4654;p49"/>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49"/>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49"/>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49"/>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49"/>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49"/>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0" name="Google Shape;4660;p49"/>
          <p:cNvGrpSpPr/>
          <p:nvPr/>
        </p:nvGrpSpPr>
        <p:grpSpPr>
          <a:xfrm>
            <a:off x="757812" y="2607512"/>
            <a:ext cx="1412054" cy="633562"/>
            <a:chOff x="1187400" y="2529299"/>
            <a:chExt cx="6769193" cy="2241903"/>
          </a:xfrm>
        </p:grpSpPr>
        <p:sp>
          <p:nvSpPr>
            <p:cNvPr id="4661" name="Google Shape;4661;p49"/>
            <p:cNvSpPr/>
            <p:nvPr/>
          </p:nvSpPr>
          <p:spPr>
            <a:xfrm>
              <a:off x="3802943" y="2529299"/>
              <a:ext cx="1538100" cy="442500"/>
            </a:xfrm>
            <a:prstGeom prst="roundRect">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4662" name="Google Shape;4662;p49"/>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663" name="Google Shape;4663;p49"/>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664" name="Google Shape;4664;p49"/>
            <p:cNvSpPr/>
            <p:nvPr/>
          </p:nvSpPr>
          <p:spPr>
            <a:xfrm>
              <a:off x="11874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665" name="Google Shape;4665;p49"/>
            <p:cNvSpPr/>
            <p:nvPr/>
          </p:nvSpPr>
          <p:spPr>
            <a:xfrm>
              <a:off x="28778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666" name="Google Shape;4666;p49"/>
            <p:cNvSpPr/>
            <p:nvPr/>
          </p:nvSpPr>
          <p:spPr>
            <a:xfrm>
              <a:off x="47280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667" name="Google Shape;4667;p49"/>
            <p:cNvSpPr/>
            <p:nvPr/>
          </p:nvSpPr>
          <p:spPr>
            <a:xfrm>
              <a:off x="64184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4668" name="Google Shape;4668;p49"/>
            <p:cNvCxnSpPr>
              <a:stCxn id="4661" idx="2"/>
              <a:endCxn id="4662"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669" name="Google Shape;4669;p49"/>
            <p:cNvCxnSpPr>
              <a:stCxn id="4663" idx="0"/>
              <a:endCxn id="4661"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670" name="Google Shape;4670;p49"/>
            <p:cNvCxnSpPr>
              <a:stCxn id="4663" idx="2"/>
              <a:endCxn id="4665"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671" name="Google Shape;4671;p49"/>
            <p:cNvCxnSpPr>
              <a:stCxn id="4664" idx="0"/>
              <a:endCxn id="4663"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672" name="Google Shape;4672;p49"/>
            <p:cNvCxnSpPr>
              <a:stCxn id="4662" idx="2"/>
              <a:endCxn id="4667"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4673" name="Google Shape;4673;p49"/>
            <p:cNvCxnSpPr>
              <a:stCxn id="4666" idx="0"/>
              <a:endCxn id="4662"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4674" name="Google Shape;4674;p49"/>
          <p:cNvGrpSpPr/>
          <p:nvPr/>
        </p:nvGrpSpPr>
        <p:grpSpPr>
          <a:xfrm>
            <a:off x="6844058" y="3100221"/>
            <a:ext cx="1579035" cy="540873"/>
            <a:chOff x="6895650" y="3126697"/>
            <a:chExt cx="1436662" cy="492105"/>
          </a:xfrm>
        </p:grpSpPr>
        <p:sp>
          <p:nvSpPr>
            <p:cNvPr id="4675" name="Google Shape;4675;p49"/>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49"/>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49"/>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49"/>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49"/>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80" name="Google Shape;4680;p49"/>
            <p:cNvGrpSpPr/>
            <p:nvPr/>
          </p:nvGrpSpPr>
          <p:grpSpPr>
            <a:xfrm>
              <a:off x="6995957" y="3335810"/>
              <a:ext cx="1230393" cy="71754"/>
              <a:chOff x="6995957" y="3287964"/>
              <a:chExt cx="1230393" cy="71754"/>
            </a:xfrm>
          </p:grpSpPr>
          <p:sp>
            <p:nvSpPr>
              <p:cNvPr id="4681" name="Google Shape;4681;p49"/>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49"/>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49"/>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49"/>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49"/>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86" name="Google Shape;4686;p49"/>
          <p:cNvGrpSpPr/>
          <p:nvPr/>
        </p:nvGrpSpPr>
        <p:grpSpPr>
          <a:xfrm>
            <a:off x="6842640" y="3736984"/>
            <a:ext cx="1581862" cy="650625"/>
            <a:chOff x="6777990" y="3710194"/>
            <a:chExt cx="1646915" cy="677382"/>
          </a:xfrm>
        </p:grpSpPr>
        <p:grpSp>
          <p:nvGrpSpPr>
            <p:cNvPr id="4687" name="Google Shape;4687;p49"/>
            <p:cNvGrpSpPr/>
            <p:nvPr/>
          </p:nvGrpSpPr>
          <p:grpSpPr>
            <a:xfrm>
              <a:off x="6777990" y="3874492"/>
              <a:ext cx="411129" cy="513083"/>
              <a:chOff x="6777990" y="3874492"/>
              <a:chExt cx="411129" cy="513083"/>
            </a:xfrm>
          </p:grpSpPr>
          <p:cxnSp>
            <p:nvCxnSpPr>
              <p:cNvPr id="4688" name="Google Shape;4688;p49"/>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4689" name="Google Shape;4689;p49"/>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0" name="Google Shape;4690;p49"/>
            <p:cNvGrpSpPr/>
            <p:nvPr/>
          </p:nvGrpSpPr>
          <p:grpSpPr>
            <a:xfrm>
              <a:off x="7188425" y="3710194"/>
              <a:ext cx="411123" cy="520535"/>
              <a:chOff x="7188425" y="3710194"/>
              <a:chExt cx="411123" cy="520535"/>
            </a:xfrm>
          </p:grpSpPr>
          <p:cxnSp>
            <p:nvCxnSpPr>
              <p:cNvPr id="4691" name="Google Shape;4691;p49"/>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4692" name="Google Shape;4692;p49"/>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3" name="Google Shape;4693;p49"/>
            <p:cNvGrpSpPr/>
            <p:nvPr/>
          </p:nvGrpSpPr>
          <p:grpSpPr>
            <a:xfrm>
              <a:off x="7603341" y="3874492"/>
              <a:ext cx="411474" cy="513083"/>
              <a:chOff x="7603341" y="3874492"/>
              <a:chExt cx="411474" cy="513083"/>
            </a:xfrm>
          </p:grpSpPr>
          <p:cxnSp>
            <p:nvCxnSpPr>
              <p:cNvPr id="4694" name="Google Shape;4694;p49"/>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4695" name="Google Shape;4695;p49"/>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96" name="Google Shape;4696;p49"/>
            <p:cNvGrpSpPr/>
            <p:nvPr/>
          </p:nvGrpSpPr>
          <p:grpSpPr>
            <a:xfrm>
              <a:off x="8013776" y="3722847"/>
              <a:ext cx="411129" cy="507881"/>
              <a:chOff x="8013776" y="3722847"/>
              <a:chExt cx="411129" cy="507881"/>
            </a:xfrm>
          </p:grpSpPr>
          <p:cxnSp>
            <p:nvCxnSpPr>
              <p:cNvPr id="4697" name="Google Shape;4697;p49"/>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4698" name="Google Shape;4698;p49"/>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99" name="Google Shape;4699;p49"/>
          <p:cNvGrpSpPr/>
          <p:nvPr/>
        </p:nvGrpSpPr>
        <p:grpSpPr>
          <a:xfrm>
            <a:off x="5262155" y="2909824"/>
            <a:ext cx="1421889" cy="1020603"/>
            <a:chOff x="5190863" y="2824811"/>
            <a:chExt cx="1544860" cy="1108869"/>
          </a:xfrm>
        </p:grpSpPr>
        <p:grpSp>
          <p:nvGrpSpPr>
            <p:cNvPr id="4700" name="Google Shape;4700;p49"/>
            <p:cNvGrpSpPr/>
            <p:nvPr/>
          </p:nvGrpSpPr>
          <p:grpSpPr>
            <a:xfrm>
              <a:off x="5938695" y="3176919"/>
              <a:ext cx="685761" cy="404739"/>
              <a:chOff x="5938695" y="3176919"/>
              <a:chExt cx="685761" cy="404739"/>
            </a:xfrm>
          </p:grpSpPr>
          <p:grpSp>
            <p:nvGrpSpPr>
              <p:cNvPr id="4701" name="Google Shape;4701;p49"/>
              <p:cNvGrpSpPr/>
              <p:nvPr/>
            </p:nvGrpSpPr>
            <p:grpSpPr>
              <a:xfrm>
                <a:off x="5938695" y="3176919"/>
                <a:ext cx="685761" cy="404739"/>
                <a:chOff x="5938695" y="3176919"/>
                <a:chExt cx="685761" cy="404739"/>
              </a:xfrm>
            </p:grpSpPr>
            <p:sp>
              <p:nvSpPr>
                <p:cNvPr id="4702" name="Google Shape;4702;p49"/>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49"/>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4" name="Google Shape;4704;p49"/>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5" name="Google Shape;4705;p49"/>
            <p:cNvGrpSpPr/>
            <p:nvPr/>
          </p:nvGrpSpPr>
          <p:grpSpPr>
            <a:xfrm>
              <a:off x="5305233" y="3176835"/>
              <a:ext cx="685971" cy="404655"/>
              <a:chOff x="5305233" y="3176835"/>
              <a:chExt cx="685971" cy="404655"/>
            </a:xfrm>
          </p:grpSpPr>
          <p:grpSp>
            <p:nvGrpSpPr>
              <p:cNvPr id="4706" name="Google Shape;4706;p49"/>
              <p:cNvGrpSpPr/>
              <p:nvPr/>
            </p:nvGrpSpPr>
            <p:grpSpPr>
              <a:xfrm>
                <a:off x="5305233" y="3176835"/>
                <a:ext cx="685971" cy="404655"/>
                <a:chOff x="5305233" y="3176835"/>
                <a:chExt cx="685971" cy="404655"/>
              </a:xfrm>
            </p:grpSpPr>
            <p:sp>
              <p:nvSpPr>
                <p:cNvPr id="4707" name="Google Shape;4707;p49"/>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49"/>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9" name="Google Shape;4709;p49"/>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10" name="Google Shape;4710;p49"/>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11" name="Google Shape;4711;p49"/>
            <p:cNvGrpSpPr/>
            <p:nvPr/>
          </p:nvGrpSpPr>
          <p:grpSpPr>
            <a:xfrm>
              <a:off x="5657361" y="2824811"/>
              <a:ext cx="1078361" cy="404655"/>
              <a:chOff x="5657361" y="2824811"/>
              <a:chExt cx="1078361" cy="404655"/>
            </a:xfrm>
          </p:grpSpPr>
          <p:grpSp>
            <p:nvGrpSpPr>
              <p:cNvPr id="4712" name="Google Shape;4712;p49"/>
              <p:cNvGrpSpPr/>
              <p:nvPr/>
            </p:nvGrpSpPr>
            <p:grpSpPr>
              <a:xfrm>
                <a:off x="5657361" y="2824811"/>
                <a:ext cx="1078361" cy="404655"/>
                <a:chOff x="5657361" y="2824811"/>
                <a:chExt cx="1078361" cy="404655"/>
              </a:xfrm>
            </p:grpSpPr>
            <p:grpSp>
              <p:nvGrpSpPr>
                <p:cNvPr id="4713" name="Google Shape;4713;p49"/>
                <p:cNvGrpSpPr/>
                <p:nvPr/>
              </p:nvGrpSpPr>
              <p:grpSpPr>
                <a:xfrm>
                  <a:off x="5938485" y="2824811"/>
                  <a:ext cx="797237" cy="404655"/>
                  <a:chOff x="5938485" y="2824811"/>
                  <a:chExt cx="797237" cy="404655"/>
                </a:xfrm>
              </p:grpSpPr>
              <p:sp>
                <p:nvSpPr>
                  <p:cNvPr id="4714" name="Google Shape;4714;p49"/>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49"/>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16" name="Google Shape;4716;p49"/>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17" name="Google Shape;4717;p49"/>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8" name="Google Shape;4718;p49"/>
            <p:cNvGrpSpPr/>
            <p:nvPr/>
          </p:nvGrpSpPr>
          <p:grpSpPr>
            <a:xfrm>
              <a:off x="5190863" y="3528942"/>
              <a:ext cx="1078026" cy="404739"/>
              <a:chOff x="5190863" y="3528942"/>
              <a:chExt cx="1078026" cy="404739"/>
            </a:xfrm>
          </p:grpSpPr>
          <p:sp>
            <p:nvSpPr>
              <p:cNvPr id="4719" name="Google Shape;4719;p49"/>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0" name="Google Shape;4720;p49"/>
              <p:cNvGrpSpPr/>
              <p:nvPr/>
            </p:nvGrpSpPr>
            <p:grpSpPr>
              <a:xfrm>
                <a:off x="5190863" y="3528942"/>
                <a:ext cx="1078026" cy="404739"/>
                <a:chOff x="5190863" y="3528942"/>
                <a:chExt cx="1078026" cy="404739"/>
              </a:xfrm>
            </p:grpSpPr>
            <p:sp>
              <p:nvSpPr>
                <p:cNvPr id="4721" name="Google Shape;4721;p49"/>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49"/>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723" name="Google Shape;4723;p49"/>
          <p:cNvGrpSpPr/>
          <p:nvPr/>
        </p:nvGrpSpPr>
        <p:grpSpPr>
          <a:xfrm>
            <a:off x="728162" y="1474292"/>
            <a:ext cx="1086719" cy="879487"/>
            <a:chOff x="803162" y="1474292"/>
            <a:chExt cx="1086719" cy="879487"/>
          </a:xfrm>
        </p:grpSpPr>
        <p:grpSp>
          <p:nvGrpSpPr>
            <p:cNvPr id="4724" name="Google Shape;4724;p49"/>
            <p:cNvGrpSpPr/>
            <p:nvPr/>
          </p:nvGrpSpPr>
          <p:grpSpPr>
            <a:xfrm>
              <a:off x="803162" y="1625948"/>
              <a:ext cx="445856" cy="576579"/>
              <a:chOff x="803162" y="1625948"/>
              <a:chExt cx="445856" cy="576579"/>
            </a:xfrm>
          </p:grpSpPr>
          <p:sp>
            <p:nvSpPr>
              <p:cNvPr id="4725" name="Google Shape;4725;p49"/>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6" name="Google Shape;4726;p49"/>
              <p:cNvGrpSpPr/>
              <p:nvPr/>
            </p:nvGrpSpPr>
            <p:grpSpPr>
              <a:xfrm>
                <a:off x="1056023" y="1625948"/>
                <a:ext cx="192995" cy="576579"/>
                <a:chOff x="1056023" y="1625948"/>
                <a:chExt cx="192995" cy="576579"/>
              </a:xfrm>
            </p:grpSpPr>
            <p:sp>
              <p:nvSpPr>
                <p:cNvPr id="4727" name="Google Shape;4727;p49"/>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49"/>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49"/>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49"/>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49"/>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32" name="Google Shape;4732;p49"/>
            <p:cNvGrpSpPr/>
            <p:nvPr/>
          </p:nvGrpSpPr>
          <p:grpSpPr>
            <a:xfrm>
              <a:off x="1371406" y="1474292"/>
              <a:ext cx="518475" cy="879487"/>
              <a:chOff x="1398231" y="1474292"/>
              <a:chExt cx="518475" cy="879487"/>
            </a:xfrm>
          </p:grpSpPr>
          <p:grpSp>
            <p:nvGrpSpPr>
              <p:cNvPr id="4733" name="Google Shape;4733;p49"/>
              <p:cNvGrpSpPr/>
              <p:nvPr/>
            </p:nvGrpSpPr>
            <p:grpSpPr>
              <a:xfrm>
                <a:off x="1398231" y="1474292"/>
                <a:ext cx="518475" cy="341643"/>
                <a:chOff x="1398231" y="1474292"/>
                <a:chExt cx="518475" cy="341643"/>
              </a:xfrm>
            </p:grpSpPr>
            <p:sp>
              <p:nvSpPr>
                <p:cNvPr id="4734" name="Google Shape;4734;p49"/>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35" name="Google Shape;4735;p49"/>
                <p:cNvGrpSpPr/>
                <p:nvPr/>
              </p:nvGrpSpPr>
              <p:grpSpPr>
                <a:xfrm>
                  <a:off x="1616453" y="1474292"/>
                  <a:ext cx="300253" cy="341643"/>
                  <a:chOff x="1616453" y="1475379"/>
                  <a:chExt cx="300253" cy="341643"/>
                </a:xfrm>
              </p:grpSpPr>
              <p:sp>
                <p:nvSpPr>
                  <p:cNvPr id="4736" name="Google Shape;4736;p49"/>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49"/>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49"/>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49"/>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49"/>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49"/>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49"/>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3" name="Google Shape;4743;p49"/>
                  <p:cNvGrpSpPr/>
                  <p:nvPr/>
                </p:nvGrpSpPr>
                <p:grpSpPr>
                  <a:xfrm>
                    <a:off x="1839639" y="1475379"/>
                    <a:ext cx="77067" cy="341643"/>
                    <a:chOff x="1839639" y="1475379"/>
                    <a:chExt cx="77067" cy="341643"/>
                  </a:xfrm>
                </p:grpSpPr>
                <p:sp>
                  <p:nvSpPr>
                    <p:cNvPr id="4744" name="Google Shape;4744;p49"/>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49"/>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746" name="Google Shape;4746;p49"/>
              <p:cNvGrpSpPr/>
              <p:nvPr/>
            </p:nvGrpSpPr>
            <p:grpSpPr>
              <a:xfrm>
                <a:off x="1398451" y="2012951"/>
                <a:ext cx="518255" cy="340828"/>
                <a:chOff x="1398451" y="2012951"/>
                <a:chExt cx="518255" cy="340828"/>
              </a:xfrm>
            </p:grpSpPr>
            <p:sp>
              <p:nvSpPr>
                <p:cNvPr id="4747" name="Google Shape;4747;p49"/>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8" name="Google Shape;4748;p49"/>
                <p:cNvGrpSpPr/>
                <p:nvPr/>
              </p:nvGrpSpPr>
              <p:grpSpPr>
                <a:xfrm>
                  <a:off x="1616453" y="2012951"/>
                  <a:ext cx="300253" cy="340828"/>
                  <a:chOff x="1616453" y="2013538"/>
                  <a:chExt cx="300253" cy="340828"/>
                </a:xfrm>
              </p:grpSpPr>
              <p:sp>
                <p:nvSpPr>
                  <p:cNvPr id="4749" name="Google Shape;4749;p49"/>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49"/>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49"/>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49"/>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49"/>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49"/>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49"/>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56" name="Google Shape;4756;p49"/>
                  <p:cNvGrpSpPr/>
                  <p:nvPr/>
                </p:nvGrpSpPr>
                <p:grpSpPr>
                  <a:xfrm>
                    <a:off x="1839639" y="2013538"/>
                    <a:ext cx="77067" cy="340828"/>
                    <a:chOff x="1839639" y="2013538"/>
                    <a:chExt cx="77067" cy="340828"/>
                  </a:xfrm>
                </p:grpSpPr>
                <p:sp>
                  <p:nvSpPr>
                    <p:cNvPr id="4757" name="Google Shape;4757;p49"/>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49"/>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4759" name="Google Shape;4759;p49"/>
          <p:cNvGrpSpPr/>
          <p:nvPr/>
        </p:nvGrpSpPr>
        <p:grpSpPr>
          <a:xfrm>
            <a:off x="724986" y="3605478"/>
            <a:ext cx="1368681" cy="682918"/>
            <a:chOff x="724986" y="3605478"/>
            <a:chExt cx="1368681" cy="682918"/>
          </a:xfrm>
        </p:grpSpPr>
        <p:grpSp>
          <p:nvGrpSpPr>
            <p:cNvPr id="4760" name="Google Shape;4760;p49"/>
            <p:cNvGrpSpPr/>
            <p:nvPr/>
          </p:nvGrpSpPr>
          <p:grpSpPr>
            <a:xfrm>
              <a:off x="1289102" y="3823629"/>
              <a:ext cx="240442" cy="250435"/>
              <a:chOff x="-165066" y="3843615"/>
              <a:chExt cx="221259" cy="230455"/>
            </a:xfrm>
          </p:grpSpPr>
          <p:sp>
            <p:nvSpPr>
              <p:cNvPr id="4761" name="Google Shape;4761;p49"/>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49"/>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49"/>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49"/>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49"/>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49"/>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49"/>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49"/>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49"/>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49"/>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49"/>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49"/>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49"/>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49"/>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49"/>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49"/>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49"/>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49"/>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49"/>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49"/>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1" name="Google Shape;4781;p49"/>
            <p:cNvGrpSpPr/>
            <p:nvPr/>
          </p:nvGrpSpPr>
          <p:grpSpPr>
            <a:xfrm>
              <a:off x="724986" y="3605478"/>
              <a:ext cx="1368681" cy="682918"/>
              <a:chOff x="724986" y="3605478"/>
              <a:chExt cx="1368681" cy="682918"/>
            </a:xfrm>
          </p:grpSpPr>
          <p:grpSp>
            <p:nvGrpSpPr>
              <p:cNvPr id="4782" name="Google Shape;4782;p49"/>
              <p:cNvGrpSpPr/>
              <p:nvPr/>
            </p:nvGrpSpPr>
            <p:grpSpPr>
              <a:xfrm>
                <a:off x="1498221" y="4047614"/>
                <a:ext cx="529172" cy="240783"/>
                <a:chOff x="1498221" y="4047614"/>
                <a:chExt cx="529172" cy="240783"/>
              </a:xfrm>
            </p:grpSpPr>
            <p:grpSp>
              <p:nvGrpSpPr>
                <p:cNvPr id="4783" name="Google Shape;4783;p49"/>
                <p:cNvGrpSpPr/>
                <p:nvPr/>
              </p:nvGrpSpPr>
              <p:grpSpPr>
                <a:xfrm>
                  <a:off x="1826655" y="4224370"/>
                  <a:ext cx="200738" cy="25631"/>
                  <a:chOff x="1826655" y="4224370"/>
                  <a:chExt cx="200738" cy="25631"/>
                </a:xfrm>
              </p:grpSpPr>
              <p:sp>
                <p:nvSpPr>
                  <p:cNvPr id="4784" name="Google Shape;4784;p49"/>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49"/>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6" name="Google Shape;4786;p49"/>
                <p:cNvGrpSpPr/>
                <p:nvPr/>
              </p:nvGrpSpPr>
              <p:grpSpPr>
                <a:xfrm>
                  <a:off x="1498221" y="4047614"/>
                  <a:ext cx="328444" cy="240783"/>
                  <a:chOff x="1498221" y="4047614"/>
                  <a:chExt cx="328444" cy="240783"/>
                </a:xfrm>
              </p:grpSpPr>
              <p:sp>
                <p:nvSpPr>
                  <p:cNvPr id="4787" name="Google Shape;4787;p49"/>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88" name="Google Shape;4788;p49"/>
                  <p:cNvGrpSpPr/>
                  <p:nvPr/>
                </p:nvGrpSpPr>
                <p:grpSpPr>
                  <a:xfrm>
                    <a:off x="1498221" y="4047614"/>
                    <a:ext cx="150566" cy="190416"/>
                    <a:chOff x="1498221" y="4047614"/>
                    <a:chExt cx="150566" cy="190416"/>
                  </a:xfrm>
                </p:grpSpPr>
                <p:sp>
                  <p:nvSpPr>
                    <p:cNvPr id="4789" name="Google Shape;4789;p49"/>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49"/>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791" name="Google Shape;4791;p49"/>
              <p:cNvGrpSpPr/>
              <p:nvPr/>
            </p:nvGrpSpPr>
            <p:grpSpPr>
              <a:xfrm>
                <a:off x="1560718" y="3800594"/>
                <a:ext cx="532948" cy="302090"/>
                <a:chOff x="1560718" y="3800594"/>
                <a:chExt cx="532948" cy="302090"/>
              </a:xfrm>
            </p:grpSpPr>
            <p:grpSp>
              <p:nvGrpSpPr>
                <p:cNvPr id="4792" name="Google Shape;4792;p49"/>
                <p:cNvGrpSpPr/>
                <p:nvPr/>
              </p:nvGrpSpPr>
              <p:grpSpPr>
                <a:xfrm>
                  <a:off x="1912179" y="3827344"/>
                  <a:ext cx="181487" cy="25631"/>
                  <a:chOff x="1912179" y="3827344"/>
                  <a:chExt cx="181487" cy="25631"/>
                </a:xfrm>
              </p:grpSpPr>
              <p:sp>
                <p:nvSpPr>
                  <p:cNvPr id="4793" name="Google Shape;4793;p49"/>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49"/>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5" name="Google Shape;4795;p49"/>
                <p:cNvGrpSpPr/>
                <p:nvPr/>
              </p:nvGrpSpPr>
              <p:grpSpPr>
                <a:xfrm>
                  <a:off x="1912179" y="4044505"/>
                  <a:ext cx="181487" cy="25622"/>
                  <a:chOff x="1912179" y="4044506"/>
                  <a:chExt cx="181487" cy="25622"/>
                </a:xfrm>
              </p:grpSpPr>
              <p:sp>
                <p:nvSpPr>
                  <p:cNvPr id="4796" name="Google Shape;4796;p49"/>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49"/>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8" name="Google Shape;4798;p49"/>
                <p:cNvGrpSpPr/>
                <p:nvPr/>
              </p:nvGrpSpPr>
              <p:grpSpPr>
                <a:xfrm>
                  <a:off x="1560718" y="3800594"/>
                  <a:ext cx="351472" cy="302090"/>
                  <a:chOff x="1560718" y="3800594"/>
                  <a:chExt cx="351472" cy="302090"/>
                </a:xfrm>
              </p:grpSpPr>
              <p:grpSp>
                <p:nvGrpSpPr>
                  <p:cNvPr id="4799" name="Google Shape;4799;p49"/>
                  <p:cNvGrpSpPr/>
                  <p:nvPr/>
                </p:nvGrpSpPr>
                <p:grpSpPr>
                  <a:xfrm>
                    <a:off x="1560718" y="3842857"/>
                    <a:ext cx="173586" cy="217131"/>
                    <a:chOff x="1560718" y="3842857"/>
                    <a:chExt cx="173586" cy="217131"/>
                  </a:xfrm>
                </p:grpSpPr>
                <p:sp>
                  <p:nvSpPr>
                    <p:cNvPr id="4800" name="Google Shape;4800;p49"/>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49"/>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49"/>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03" name="Google Shape;4803;p49"/>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49"/>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05" name="Google Shape;4805;p49"/>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6" name="Google Shape;4806;p49"/>
              <p:cNvGrpSpPr/>
              <p:nvPr/>
            </p:nvGrpSpPr>
            <p:grpSpPr>
              <a:xfrm>
                <a:off x="785350" y="3605478"/>
                <a:ext cx="535311" cy="249245"/>
                <a:chOff x="785350" y="3605478"/>
                <a:chExt cx="535311" cy="249245"/>
              </a:xfrm>
            </p:grpSpPr>
            <p:grpSp>
              <p:nvGrpSpPr>
                <p:cNvPr id="4807" name="Google Shape;4807;p49"/>
                <p:cNvGrpSpPr/>
                <p:nvPr/>
              </p:nvGrpSpPr>
              <p:grpSpPr>
                <a:xfrm>
                  <a:off x="785350" y="3605478"/>
                  <a:ext cx="376191" cy="102736"/>
                  <a:chOff x="785350" y="3605478"/>
                  <a:chExt cx="376191" cy="102736"/>
                </a:xfrm>
              </p:grpSpPr>
              <p:sp>
                <p:nvSpPr>
                  <p:cNvPr id="4808" name="Google Shape;4808;p49"/>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49"/>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49"/>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1" name="Google Shape;4811;p49"/>
                <p:cNvGrpSpPr/>
                <p:nvPr/>
              </p:nvGrpSpPr>
              <p:grpSpPr>
                <a:xfrm>
                  <a:off x="1161530" y="3655851"/>
                  <a:ext cx="159131" cy="198872"/>
                  <a:chOff x="1161530" y="3655851"/>
                  <a:chExt cx="159131" cy="198872"/>
                </a:xfrm>
              </p:grpSpPr>
              <p:sp>
                <p:nvSpPr>
                  <p:cNvPr id="4812" name="Google Shape;4812;p49"/>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49"/>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14" name="Google Shape;4814;p49"/>
              <p:cNvGrpSpPr/>
              <p:nvPr/>
            </p:nvGrpSpPr>
            <p:grpSpPr>
              <a:xfrm>
                <a:off x="785350" y="4047614"/>
                <a:ext cx="535311" cy="240783"/>
                <a:chOff x="785350" y="4047614"/>
                <a:chExt cx="535311" cy="240783"/>
              </a:xfrm>
            </p:grpSpPr>
            <p:grpSp>
              <p:nvGrpSpPr>
                <p:cNvPr id="4815" name="Google Shape;4815;p49"/>
                <p:cNvGrpSpPr/>
                <p:nvPr/>
              </p:nvGrpSpPr>
              <p:grpSpPr>
                <a:xfrm>
                  <a:off x="1161636" y="4047614"/>
                  <a:ext cx="159025" cy="190415"/>
                  <a:chOff x="1161636" y="4047614"/>
                  <a:chExt cx="159025" cy="190415"/>
                </a:xfrm>
              </p:grpSpPr>
              <p:sp>
                <p:nvSpPr>
                  <p:cNvPr id="4816" name="Google Shape;4816;p49"/>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49"/>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8" name="Google Shape;4818;p49"/>
                <p:cNvGrpSpPr/>
                <p:nvPr/>
              </p:nvGrpSpPr>
              <p:grpSpPr>
                <a:xfrm>
                  <a:off x="785350" y="4185661"/>
                  <a:ext cx="376191" cy="102736"/>
                  <a:chOff x="785350" y="4185661"/>
                  <a:chExt cx="376191" cy="102736"/>
                </a:xfrm>
              </p:grpSpPr>
              <p:sp>
                <p:nvSpPr>
                  <p:cNvPr id="4819" name="Google Shape;4819;p49"/>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49"/>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49"/>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22" name="Google Shape;4822;p49"/>
              <p:cNvGrpSpPr/>
              <p:nvPr/>
            </p:nvGrpSpPr>
            <p:grpSpPr>
              <a:xfrm>
                <a:off x="1501054" y="3605478"/>
                <a:ext cx="526340" cy="249240"/>
                <a:chOff x="1501054" y="3605478"/>
                <a:chExt cx="526340" cy="249240"/>
              </a:xfrm>
            </p:grpSpPr>
            <p:grpSp>
              <p:nvGrpSpPr>
                <p:cNvPr id="4823" name="Google Shape;4823;p49"/>
                <p:cNvGrpSpPr/>
                <p:nvPr/>
              </p:nvGrpSpPr>
              <p:grpSpPr>
                <a:xfrm>
                  <a:off x="1834208" y="3643867"/>
                  <a:ext cx="193185" cy="25622"/>
                  <a:chOff x="1834208" y="3643867"/>
                  <a:chExt cx="193185" cy="25622"/>
                </a:xfrm>
              </p:grpSpPr>
              <p:sp>
                <p:nvSpPr>
                  <p:cNvPr id="4824" name="Google Shape;4824;p49"/>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49"/>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6" name="Google Shape;4826;p49"/>
                <p:cNvGrpSpPr/>
                <p:nvPr/>
              </p:nvGrpSpPr>
              <p:grpSpPr>
                <a:xfrm>
                  <a:off x="1501054" y="3605478"/>
                  <a:ext cx="333165" cy="249240"/>
                  <a:chOff x="1501054" y="3605478"/>
                  <a:chExt cx="333165" cy="249240"/>
                </a:xfrm>
              </p:grpSpPr>
              <p:sp>
                <p:nvSpPr>
                  <p:cNvPr id="4827" name="Google Shape;4827;p49"/>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28" name="Google Shape;4828;p49"/>
                  <p:cNvGrpSpPr/>
                  <p:nvPr/>
                </p:nvGrpSpPr>
                <p:grpSpPr>
                  <a:xfrm>
                    <a:off x="1501054" y="3655851"/>
                    <a:ext cx="155286" cy="198867"/>
                    <a:chOff x="1501054" y="3655851"/>
                    <a:chExt cx="155286" cy="198867"/>
                  </a:xfrm>
                </p:grpSpPr>
                <p:sp>
                  <p:nvSpPr>
                    <p:cNvPr id="4829" name="Google Shape;4829;p49"/>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49"/>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831" name="Google Shape;4831;p49"/>
              <p:cNvGrpSpPr/>
              <p:nvPr/>
            </p:nvGrpSpPr>
            <p:grpSpPr>
              <a:xfrm>
                <a:off x="724986" y="3800594"/>
                <a:ext cx="532950" cy="302090"/>
                <a:chOff x="724986" y="3800594"/>
                <a:chExt cx="532950" cy="302090"/>
              </a:xfrm>
            </p:grpSpPr>
            <p:grpSp>
              <p:nvGrpSpPr>
                <p:cNvPr id="4832" name="Google Shape;4832;p49"/>
                <p:cNvGrpSpPr/>
                <p:nvPr/>
              </p:nvGrpSpPr>
              <p:grpSpPr>
                <a:xfrm>
                  <a:off x="724986" y="4044367"/>
                  <a:ext cx="181314" cy="25626"/>
                  <a:chOff x="724986" y="4044367"/>
                  <a:chExt cx="181314" cy="25626"/>
                </a:xfrm>
              </p:grpSpPr>
              <p:sp>
                <p:nvSpPr>
                  <p:cNvPr id="4833" name="Google Shape;4833;p49"/>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49"/>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5" name="Google Shape;4835;p49"/>
                <p:cNvGrpSpPr/>
                <p:nvPr/>
              </p:nvGrpSpPr>
              <p:grpSpPr>
                <a:xfrm>
                  <a:off x="906290" y="3800594"/>
                  <a:ext cx="351646" cy="302090"/>
                  <a:chOff x="906290" y="3800594"/>
                  <a:chExt cx="351646" cy="302090"/>
                </a:xfrm>
              </p:grpSpPr>
              <p:grpSp>
                <p:nvGrpSpPr>
                  <p:cNvPr id="4836" name="Google Shape;4836;p49"/>
                  <p:cNvGrpSpPr/>
                  <p:nvPr/>
                </p:nvGrpSpPr>
                <p:grpSpPr>
                  <a:xfrm>
                    <a:off x="1084172" y="3842857"/>
                    <a:ext cx="173764" cy="217131"/>
                    <a:chOff x="1084172" y="3842857"/>
                    <a:chExt cx="173764" cy="217131"/>
                  </a:xfrm>
                </p:grpSpPr>
                <p:grpSp>
                  <p:nvGrpSpPr>
                    <p:cNvPr id="4837" name="Google Shape;4837;p49"/>
                    <p:cNvGrpSpPr/>
                    <p:nvPr/>
                  </p:nvGrpSpPr>
                  <p:grpSpPr>
                    <a:xfrm>
                      <a:off x="1156862" y="3936509"/>
                      <a:ext cx="101073" cy="25622"/>
                      <a:chOff x="1156862" y="3936509"/>
                      <a:chExt cx="101073" cy="25622"/>
                    </a:xfrm>
                  </p:grpSpPr>
                  <p:sp>
                    <p:nvSpPr>
                      <p:cNvPr id="4838" name="Google Shape;4838;p49"/>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49"/>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40" name="Google Shape;4840;p49"/>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41" name="Google Shape;4841;p49"/>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49"/>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3" name="Google Shape;4843;p49"/>
                <p:cNvGrpSpPr/>
                <p:nvPr/>
              </p:nvGrpSpPr>
              <p:grpSpPr>
                <a:xfrm>
                  <a:off x="724986" y="3830189"/>
                  <a:ext cx="189533" cy="25626"/>
                  <a:chOff x="724986" y="3830189"/>
                  <a:chExt cx="189533" cy="25626"/>
                </a:xfrm>
              </p:grpSpPr>
              <p:sp>
                <p:nvSpPr>
                  <p:cNvPr id="4844" name="Google Shape;4844;p49"/>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49"/>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4846" name="Google Shape;4846;p49"/>
          <p:cNvGrpSpPr/>
          <p:nvPr/>
        </p:nvGrpSpPr>
        <p:grpSpPr>
          <a:xfrm>
            <a:off x="2253298" y="2455640"/>
            <a:ext cx="948701" cy="935378"/>
            <a:chOff x="2253298" y="2428317"/>
            <a:chExt cx="948701" cy="935378"/>
          </a:xfrm>
        </p:grpSpPr>
        <p:sp>
          <p:nvSpPr>
            <p:cNvPr id="4847" name="Google Shape;4847;p49"/>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49"/>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49"/>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49"/>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49"/>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49"/>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49"/>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49"/>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49"/>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49"/>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49"/>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49"/>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49"/>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49"/>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49"/>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49"/>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49"/>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49"/>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49"/>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49"/>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49"/>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49"/>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49"/>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49"/>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49"/>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49"/>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49"/>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49"/>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49"/>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49"/>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49"/>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49"/>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49"/>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83"/>
        <p:cNvGrpSpPr/>
        <p:nvPr/>
      </p:nvGrpSpPr>
      <p:grpSpPr>
        <a:xfrm>
          <a:off x="0" y="0"/>
          <a:ext cx="0" cy="0"/>
          <a:chOff x="0" y="0"/>
          <a:chExt cx="0" cy="0"/>
        </a:xfrm>
      </p:grpSpPr>
      <p:grpSp>
        <p:nvGrpSpPr>
          <p:cNvPr id="4884" name="Google Shape;4884;p50"/>
          <p:cNvGrpSpPr/>
          <p:nvPr/>
        </p:nvGrpSpPr>
        <p:grpSpPr>
          <a:xfrm>
            <a:off x="3353582" y="1145627"/>
            <a:ext cx="2363393" cy="1017867"/>
            <a:chOff x="3292400" y="1219146"/>
            <a:chExt cx="2615240" cy="1110239"/>
          </a:xfrm>
        </p:grpSpPr>
        <p:sp>
          <p:nvSpPr>
            <p:cNvPr id="4885" name="Google Shape;4885;p50"/>
            <p:cNvSpPr/>
            <p:nvPr/>
          </p:nvSpPr>
          <p:spPr>
            <a:xfrm>
              <a:off x="3292400" y="1845763"/>
              <a:ext cx="370500" cy="478500"/>
            </a:xfrm>
            <a:prstGeom prst="round2DiagRect">
              <a:avLst>
                <a:gd name="adj1" fmla="val 16667"/>
                <a:gd name="adj2" fmla="val 0"/>
              </a:avLst>
            </a:prstGeom>
            <a:solidFill>
              <a:srgbClr val="ABBCC9"/>
            </a:solidFill>
            <a:ln>
              <a:noFill/>
            </a:ln>
          </p:spPr>
          <p:txBody>
            <a:bodyPr spcFirstLastPara="1" wrap="square" lIns="0" tIns="0" rIns="0" bIns="0" anchor="ctr" anchorCtr="0">
              <a:noAutofit/>
            </a:bodyPr>
            <a:lstStyle/>
            <a:p>
              <a:pPr marL="0" lvl="0" indent="0" algn="l" rtl="0">
                <a:spcBef>
                  <a:spcPts val="0"/>
                </a:spcBef>
                <a:spcAft>
                  <a:spcPts val="0"/>
                </a:spcAft>
                <a:buNone/>
              </a:pPr>
              <a:endParaRPr sz="200">
                <a:solidFill>
                  <a:srgbClr val="FFFFFF"/>
                </a:solidFill>
              </a:endParaRPr>
            </a:p>
          </p:txBody>
        </p:sp>
        <p:sp>
          <p:nvSpPr>
            <p:cNvPr id="4886" name="Google Shape;4886;p50"/>
            <p:cNvSpPr/>
            <p:nvPr/>
          </p:nvSpPr>
          <p:spPr>
            <a:xfrm>
              <a:off x="3292400" y="1314860"/>
              <a:ext cx="370500" cy="478500"/>
            </a:xfrm>
            <a:prstGeom prst="round2DiagRect">
              <a:avLst>
                <a:gd name="adj1" fmla="val 16667"/>
                <a:gd name="adj2" fmla="val 0"/>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887" name="Google Shape;4887;p50"/>
            <p:cNvSpPr txBox="1"/>
            <p:nvPr/>
          </p:nvSpPr>
          <p:spPr>
            <a:xfrm flipH="1">
              <a:off x="3678794" y="1219157"/>
              <a:ext cx="3705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s" sz="200">
                  <a:solidFill>
                    <a:srgbClr val="FFFFFF"/>
                  </a:solidFill>
                </a:rPr>
                <a:t>JANUARY</a:t>
              </a:r>
              <a:endParaRPr sz="200">
                <a:solidFill>
                  <a:srgbClr val="FFFFFF"/>
                </a:solidFill>
              </a:endParaRPr>
            </a:p>
          </p:txBody>
        </p:sp>
        <p:sp>
          <p:nvSpPr>
            <p:cNvPr id="4888" name="Google Shape;4888;p50"/>
            <p:cNvSpPr txBox="1"/>
            <p:nvPr/>
          </p:nvSpPr>
          <p:spPr>
            <a:xfrm flipH="1">
              <a:off x="4051671" y="1219146"/>
              <a:ext cx="4014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s" sz="200">
                  <a:solidFill>
                    <a:srgbClr val="FFFFFF"/>
                  </a:solidFill>
                </a:rPr>
                <a:t>FEBRUARY</a:t>
              </a:r>
              <a:endParaRPr sz="200">
                <a:solidFill>
                  <a:srgbClr val="FFFFFF"/>
                </a:solidFill>
              </a:endParaRPr>
            </a:p>
          </p:txBody>
        </p:sp>
        <p:sp>
          <p:nvSpPr>
            <p:cNvPr id="4889" name="Google Shape;4889;p50"/>
            <p:cNvSpPr txBox="1"/>
            <p:nvPr/>
          </p:nvSpPr>
          <p:spPr>
            <a:xfrm flipH="1">
              <a:off x="4453057" y="1219146"/>
              <a:ext cx="3480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s" sz="200">
                  <a:solidFill>
                    <a:srgbClr val="FFFFFF"/>
                  </a:solidFill>
                </a:rPr>
                <a:t>MARCH</a:t>
              </a:r>
              <a:endParaRPr sz="200">
                <a:solidFill>
                  <a:srgbClr val="FFFFFF"/>
                </a:solidFill>
              </a:endParaRPr>
            </a:p>
          </p:txBody>
        </p:sp>
        <p:sp>
          <p:nvSpPr>
            <p:cNvPr id="4890" name="Google Shape;4890;p50"/>
            <p:cNvSpPr txBox="1"/>
            <p:nvPr/>
          </p:nvSpPr>
          <p:spPr>
            <a:xfrm flipH="1">
              <a:off x="4831790"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s" sz="200">
                  <a:solidFill>
                    <a:srgbClr val="FFFFFF"/>
                  </a:solidFill>
                </a:rPr>
                <a:t>APRIL</a:t>
              </a:r>
              <a:endParaRPr sz="200">
                <a:solidFill>
                  <a:srgbClr val="FFFFFF"/>
                </a:solidFill>
              </a:endParaRPr>
            </a:p>
          </p:txBody>
        </p:sp>
        <p:sp>
          <p:nvSpPr>
            <p:cNvPr id="4891" name="Google Shape;4891;p50"/>
            <p:cNvSpPr txBox="1"/>
            <p:nvPr/>
          </p:nvSpPr>
          <p:spPr>
            <a:xfrm flipH="1">
              <a:off x="5186134"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s" sz="200">
                  <a:solidFill>
                    <a:srgbClr val="FFFFFF"/>
                  </a:solidFill>
                </a:rPr>
                <a:t>MAY</a:t>
              </a:r>
              <a:endParaRPr sz="200">
                <a:solidFill>
                  <a:srgbClr val="FFFFFF"/>
                </a:solidFill>
              </a:endParaRPr>
            </a:p>
          </p:txBody>
        </p:sp>
        <p:sp>
          <p:nvSpPr>
            <p:cNvPr id="4892" name="Google Shape;4892;p50"/>
            <p:cNvSpPr txBox="1"/>
            <p:nvPr/>
          </p:nvSpPr>
          <p:spPr>
            <a:xfrm flipH="1">
              <a:off x="5562148"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s" sz="200">
                  <a:solidFill>
                    <a:srgbClr val="FFFFFF"/>
                  </a:solidFill>
                </a:rPr>
                <a:t>JUNE</a:t>
              </a:r>
              <a:endParaRPr sz="200">
                <a:solidFill>
                  <a:srgbClr val="FFFFFF"/>
                </a:solidFill>
              </a:endParaRPr>
            </a:p>
          </p:txBody>
        </p:sp>
        <p:sp>
          <p:nvSpPr>
            <p:cNvPr id="4893" name="Google Shape;4893;p50"/>
            <p:cNvSpPr txBox="1"/>
            <p:nvPr/>
          </p:nvSpPr>
          <p:spPr>
            <a:xfrm flipH="1">
              <a:off x="3338153" y="1379250"/>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s" sz="200">
                  <a:solidFill>
                    <a:srgbClr val="FFFFFF"/>
                  </a:solidFill>
                </a:rPr>
                <a:t>PHASE 1</a:t>
              </a:r>
              <a:endParaRPr sz="200">
                <a:solidFill>
                  <a:srgbClr val="FFFFFF"/>
                </a:solidFill>
              </a:endParaRPr>
            </a:p>
          </p:txBody>
        </p:sp>
        <p:sp>
          <p:nvSpPr>
            <p:cNvPr id="4894" name="Google Shape;4894;p50"/>
            <p:cNvSpPr txBox="1"/>
            <p:nvPr/>
          </p:nvSpPr>
          <p:spPr>
            <a:xfrm flipH="1">
              <a:off x="3338156" y="1902299"/>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s" sz="200">
                  <a:solidFill>
                    <a:srgbClr val="FFFFFF"/>
                  </a:solidFill>
                </a:rPr>
                <a:t>PHASE 2</a:t>
              </a:r>
              <a:endParaRPr sz="200">
                <a:solidFill>
                  <a:srgbClr val="FFFFFF"/>
                </a:solidFill>
              </a:endParaRPr>
            </a:p>
          </p:txBody>
        </p:sp>
        <p:sp>
          <p:nvSpPr>
            <p:cNvPr id="4895" name="Google Shape;4895;p50"/>
            <p:cNvSpPr txBox="1"/>
            <p:nvPr/>
          </p:nvSpPr>
          <p:spPr>
            <a:xfrm flipH="1">
              <a:off x="3344522" y="1537172"/>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s" sz="200">
                  <a:solidFill>
                    <a:srgbClr val="FFFFFF"/>
                  </a:solidFill>
                </a:rPr>
                <a:t>Task 1</a:t>
              </a:r>
              <a:endParaRPr sz="200">
                <a:solidFill>
                  <a:srgbClr val="FFFFFF"/>
                </a:solidFill>
              </a:endParaRPr>
            </a:p>
          </p:txBody>
        </p:sp>
        <p:sp>
          <p:nvSpPr>
            <p:cNvPr id="4896" name="Google Shape;4896;p50"/>
            <p:cNvSpPr txBox="1"/>
            <p:nvPr/>
          </p:nvSpPr>
          <p:spPr>
            <a:xfrm flipH="1">
              <a:off x="3344522" y="1713877"/>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s" sz="200">
                  <a:solidFill>
                    <a:srgbClr val="FFFFFF"/>
                  </a:solidFill>
                </a:rPr>
                <a:t>Task 2</a:t>
              </a:r>
              <a:endParaRPr sz="200">
                <a:solidFill>
                  <a:srgbClr val="FFFFFF"/>
                </a:solidFill>
              </a:endParaRPr>
            </a:p>
          </p:txBody>
        </p:sp>
        <p:sp>
          <p:nvSpPr>
            <p:cNvPr id="4897" name="Google Shape;4897;p50"/>
            <p:cNvSpPr txBox="1"/>
            <p:nvPr/>
          </p:nvSpPr>
          <p:spPr>
            <a:xfrm flipH="1">
              <a:off x="3344522" y="2079003"/>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s" sz="200">
                  <a:solidFill>
                    <a:srgbClr val="FFFFFF"/>
                  </a:solidFill>
                </a:rPr>
                <a:t>Task 1</a:t>
              </a:r>
              <a:endParaRPr sz="200">
                <a:solidFill>
                  <a:srgbClr val="FFFFFF"/>
                </a:solidFill>
              </a:endParaRPr>
            </a:p>
          </p:txBody>
        </p:sp>
        <p:sp>
          <p:nvSpPr>
            <p:cNvPr id="4898" name="Google Shape;4898;p50"/>
            <p:cNvSpPr txBox="1"/>
            <p:nvPr/>
          </p:nvSpPr>
          <p:spPr>
            <a:xfrm flipH="1">
              <a:off x="3344527" y="2246885"/>
              <a:ext cx="262200" cy="825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s" sz="200">
                  <a:solidFill>
                    <a:srgbClr val="FFFFFF"/>
                  </a:solidFill>
                </a:rPr>
                <a:t>Task 2</a:t>
              </a:r>
              <a:endParaRPr sz="200">
                <a:solidFill>
                  <a:srgbClr val="FFFFFF"/>
                </a:solidFill>
              </a:endParaRPr>
            </a:p>
          </p:txBody>
        </p:sp>
        <p:grpSp>
          <p:nvGrpSpPr>
            <p:cNvPr id="4899" name="Google Shape;4899;p50"/>
            <p:cNvGrpSpPr/>
            <p:nvPr/>
          </p:nvGrpSpPr>
          <p:grpSpPr>
            <a:xfrm>
              <a:off x="3748438" y="1378608"/>
              <a:ext cx="2159202" cy="903971"/>
              <a:chOff x="1683525" y="2179850"/>
              <a:chExt cx="4519050" cy="2134525"/>
            </a:xfrm>
          </p:grpSpPr>
          <p:sp>
            <p:nvSpPr>
              <p:cNvPr id="4900" name="Google Shape;4900;p50"/>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1" name="Google Shape;4901;p50"/>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2" name="Google Shape;4902;p50"/>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3" name="Google Shape;4903;p50"/>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4" name="Google Shape;4904;p50"/>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5" name="Google Shape;4905;p50"/>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6" name="Google Shape;4906;p50"/>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7" name="Google Shape;4907;p50"/>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8" name="Google Shape;4908;p50"/>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09" name="Google Shape;4909;p50"/>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10" name="Google Shape;4910;p50"/>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4911" name="Google Shape;4911;p50"/>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grpSp>
      </p:grpSp>
      <p:graphicFrame>
        <p:nvGraphicFramePr>
          <p:cNvPr id="4912" name="Google Shape;4912;p50"/>
          <p:cNvGraphicFramePr/>
          <p:nvPr/>
        </p:nvGraphicFramePr>
        <p:xfrm>
          <a:off x="5949675" y="2323100"/>
          <a:ext cx="2491300" cy="868600"/>
        </p:xfrm>
        <a:graphic>
          <a:graphicData uri="http://schemas.openxmlformats.org/drawingml/2006/table">
            <a:tbl>
              <a:tblPr>
                <a:noFill/>
                <a:tableStyleId>{FF73683A-8C92-4272-8A51-C45EC57E7859}</a:tableStyleId>
              </a:tblPr>
              <a:tblGrid>
                <a:gridCol w="622825">
                  <a:extLst>
                    <a:ext uri="{9D8B030D-6E8A-4147-A177-3AD203B41FA5}">
                      <a16:colId xmlns:a16="http://schemas.microsoft.com/office/drawing/2014/main" val="20000"/>
                    </a:ext>
                  </a:extLst>
                </a:gridCol>
                <a:gridCol w="622825">
                  <a:extLst>
                    <a:ext uri="{9D8B030D-6E8A-4147-A177-3AD203B41FA5}">
                      <a16:colId xmlns:a16="http://schemas.microsoft.com/office/drawing/2014/main" val="20001"/>
                    </a:ext>
                  </a:extLst>
                </a:gridCol>
                <a:gridCol w="622825">
                  <a:extLst>
                    <a:ext uri="{9D8B030D-6E8A-4147-A177-3AD203B41FA5}">
                      <a16:colId xmlns:a16="http://schemas.microsoft.com/office/drawing/2014/main" val="20002"/>
                    </a:ext>
                  </a:extLst>
                </a:gridCol>
                <a:gridCol w="622825">
                  <a:extLst>
                    <a:ext uri="{9D8B030D-6E8A-4147-A177-3AD203B41FA5}">
                      <a16:colId xmlns:a16="http://schemas.microsoft.com/office/drawing/2014/main" val="20003"/>
                    </a:ext>
                  </a:extLst>
                </a:gridCol>
              </a:tblGrid>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0"/>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1"/>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extLst>
                  <a:ext uri="{0D108BD9-81ED-4DB2-BD59-A6C34878D82A}">
                    <a16:rowId xmlns:a16="http://schemas.microsoft.com/office/drawing/2014/main" val="10002"/>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7994A9">
                        <a:alpha val="64709"/>
                      </a:srgbClr>
                    </a:solidFill>
                  </a:tcPr>
                </a:tc>
                <a:extLst>
                  <a:ext uri="{0D108BD9-81ED-4DB2-BD59-A6C34878D82A}">
                    <a16:rowId xmlns:a16="http://schemas.microsoft.com/office/drawing/2014/main" val="10003"/>
                  </a:ext>
                </a:extLst>
              </a:tr>
            </a:tbl>
          </a:graphicData>
        </a:graphic>
      </p:graphicFrame>
      <p:grpSp>
        <p:nvGrpSpPr>
          <p:cNvPr id="4913" name="Google Shape;4913;p50"/>
          <p:cNvGrpSpPr/>
          <p:nvPr/>
        </p:nvGrpSpPr>
        <p:grpSpPr>
          <a:xfrm>
            <a:off x="5926924" y="3381697"/>
            <a:ext cx="2519825" cy="1001454"/>
            <a:chOff x="1906114" y="789980"/>
            <a:chExt cx="1487676" cy="606868"/>
          </a:xfrm>
        </p:grpSpPr>
        <p:cxnSp>
          <p:nvCxnSpPr>
            <p:cNvPr id="4914" name="Google Shape;4914;p50"/>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4915" name="Google Shape;4915;p50"/>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4916" name="Google Shape;4916;p50"/>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4917" name="Google Shape;4917;p50"/>
            <p:cNvSpPr txBox="1"/>
            <p:nvPr/>
          </p:nvSpPr>
          <p:spPr>
            <a:xfrm flipH="1">
              <a:off x="210971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s" sz="300">
                  <a:solidFill>
                    <a:srgbClr val="E3E9ED"/>
                  </a:solidFill>
                </a:rPr>
                <a:t>JANUARY</a:t>
              </a:r>
              <a:endParaRPr sz="300">
                <a:solidFill>
                  <a:srgbClr val="E3E9ED"/>
                </a:solidFill>
              </a:endParaRPr>
            </a:p>
          </p:txBody>
        </p:sp>
        <p:sp>
          <p:nvSpPr>
            <p:cNvPr id="4918" name="Google Shape;4918;p50"/>
            <p:cNvSpPr txBox="1"/>
            <p:nvPr/>
          </p:nvSpPr>
          <p:spPr>
            <a:xfrm flipH="1">
              <a:off x="2434275" y="789980"/>
              <a:ext cx="2892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s" sz="300">
                  <a:solidFill>
                    <a:srgbClr val="E3E9ED"/>
                  </a:solidFill>
                </a:rPr>
                <a:t>FEBRUARY</a:t>
              </a:r>
              <a:endParaRPr sz="300">
                <a:solidFill>
                  <a:srgbClr val="E3E9ED"/>
                </a:solidFill>
              </a:endParaRPr>
            </a:p>
          </p:txBody>
        </p:sp>
        <p:sp>
          <p:nvSpPr>
            <p:cNvPr id="4919" name="Google Shape;4919;p50"/>
            <p:cNvSpPr txBox="1"/>
            <p:nvPr/>
          </p:nvSpPr>
          <p:spPr>
            <a:xfrm flipH="1">
              <a:off x="2781049"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s" sz="300">
                  <a:solidFill>
                    <a:srgbClr val="E3E9ED"/>
                  </a:solidFill>
                </a:rPr>
                <a:t>MARCH</a:t>
              </a:r>
              <a:endParaRPr sz="300">
                <a:solidFill>
                  <a:srgbClr val="E3E9ED"/>
                </a:solidFill>
              </a:endParaRPr>
            </a:p>
          </p:txBody>
        </p:sp>
        <p:sp>
          <p:nvSpPr>
            <p:cNvPr id="4920" name="Google Shape;4920;p50"/>
            <p:cNvSpPr txBox="1"/>
            <p:nvPr/>
          </p:nvSpPr>
          <p:spPr>
            <a:xfrm flipH="1">
              <a:off x="311269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s" sz="300">
                  <a:solidFill>
                    <a:srgbClr val="E3E9ED"/>
                  </a:solidFill>
                </a:rPr>
                <a:t>APRIL</a:t>
              </a:r>
              <a:endParaRPr sz="300">
                <a:solidFill>
                  <a:srgbClr val="E3E9ED"/>
                </a:solidFill>
              </a:endParaRPr>
            </a:p>
          </p:txBody>
        </p:sp>
        <p:sp>
          <p:nvSpPr>
            <p:cNvPr id="4921" name="Google Shape;4921;p50"/>
            <p:cNvSpPr/>
            <p:nvPr/>
          </p:nvSpPr>
          <p:spPr>
            <a:xfrm>
              <a:off x="2105681" y="964326"/>
              <a:ext cx="2892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50"/>
            <p:cNvSpPr/>
            <p:nvPr/>
          </p:nvSpPr>
          <p:spPr>
            <a:xfrm>
              <a:off x="2109515" y="1159286"/>
              <a:ext cx="280200" cy="426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50"/>
            <p:cNvSpPr/>
            <p:nvPr/>
          </p:nvSpPr>
          <p:spPr>
            <a:xfrm>
              <a:off x="2753389" y="1353677"/>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50"/>
            <p:cNvSpPr/>
            <p:nvPr/>
          </p:nvSpPr>
          <p:spPr>
            <a:xfrm>
              <a:off x="2105681" y="1159287"/>
              <a:ext cx="2892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50"/>
            <p:cNvSpPr/>
            <p:nvPr/>
          </p:nvSpPr>
          <p:spPr>
            <a:xfrm>
              <a:off x="2412005" y="1354248"/>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50"/>
            <p:cNvSpPr/>
            <p:nvPr/>
          </p:nvSpPr>
          <p:spPr>
            <a:xfrm>
              <a:off x="2410087"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50"/>
            <p:cNvSpPr txBox="1"/>
            <p:nvPr/>
          </p:nvSpPr>
          <p:spPr>
            <a:xfrm flipH="1">
              <a:off x="1906114" y="918164"/>
              <a:ext cx="203400" cy="10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s" sz="300">
                  <a:solidFill>
                    <a:srgbClr val="E3E9ED"/>
                  </a:solidFill>
                </a:rPr>
                <a:t>PHASE 1</a:t>
              </a:r>
              <a:endParaRPr sz="300">
                <a:solidFill>
                  <a:srgbClr val="E3E9ED"/>
                </a:solidFill>
              </a:endParaRPr>
            </a:p>
          </p:txBody>
        </p:sp>
        <p:sp>
          <p:nvSpPr>
            <p:cNvPr id="4928" name="Google Shape;4928;p50"/>
            <p:cNvSpPr txBox="1"/>
            <p:nvPr/>
          </p:nvSpPr>
          <p:spPr>
            <a:xfrm flipH="1">
              <a:off x="1919618" y="1113390"/>
              <a:ext cx="1899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s" sz="300">
                  <a:solidFill>
                    <a:srgbClr val="E3E9ED"/>
                  </a:solidFill>
                </a:rPr>
                <a:t>Task 1</a:t>
              </a:r>
              <a:endParaRPr sz="300">
                <a:solidFill>
                  <a:srgbClr val="E3E9ED"/>
                </a:solidFill>
              </a:endParaRPr>
            </a:p>
          </p:txBody>
        </p:sp>
        <p:sp>
          <p:nvSpPr>
            <p:cNvPr id="4929" name="Google Shape;4929;p50"/>
            <p:cNvSpPr txBox="1"/>
            <p:nvPr/>
          </p:nvSpPr>
          <p:spPr>
            <a:xfrm flipH="1">
              <a:off x="1906118" y="1304527"/>
              <a:ext cx="2034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s" sz="300">
                  <a:solidFill>
                    <a:srgbClr val="E3E9ED"/>
                  </a:solidFill>
                </a:rPr>
                <a:t>Task 2</a:t>
              </a:r>
              <a:endParaRPr sz="300">
                <a:solidFill>
                  <a:srgbClr val="E3E9ED"/>
                </a:solidFill>
              </a:endParaRPr>
            </a:p>
          </p:txBody>
        </p:sp>
        <p:sp>
          <p:nvSpPr>
            <p:cNvPr id="4930" name="Google Shape;4930;p50"/>
            <p:cNvSpPr/>
            <p:nvPr/>
          </p:nvSpPr>
          <p:spPr>
            <a:xfrm>
              <a:off x="2750975"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1" name="Google Shape;4931;p50"/>
          <p:cNvGrpSpPr/>
          <p:nvPr/>
        </p:nvGrpSpPr>
        <p:grpSpPr>
          <a:xfrm>
            <a:off x="726399" y="1190655"/>
            <a:ext cx="2394370" cy="976502"/>
            <a:chOff x="749309" y="1112739"/>
            <a:chExt cx="2371603" cy="976502"/>
          </a:xfrm>
        </p:grpSpPr>
        <p:sp>
          <p:nvSpPr>
            <p:cNvPr id="4932" name="Google Shape;4932;p50"/>
            <p:cNvSpPr/>
            <p:nvPr/>
          </p:nvSpPr>
          <p:spPr>
            <a:xfrm>
              <a:off x="1092126"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50"/>
            <p:cNvSpPr/>
            <p:nvPr/>
          </p:nvSpPr>
          <p:spPr>
            <a:xfrm>
              <a:off x="1434943"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50"/>
            <p:cNvSpPr/>
            <p:nvPr/>
          </p:nvSpPr>
          <p:spPr>
            <a:xfrm>
              <a:off x="1777760"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50"/>
            <p:cNvSpPr/>
            <p:nvPr/>
          </p:nvSpPr>
          <p:spPr>
            <a:xfrm>
              <a:off x="2120578"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50"/>
            <p:cNvSpPr/>
            <p:nvPr/>
          </p:nvSpPr>
          <p:spPr>
            <a:xfrm>
              <a:off x="2463395"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50"/>
            <p:cNvSpPr/>
            <p:nvPr/>
          </p:nvSpPr>
          <p:spPr>
            <a:xfrm>
              <a:off x="2806212"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50"/>
            <p:cNvSpPr/>
            <p:nvPr/>
          </p:nvSpPr>
          <p:spPr>
            <a:xfrm>
              <a:off x="749309" y="136229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50"/>
            <p:cNvSpPr/>
            <p:nvPr/>
          </p:nvSpPr>
          <p:spPr>
            <a:xfrm>
              <a:off x="1092126"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50"/>
            <p:cNvSpPr/>
            <p:nvPr/>
          </p:nvSpPr>
          <p:spPr>
            <a:xfrm>
              <a:off x="1434943"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50"/>
            <p:cNvSpPr/>
            <p:nvPr/>
          </p:nvSpPr>
          <p:spPr>
            <a:xfrm>
              <a:off x="1777760"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50"/>
            <p:cNvSpPr/>
            <p:nvPr/>
          </p:nvSpPr>
          <p:spPr>
            <a:xfrm>
              <a:off x="2120578"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50"/>
            <p:cNvSpPr/>
            <p:nvPr/>
          </p:nvSpPr>
          <p:spPr>
            <a:xfrm>
              <a:off x="2463395"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50"/>
            <p:cNvSpPr/>
            <p:nvPr/>
          </p:nvSpPr>
          <p:spPr>
            <a:xfrm>
              <a:off x="2806212"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50"/>
            <p:cNvSpPr/>
            <p:nvPr/>
          </p:nvSpPr>
          <p:spPr>
            <a:xfrm>
              <a:off x="749309" y="161184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50"/>
            <p:cNvSpPr/>
            <p:nvPr/>
          </p:nvSpPr>
          <p:spPr>
            <a:xfrm>
              <a:off x="1092126"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50"/>
            <p:cNvSpPr/>
            <p:nvPr/>
          </p:nvSpPr>
          <p:spPr>
            <a:xfrm>
              <a:off x="1434943"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50"/>
            <p:cNvSpPr/>
            <p:nvPr/>
          </p:nvSpPr>
          <p:spPr>
            <a:xfrm>
              <a:off x="1777760"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50"/>
            <p:cNvSpPr/>
            <p:nvPr/>
          </p:nvSpPr>
          <p:spPr>
            <a:xfrm>
              <a:off x="2120578"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50"/>
            <p:cNvSpPr/>
            <p:nvPr/>
          </p:nvSpPr>
          <p:spPr>
            <a:xfrm>
              <a:off x="2463395"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50"/>
            <p:cNvSpPr/>
            <p:nvPr/>
          </p:nvSpPr>
          <p:spPr>
            <a:xfrm>
              <a:off x="2806212"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50"/>
            <p:cNvSpPr/>
            <p:nvPr/>
          </p:nvSpPr>
          <p:spPr>
            <a:xfrm>
              <a:off x="749309" y="186140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50"/>
            <p:cNvSpPr/>
            <p:nvPr/>
          </p:nvSpPr>
          <p:spPr>
            <a:xfrm>
              <a:off x="1092126"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50"/>
            <p:cNvSpPr/>
            <p:nvPr/>
          </p:nvSpPr>
          <p:spPr>
            <a:xfrm>
              <a:off x="1434943"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50"/>
            <p:cNvSpPr/>
            <p:nvPr/>
          </p:nvSpPr>
          <p:spPr>
            <a:xfrm>
              <a:off x="1777760"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50"/>
            <p:cNvSpPr/>
            <p:nvPr/>
          </p:nvSpPr>
          <p:spPr>
            <a:xfrm>
              <a:off x="2120578"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50"/>
            <p:cNvSpPr/>
            <p:nvPr/>
          </p:nvSpPr>
          <p:spPr>
            <a:xfrm>
              <a:off x="2463395"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50"/>
            <p:cNvSpPr/>
            <p:nvPr/>
          </p:nvSpPr>
          <p:spPr>
            <a:xfrm>
              <a:off x="2806212"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50"/>
            <p:cNvSpPr/>
            <p:nvPr/>
          </p:nvSpPr>
          <p:spPr>
            <a:xfrm>
              <a:off x="749309" y="111273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50"/>
            <p:cNvSpPr/>
            <p:nvPr/>
          </p:nvSpPr>
          <p:spPr>
            <a:xfrm>
              <a:off x="1434877" y="1258345"/>
              <a:ext cx="16857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50"/>
            <p:cNvSpPr/>
            <p:nvPr/>
          </p:nvSpPr>
          <p:spPr>
            <a:xfrm>
              <a:off x="1777683" y="2010641"/>
              <a:ext cx="10002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50"/>
            <p:cNvSpPr/>
            <p:nvPr/>
          </p:nvSpPr>
          <p:spPr>
            <a:xfrm>
              <a:off x="1092070"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50"/>
            <p:cNvSpPr/>
            <p:nvPr/>
          </p:nvSpPr>
          <p:spPr>
            <a:xfrm>
              <a:off x="2463277"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4964" name="Google Shape;4964;p50"/>
          <p:cNvGraphicFramePr/>
          <p:nvPr/>
        </p:nvGraphicFramePr>
        <p:xfrm>
          <a:off x="5949700" y="1188950"/>
          <a:ext cx="2491300" cy="976425"/>
        </p:xfrm>
        <a:graphic>
          <a:graphicData uri="http://schemas.openxmlformats.org/drawingml/2006/table">
            <a:tbl>
              <a:tblPr>
                <a:noFill/>
                <a:tableStyleId>{FF73683A-8C92-4272-8A51-C45EC57E7859}</a:tableStyleId>
              </a:tblPr>
              <a:tblGrid>
                <a:gridCol w="622825">
                  <a:extLst>
                    <a:ext uri="{9D8B030D-6E8A-4147-A177-3AD203B41FA5}">
                      <a16:colId xmlns:a16="http://schemas.microsoft.com/office/drawing/2014/main" val="20000"/>
                    </a:ext>
                  </a:extLst>
                </a:gridCol>
                <a:gridCol w="622825">
                  <a:extLst>
                    <a:ext uri="{9D8B030D-6E8A-4147-A177-3AD203B41FA5}">
                      <a16:colId xmlns:a16="http://schemas.microsoft.com/office/drawing/2014/main" val="20001"/>
                    </a:ext>
                  </a:extLst>
                </a:gridCol>
                <a:gridCol w="622825">
                  <a:extLst>
                    <a:ext uri="{9D8B030D-6E8A-4147-A177-3AD203B41FA5}">
                      <a16:colId xmlns:a16="http://schemas.microsoft.com/office/drawing/2014/main" val="20002"/>
                    </a:ext>
                  </a:extLst>
                </a:gridCol>
                <a:gridCol w="622825">
                  <a:extLst>
                    <a:ext uri="{9D8B030D-6E8A-4147-A177-3AD203B41FA5}">
                      <a16:colId xmlns:a16="http://schemas.microsoft.com/office/drawing/2014/main" val="20003"/>
                    </a:ext>
                  </a:extLst>
                </a:gridCol>
              </a:tblGrid>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extLst>
                  <a:ext uri="{0D108BD9-81ED-4DB2-BD59-A6C34878D82A}">
                    <a16:rowId xmlns:a16="http://schemas.microsoft.com/office/drawing/2014/main" val="10000"/>
                  </a:ext>
                </a:extLst>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2"/>
                  </a:ext>
                </a:extLst>
              </a:tr>
            </a:tbl>
          </a:graphicData>
        </a:graphic>
      </p:graphicFrame>
      <p:graphicFrame>
        <p:nvGraphicFramePr>
          <p:cNvPr id="4965" name="Google Shape;4965;p50"/>
          <p:cNvGraphicFramePr/>
          <p:nvPr/>
        </p:nvGraphicFramePr>
        <p:xfrm>
          <a:off x="3356413" y="2323100"/>
          <a:ext cx="2363400" cy="868575"/>
        </p:xfrm>
        <a:graphic>
          <a:graphicData uri="http://schemas.openxmlformats.org/drawingml/2006/table">
            <a:tbl>
              <a:tblPr>
                <a:noFill/>
                <a:tableStyleId>{FF73683A-8C92-4272-8A51-C45EC57E7859}</a:tableStyleId>
              </a:tblPr>
              <a:tblGrid>
                <a:gridCol w="590850">
                  <a:extLst>
                    <a:ext uri="{9D8B030D-6E8A-4147-A177-3AD203B41FA5}">
                      <a16:colId xmlns:a16="http://schemas.microsoft.com/office/drawing/2014/main" val="20000"/>
                    </a:ext>
                  </a:extLst>
                </a:gridCol>
                <a:gridCol w="590850">
                  <a:extLst>
                    <a:ext uri="{9D8B030D-6E8A-4147-A177-3AD203B41FA5}">
                      <a16:colId xmlns:a16="http://schemas.microsoft.com/office/drawing/2014/main" val="20001"/>
                    </a:ext>
                  </a:extLst>
                </a:gridCol>
                <a:gridCol w="590850">
                  <a:extLst>
                    <a:ext uri="{9D8B030D-6E8A-4147-A177-3AD203B41FA5}">
                      <a16:colId xmlns:a16="http://schemas.microsoft.com/office/drawing/2014/main" val="20002"/>
                    </a:ext>
                  </a:extLst>
                </a:gridCol>
                <a:gridCol w="590850">
                  <a:extLst>
                    <a:ext uri="{9D8B030D-6E8A-4147-A177-3AD203B41FA5}">
                      <a16:colId xmlns:a16="http://schemas.microsoft.com/office/drawing/2014/main" val="20003"/>
                    </a:ext>
                  </a:extLst>
                </a:gridCol>
              </a:tblGrid>
              <a:tr h="289525">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4966" name="Google Shape;4966;p50"/>
          <p:cNvGrpSpPr/>
          <p:nvPr/>
        </p:nvGrpSpPr>
        <p:grpSpPr>
          <a:xfrm>
            <a:off x="4100342" y="2709743"/>
            <a:ext cx="1517436" cy="74460"/>
            <a:chOff x="3980086" y="2804397"/>
            <a:chExt cx="1227600" cy="66900"/>
          </a:xfrm>
        </p:grpSpPr>
        <p:sp>
          <p:nvSpPr>
            <p:cNvPr id="4967" name="Google Shape;4967;p5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5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9" name="Google Shape;4969;p50"/>
          <p:cNvGrpSpPr/>
          <p:nvPr/>
        </p:nvGrpSpPr>
        <p:grpSpPr>
          <a:xfrm>
            <a:off x="4725406" y="3002330"/>
            <a:ext cx="892956" cy="74460"/>
            <a:chOff x="3980086" y="2804397"/>
            <a:chExt cx="1227600" cy="66900"/>
          </a:xfrm>
        </p:grpSpPr>
        <p:sp>
          <p:nvSpPr>
            <p:cNvPr id="4970" name="Google Shape;4970;p5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5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2" name="Google Shape;4972;p50"/>
          <p:cNvGrpSpPr/>
          <p:nvPr/>
        </p:nvGrpSpPr>
        <p:grpSpPr>
          <a:xfrm>
            <a:off x="3358498" y="3361213"/>
            <a:ext cx="2363244" cy="1005943"/>
            <a:chOff x="3358415" y="3361302"/>
            <a:chExt cx="2363244" cy="1024695"/>
          </a:xfrm>
        </p:grpSpPr>
        <p:grpSp>
          <p:nvGrpSpPr>
            <p:cNvPr id="4973" name="Google Shape;4973;p50"/>
            <p:cNvGrpSpPr/>
            <p:nvPr/>
          </p:nvGrpSpPr>
          <p:grpSpPr>
            <a:xfrm>
              <a:off x="3358415" y="3361302"/>
              <a:ext cx="441300" cy="1024695"/>
              <a:chOff x="3358415" y="3361302"/>
              <a:chExt cx="441300" cy="1024695"/>
            </a:xfrm>
          </p:grpSpPr>
          <p:sp>
            <p:nvSpPr>
              <p:cNvPr id="4974" name="Google Shape;4974;p50"/>
              <p:cNvSpPr/>
              <p:nvPr/>
            </p:nvSpPr>
            <p:spPr>
              <a:xfrm>
                <a:off x="3358415"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50"/>
              <p:cNvSpPr/>
              <p:nvPr/>
            </p:nvSpPr>
            <p:spPr>
              <a:xfrm>
                <a:off x="3358415"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50"/>
              <p:cNvSpPr/>
              <p:nvPr/>
            </p:nvSpPr>
            <p:spPr>
              <a:xfrm>
                <a:off x="3358415"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50"/>
              <p:cNvSpPr/>
              <p:nvPr/>
            </p:nvSpPr>
            <p:spPr>
              <a:xfrm>
                <a:off x="3358415"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50"/>
              <p:cNvSpPr/>
              <p:nvPr/>
            </p:nvSpPr>
            <p:spPr>
              <a:xfrm>
                <a:off x="3358415"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50"/>
              <p:cNvSpPr/>
              <p:nvPr/>
            </p:nvSpPr>
            <p:spPr>
              <a:xfrm>
                <a:off x="3358415"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0" name="Google Shape;4980;p50"/>
            <p:cNvGrpSpPr/>
            <p:nvPr/>
          </p:nvGrpSpPr>
          <p:grpSpPr>
            <a:xfrm>
              <a:off x="3838901" y="3361302"/>
              <a:ext cx="441300" cy="1024695"/>
              <a:chOff x="3838901" y="3361302"/>
              <a:chExt cx="441300" cy="1024695"/>
            </a:xfrm>
          </p:grpSpPr>
          <p:sp>
            <p:nvSpPr>
              <p:cNvPr id="4981" name="Google Shape;4981;p50"/>
              <p:cNvSpPr/>
              <p:nvPr/>
            </p:nvSpPr>
            <p:spPr>
              <a:xfrm>
                <a:off x="3838901"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50"/>
              <p:cNvSpPr/>
              <p:nvPr/>
            </p:nvSpPr>
            <p:spPr>
              <a:xfrm>
                <a:off x="3838901"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50"/>
              <p:cNvSpPr/>
              <p:nvPr/>
            </p:nvSpPr>
            <p:spPr>
              <a:xfrm>
                <a:off x="3838901"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50"/>
              <p:cNvSpPr/>
              <p:nvPr/>
            </p:nvSpPr>
            <p:spPr>
              <a:xfrm>
                <a:off x="3838901"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50"/>
              <p:cNvSpPr/>
              <p:nvPr/>
            </p:nvSpPr>
            <p:spPr>
              <a:xfrm>
                <a:off x="3838901"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50"/>
              <p:cNvSpPr/>
              <p:nvPr/>
            </p:nvSpPr>
            <p:spPr>
              <a:xfrm>
                <a:off x="3838901"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7" name="Google Shape;4987;p50"/>
            <p:cNvGrpSpPr/>
            <p:nvPr/>
          </p:nvGrpSpPr>
          <p:grpSpPr>
            <a:xfrm>
              <a:off x="4319387" y="3361302"/>
              <a:ext cx="441300" cy="1024695"/>
              <a:chOff x="4319387" y="3361302"/>
              <a:chExt cx="441300" cy="1024695"/>
            </a:xfrm>
          </p:grpSpPr>
          <p:sp>
            <p:nvSpPr>
              <p:cNvPr id="4988" name="Google Shape;4988;p50"/>
              <p:cNvSpPr/>
              <p:nvPr/>
            </p:nvSpPr>
            <p:spPr>
              <a:xfrm>
                <a:off x="4319387"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50"/>
              <p:cNvSpPr/>
              <p:nvPr/>
            </p:nvSpPr>
            <p:spPr>
              <a:xfrm>
                <a:off x="4319387"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50"/>
              <p:cNvSpPr/>
              <p:nvPr/>
            </p:nvSpPr>
            <p:spPr>
              <a:xfrm>
                <a:off x="4319387"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50"/>
              <p:cNvSpPr/>
              <p:nvPr/>
            </p:nvSpPr>
            <p:spPr>
              <a:xfrm>
                <a:off x="4319387"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50"/>
              <p:cNvSpPr/>
              <p:nvPr/>
            </p:nvSpPr>
            <p:spPr>
              <a:xfrm>
                <a:off x="4319387"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50"/>
              <p:cNvSpPr/>
              <p:nvPr/>
            </p:nvSpPr>
            <p:spPr>
              <a:xfrm>
                <a:off x="4319387"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4" name="Google Shape;4994;p50"/>
            <p:cNvGrpSpPr/>
            <p:nvPr/>
          </p:nvGrpSpPr>
          <p:grpSpPr>
            <a:xfrm>
              <a:off x="4799873" y="3361302"/>
              <a:ext cx="441300" cy="1024695"/>
              <a:chOff x="4799873" y="3361302"/>
              <a:chExt cx="441300" cy="1024695"/>
            </a:xfrm>
          </p:grpSpPr>
          <p:sp>
            <p:nvSpPr>
              <p:cNvPr id="4995" name="Google Shape;4995;p50"/>
              <p:cNvSpPr/>
              <p:nvPr/>
            </p:nvSpPr>
            <p:spPr>
              <a:xfrm>
                <a:off x="4799873"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50"/>
              <p:cNvSpPr/>
              <p:nvPr/>
            </p:nvSpPr>
            <p:spPr>
              <a:xfrm>
                <a:off x="4799873"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50"/>
              <p:cNvSpPr/>
              <p:nvPr/>
            </p:nvSpPr>
            <p:spPr>
              <a:xfrm>
                <a:off x="4799873"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50"/>
              <p:cNvSpPr/>
              <p:nvPr/>
            </p:nvSpPr>
            <p:spPr>
              <a:xfrm>
                <a:off x="4799873"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50"/>
              <p:cNvSpPr/>
              <p:nvPr/>
            </p:nvSpPr>
            <p:spPr>
              <a:xfrm>
                <a:off x="4799873"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50"/>
              <p:cNvSpPr/>
              <p:nvPr/>
            </p:nvSpPr>
            <p:spPr>
              <a:xfrm>
                <a:off x="4799873"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1" name="Google Shape;5001;p50"/>
            <p:cNvGrpSpPr/>
            <p:nvPr/>
          </p:nvGrpSpPr>
          <p:grpSpPr>
            <a:xfrm>
              <a:off x="5280360" y="3361302"/>
              <a:ext cx="441300" cy="1024695"/>
              <a:chOff x="5280360" y="3361302"/>
              <a:chExt cx="441300" cy="1024695"/>
            </a:xfrm>
          </p:grpSpPr>
          <p:sp>
            <p:nvSpPr>
              <p:cNvPr id="5002" name="Google Shape;5002;p50"/>
              <p:cNvSpPr/>
              <p:nvPr/>
            </p:nvSpPr>
            <p:spPr>
              <a:xfrm>
                <a:off x="5280360"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50"/>
              <p:cNvSpPr/>
              <p:nvPr/>
            </p:nvSpPr>
            <p:spPr>
              <a:xfrm>
                <a:off x="5280360"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50"/>
              <p:cNvSpPr/>
              <p:nvPr/>
            </p:nvSpPr>
            <p:spPr>
              <a:xfrm>
                <a:off x="5280360"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50"/>
              <p:cNvSpPr/>
              <p:nvPr/>
            </p:nvSpPr>
            <p:spPr>
              <a:xfrm>
                <a:off x="5280360"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50"/>
              <p:cNvSpPr/>
              <p:nvPr/>
            </p:nvSpPr>
            <p:spPr>
              <a:xfrm>
                <a:off x="5280360"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50"/>
              <p:cNvSpPr/>
              <p:nvPr/>
            </p:nvSpPr>
            <p:spPr>
              <a:xfrm>
                <a:off x="5280360"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5008" name="Google Shape;5008;p50"/>
          <p:cNvGraphicFramePr/>
          <p:nvPr/>
        </p:nvGraphicFramePr>
        <p:xfrm>
          <a:off x="724925" y="2323100"/>
          <a:ext cx="2403600" cy="881400"/>
        </p:xfrm>
        <a:graphic>
          <a:graphicData uri="http://schemas.openxmlformats.org/drawingml/2006/table">
            <a:tbl>
              <a:tblPr>
                <a:noFill/>
                <a:tableStyleId>{FF73683A-8C92-4272-8A51-C45EC57E7859}</a:tableStyleId>
              </a:tblPr>
              <a:tblGrid>
                <a:gridCol w="600900">
                  <a:extLst>
                    <a:ext uri="{9D8B030D-6E8A-4147-A177-3AD203B41FA5}">
                      <a16:colId xmlns:a16="http://schemas.microsoft.com/office/drawing/2014/main" val="20000"/>
                    </a:ext>
                  </a:extLst>
                </a:gridCol>
                <a:gridCol w="600900">
                  <a:extLst>
                    <a:ext uri="{9D8B030D-6E8A-4147-A177-3AD203B41FA5}">
                      <a16:colId xmlns:a16="http://schemas.microsoft.com/office/drawing/2014/main" val="20001"/>
                    </a:ext>
                  </a:extLst>
                </a:gridCol>
                <a:gridCol w="600900">
                  <a:extLst>
                    <a:ext uri="{9D8B030D-6E8A-4147-A177-3AD203B41FA5}">
                      <a16:colId xmlns:a16="http://schemas.microsoft.com/office/drawing/2014/main" val="20002"/>
                    </a:ext>
                  </a:extLst>
                </a:gridCol>
                <a:gridCol w="600900">
                  <a:extLst>
                    <a:ext uri="{9D8B030D-6E8A-4147-A177-3AD203B41FA5}">
                      <a16:colId xmlns:a16="http://schemas.microsoft.com/office/drawing/2014/main" val="20003"/>
                    </a:ext>
                  </a:extLst>
                </a:gridCol>
              </a:tblGrid>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009" name="Google Shape;5009;p50"/>
          <p:cNvGrpSpPr/>
          <p:nvPr/>
        </p:nvGrpSpPr>
        <p:grpSpPr>
          <a:xfrm>
            <a:off x="726450" y="3372825"/>
            <a:ext cx="2403614" cy="1005900"/>
            <a:chOff x="726450" y="3372825"/>
            <a:chExt cx="2403614" cy="1005900"/>
          </a:xfrm>
        </p:grpSpPr>
        <p:grpSp>
          <p:nvGrpSpPr>
            <p:cNvPr id="5010" name="Google Shape;5010;p50"/>
            <p:cNvGrpSpPr/>
            <p:nvPr/>
          </p:nvGrpSpPr>
          <p:grpSpPr>
            <a:xfrm>
              <a:off x="726450" y="3696000"/>
              <a:ext cx="2403614" cy="500898"/>
              <a:chOff x="726450" y="3696000"/>
              <a:chExt cx="2403614" cy="500898"/>
            </a:xfrm>
          </p:grpSpPr>
          <p:sp>
            <p:nvSpPr>
              <p:cNvPr id="5011" name="Google Shape;5011;p50"/>
              <p:cNvSpPr/>
              <p:nvPr/>
            </p:nvSpPr>
            <p:spPr>
              <a:xfrm>
                <a:off x="726450" y="3696000"/>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012" name="Google Shape;5012;p50"/>
              <p:cNvSpPr/>
              <p:nvPr/>
            </p:nvSpPr>
            <p:spPr>
              <a:xfrm>
                <a:off x="726464" y="4029798"/>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5013" name="Google Shape;5013;p50"/>
            <p:cNvGrpSpPr/>
            <p:nvPr/>
          </p:nvGrpSpPr>
          <p:grpSpPr>
            <a:xfrm>
              <a:off x="1348050" y="3372825"/>
              <a:ext cx="1720425" cy="1005900"/>
              <a:chOff x="1348050" y="3372825"/>
              <a:chExt cx="1720425" cy="1005900"/>
            </a:xfrm>
          </p:grpSpPr>
          <p:sp>
            <p:nvSpPr>
              <p:cNvPr id="5014" name="Google Shape;5014;p50"/>
              <p:cNvSpPr/>
              <p:nvPr/>
            </p:nvSpPr>
            <p:spPr>
              <a:xfrm>
                <a:off x="1348050"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015" name="Google Shape;5015;p50"/>
              <p:cNvSpPr/>
              <p:nvPr/>
            </p:nvSpPr>
            <p:spPr>
              <a:xfrm>
                <a:off x="1701356"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016" name="Google Shape;5016;p50"/>
              <p:cNvSpPr/>
              <p:nvPr/>
            </p:nvSpPr>
            <p:spPr>
              <a:xfrm>
                <a:off x="2054663"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017" name="Google Shape;5017;p50"/>
              <p:cNvSpPr/>
              <p:nvPr/>
            </p:nvSpPr>
            <p:spPr>
              <a:xfrm>
                <a:off x="2407969"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018" name="Google Shape;5018;p50"/>
              <p:cNvSpPr/>
              <p:nvPr/>
            </p:nvSpPr>
            <p:spPr>
              <a:xfrm>
                <a:off x="2761275"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5019" name="Google Shape;5019;p50"/>
            <p:cNvGrpSpPr/>
            <p:nvPr/>
          </p:nvGrpSpPr>
          <p:grpSpPr>
            <a:xfrm>
              <a:off x="1455707" y="3731058"/>
              <a:ext cx="1491150" cy="417657"/>
              <a:chOff x="1455707" y="3731058"/>
              <a:chExt cx="1491150" cy="417657"/>
            </a:xfrm>
          </p:grpSpPr>
          <p:grpSp>
            <p:nvGrpSpPr>
              <p:cNvPr id="5020" name="Google Shape;5020;p50"/>
              <p:cNvGrpSpPr/>
              <p:nvPr/>
            </p:nvGrpSpPr>
            <p:grpSpPr>
              <a:xfrm>
                <a:off x="1472938" y="3745828"/>
                <a:ext cx="72126" cy="53788"/>
                <a:chOff x="1472938" y="3745828"/>
                <a:chExt cx="72126" cy="53788"/>
              </a:xfrm>
            </p:grpSpPr>
            <p:sp>
              <p:nvSpPr>
                <p:cNvPr id="5021" name="Google Shape;5021;p50"/>
                <p:cNvSpPr/>
                <p:nvPr/>
              </p:nvSpPr>
              <p:spPr>
                <a:xfrm>
                  <a:off x="1472938"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50"/>
                <p:cNvSpPr/>
                <p:nvPr/>
              </p:nvSpPr>
              <p:spPr>
                <a:xfrm>
                  <a:off x="1490853"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3" name="Google Shape;5023;p50"/>
              <p:cNvGrpSpPr/>
              <p:nvPr/>
            </p:nvGrpSpPr>
            <p:grpSpPr>
              <a:xfrm>
                <a:off x="1819181" y="4089633"/>
                <a:ext cx="72126" cy="53788"/>
                <a:chOff x="1819181" y="4089633"/>
                <a:chExt cx="72126" cy="53788"/>
              </a:xfrm>
            </p:grpSpPr>
            <p:sp>
              <p:nvSpPr>
                <p:cNvPr id="5024" name="Google Shape;5024;p50"/>
                <p:cNvSpPr/>
                <p:nvPr/>
              </p:nvSpPr>
              <p:spPr>
                <a:xfrm>
                  <a:off x="181918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50"/>
                <p:cNvSpPr/>
                <p:nvPr/>
              </p:nvSpPr>
              <p:spPr>
                <a:xfrm>
                  <a:off x="183709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6" name="Google Shape;5026;p50"/>
              <p:cNvGrpSpPr/>
              <p:nvPr/>
            </p:nvGrpSpPr>
            <p:grpSpPr>
              <a:xfrm>
                <a:off x="1455707" y="4084171"/>
                <a:ext cx="64321" cy="64544"/>
                <a:chOff x="1455707" y="4084171"/>
                <a:chExt cx="64321" cy="64544"/>
              </a:xfrm>
            </p:grpSpPr>
            <p:sp>
              <p:nvSpPr>
                <p:cNvPr id="5027" name="Google Shape;5027;p50"/>
                <p:cNvSpPr/>
                <p:nvPr/>
              </p:nvSpPr>
              <p:spPr>
                <a:xfrm>
                  <a:off x="1478676" y="40844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50"/>
                <p:cNvSpPr/>
                <p:nvPr/>
              </p:nvSpPr>
              <p:spPr>
                <a:xfrm>
                  <a:off x="1455707" y="40841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9" name="Google Shape;5029;p50"/>
              <p:cNvGrpSpPr/>
              <p:nvPr/>
            </p:nvGrpSpPr>
            <p:grpSpPr>
              <a:xfrm>
                <a:off x="1818610" y="3731058"/>
                <a:ext cx="64321" cy="64544"/>
                <a:chOff x="1818610" y="3731058"/>
                <a:chExt cx="64321" cy="64544"/>
              </a:xfrm>
            </p:grpSpPr>
            <p:sp>
              <p:nvSpPr>
                <p:cNvPr id="5030" name="Google Shape;5030;p50"/>
                <p:cNvSpPr/>
                <p:nvPr/>
              </p:nvSpPr>
              <p:spPr>
                <a:xfrm>
                  <a:off x="184157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50"/>
                <p:cNvSpPr/>
                <p:nvPr/>
              </p:nvSpPr>
              <p:spPr>
                <a:xfrm>
                  <a:off x="181861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2" name="Google Shape;5032;p50"/>
              <p:cNvGrpSpPr/>
              <p:nvPr/>
            </p:nvGrpSpPr>
            <p:grpSpPr>
              <a:xfrm>
                <a:off x="2172491" y="4089633"/>
                <a:ext cx="72126" cy="53788"/>
                <a:chOff x="2172491" y="4089633"/>
                <a:chExt cx="72126" cy="53788"/>
              </a:xfrm>
            </p:grpSpPr>
            <p:sp>
              <p:nvSpPr>
                <p:cNvPr id="5033" name="Google Shape;5033;p50"/>
                <p:cNvSpPr/>
                <p:nvPr/>
              </p:nvSpPr>
              <p:spPr>
                <a:xfrm>
                  <a:off x="217249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50"/>
                <p:cNvSpPr/>
                <p:nvPr/>
              </p:nvSpPr>
              <p:spPr>
                <a:xfrm>
                  <a:off x="219040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5" name="Google Shape;5035;p50"/>
              <p:cNvGrpSpPr/>
              <p:nvPr/>
            </p:nvGrpSpPr>
            <p:grpSpPr>
              <a:xfrm>
                <a:off x="2171920" y="3731058"/>
                <a:ext cx="64321" cy="64544"/>
                <a:chOff x="2171920" y="3731058"/>
                <a:chExt cx="64321" cy="64544"/>
              </a:xfrm>
            </p:grpSpPr>
            <p:sp>
              <p:nvSpPr>
                <p:cNvPr id="5036" name="Google Shape;5036;p50"/>
                <p:cNvSpPr/>
                <p:nvPr/>
              </p:nvSpPr>
              <p:spPr>
                <a:xfrm>
                  <a:off x="219488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50"/>
                <p:cNvSpPr/>
                <p:nvPr/>
              </p:nvSpPr>
              <p:spPr>
                <a:xfrm>
                  <a:off x="217192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8" name="Google Shape;5038;p50"/>
              <p:cNvGrpSpPr/>
              <p:nvPr/>
            </p:nvGrpSpPr>
            <p:grpSpPr>
              <a:xfrm>
                <a:off x="2874730" y="3745828"/>
                <a:ext cx="72126" cy="53788"/>
                <a:chOff x="2874730" y="3745828"/>
                <a:chExt cx="72126" cy="53788"/>
              </a:xfrm>
            </p:grpSpPr>
            <p:sp>
              <p:nvSpPr>
                <p:cNvPr id="5039" name="Google Shape;5039;p50"/>
                <p:cNvSpPr/>
                <p:nvPr/>
              </p:nvSpPr>
              <p:spPr>
                <a:xfrm>
                  <a:off x="2874730"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50"/>
                <p:cNvSpPr/>
                <p:nvPr/>
              </p:nvSpPr>
              <p:spPr>
                <a:xfrm>
                  <a:off x="2892645"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1" name="Google Shape;5041;p50"/>
              <p:cNvGrpSpPr/>
              <p:nvPr/>
            </p:nvGrpSpPr>
            <p:grpSpPr>
              <a:xfrm>
                <a:off x="2878589" y="4081481"/>
                <a:ext cx="64321" cy="64544"/>
                <a:chOff x="2878589" y="4081481"/>
                <a:chExt cx="64321" cy="64544"/>
              </a:xfrm>
            </p:grpSpPr>
            <p:sp>
              <p:nvSpPr>
                <p:cNvPr id="5042" name="Google Shape;5042;p50"/>
                <p:cNvSpPr/>
                <p:nvPr/>
              </p:nvSpPr>
              <p:spPr>
                <a:xfrm>
                  <a:off x="2901559" y="40817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50"/>
                <p:cNvSpPr/>
                <p:nvPr/>
              </p:nvSpPr>
              <p:spPr>
                <a:xfrm>
                  <a:off x="2878589" y="40814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4" name="Google Shape;5044;p50"/>
              <p:cNvGrpSpPr/>
              <p:nvPr/>
            </p:nvGrpSpPr>
            <p:grpSpPr>
              <a:xfrm>
                <a:off x="2525796" y="4089633"/>
                <a:ext cx="72126" cy="53788"/>
                <a:chOff x="2525796" y="4089633"/>
                <a:chExt cx="72126" cy="53788"/>
              </a:xfrm>
            </p:grpSpPr>
            <p:sp>
              <p:nvSpPr>
                <p:cNvPr id="5045" name="Google Shape;5045;p50"/>
                <p:cNvSpPr/>
                <p:nvPr/>
              </p:nvSpPr>
              <p:spPr>
                <a:xfrm>
                  <a:off x="2525796"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50"/>
                <p:cNvSpPr/>
                <p:nvPr/>
              </p:nvSpPr>
              <p:spPr>
                <a:xfrm>
                  <a:off x="2543711"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7" name="Google Shape;5047;p50"/>
              <p:cNvGrpSpPr/>
              <p:nvPr/>
            </p:nvGrpSpPr>
            <p:grpSpPr>
              <a:xfrm>
                <a:off x="2525225" y="3731058"/>
                <a:ext cx="64321" cy="64544"/>
                <a:chOff x="2525225" y="3731058"/>
                <a:chExt cx="64321" cy="64544"/>
              </a:xfrm>
            </p:grpSpPr>
            <p:sp>
              <p:nvSpPr>
                <p:cNvPr id="5048" name="Google Shape;5048;p50"/>
                <p:cNvSpPr/>
                <p:nvPr/>
              </p:nvSpPr>
              <p:spPr>
                <a:xfrm>
                  <a:off x="2548194"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50"/>
                <p:cNvSpPr/>
                <p:nvPr/>
              </p:nvSpPr>
              <p:spPr>
                <a:xfrm>
                  <a:off x="2525225"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53"/>
        <p:cNvGrpSpPr/>
        <p:nvPr/>
      </p:nvGrpSpPr>
      <p:grpSpPr>
        <a:xfrm>
          <a:off x="0" y="0"/>
          <a:ext cx="0" cy="0"/>
          <a:chOff x="0" y="0"/>
          <a:chExt cx="0" cy="0"/>
        </a:xfrm>
      </p:grpSpPr>
      <p:grpSp>
        <p:nvGrpSpPr>
          <p:cNvPr id="5054" name="Google Shape;5054;p51"/>
          <p:cNvGrpSpPr/>
          <p:nvPr/>
        </p:nvGrpSpPr>
        <p:grpSpPr>
          <a:xfrm>
            <a:off x="732428" y="1171356"/>
            <a:ext cx="845921" cy="690752"/>
            <a:chOff x="732428" y="1198513"/>
            <a:chExt cx="845921" cy="690752"/>
          </a:xfrm>
        </p:grpSpPr>
        <p:grpSp>
          <p:nvGrpSpPr>
            <p:cNvPr id="5055" name="Google Shape;5055;p51"/>
            <p:cNvGrpSpPr/>
            <p:nvPr/>
          </p:nvGrpSpPr>
          <p:grpSpPr>
            <a:xfrm>
              <a:off x="823030" y="1198513"/>
              <a:ext cx="755319" cy="690752"/>
              <a:chOff x="823030" y="1198513"/>
              <a:chExt cx="755319" cy="690752"/>
            </a:xfrm>
          </p:grpSpPr>
          <p:sp>
            <p:nvSpPr>
              <p:cNvPr id="5056" name="Google Shape;5056;p51"/>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51"/>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8" name="Google Shape;5058;p51"/>
            <p:cNvGrpSpPr/>
            <p:nvPr/>
          </p:nvGrpSpPr>
          <p:grpSpPr>
            <a:xfrm>
              <a:off x="732428" y="1239937"/>
              <a:ext cx="739912" cy="607886"/>
              <a:chOff x="732428" y="1239937"/>
              <a:chExt cx="739912" cy="607886"/>
            </a:xfrm>
          </p:grpSpPr>
          <p:sp>
            <p:nvSpPr>
              <p:cNvPr id="5059" name="Google Shape;5059;p51"/>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51"/>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1" name="Google Shape;5061;p51"/>
            <p:cNvGrpSpPr/>
            <p:nvPr/>
          </p:nvGrpSpPr>
          <p:grpSpPr>
            <a:xfrm>
              <a:off x="732428" y="1277018"/>
              <a:ext cx="702832" cy="533758"/>
              <a:chOff x="732428" y="1277018"/>
              <a:chExt cx="702832" cy="533758"/>
            </a:xfrm>
          </p:grpSpPr>
          <p:sp>
            <p:nvSpPr>
              <p:cNvPr id="5062" name="Google Shape;5062;p51"/>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51"/>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4" name="Google Shape;5064;p51"/>
            <p:cNvGrpSpPr/>
            <p:nvPr/>
          </p:nvGrpSpPr>
          <p:grpSpPr>
            <a:xfrm>
              <a:off x="931170" y="1306653"/>
              <a:ext cx="647179" cy="474455"/>
              <a:chOff x="931170" y="1306653"/>
              <a:chExt cx="647179" cy="474455"/>
            </a:xfrm>
          </p:grpSpPr>
          <p:sp>
            <p:nvSpPr>
              <p:cNvPr id="5065" name="Google Shape;5065;p51"/>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51"/>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67" name="Google Shape;5067;p51"/>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8" name="Google Shape;5068;p51"/>
          <p:cNvGrpSpPr/>
          <p:nvPr/>
        </p:nvGrpSpPr>
        <p:grpSpPr>
          <a:xfrm>
            <a:off x="3964037" y="1171363"/>
            <a:ext cx="634656" cy="699982"/>
            <a:chOff x="5985650" y="2860025"/>
            <a:chExt cx="1396075" cy="1539775"/>
          </a:xfrm>
        </p:grpSpPr>
        <p:sp>
          <p:nvSpPr>
            <p:cNvPr id="5069" name="Google Shape;5069;p51"/>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51"/>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51"/>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51"/>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51"/>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51"/>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51"/>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51"/>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51"/>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51"/>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51"/>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51"/>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51"/>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51"/>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51"/>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51"/>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51"/>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51"/>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51"/>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51"/>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51"/>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51"/>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51"/>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51"/>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51"/>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51"/>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51"/>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51"/>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51"/>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51"/>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51"/>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51"/>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1" name="Google Shape;5101;p51"/>
          <p:cNvGrpSpPr/>
          <p:nvPr/>
        </p:nvGrpSpPr>
        <p:grpSpPr>
          <a:xfrm>
            <a:off x="4719687" y="1171356"/>
            <a:ext cx="725845" cy="699975"/>
            <a:chOff x="4249973" y="1201875"/>
            <a:chExt cx="1958568" cy="1888762"/>
          </a:xfrm>
        </p:grpSpPr>
        <p:sp>
          <p:nvSpPr>
            <p:cNvPr id="5102" name="Google Shape;5102;p51"/>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3" name="Google Shape;5103;p51"/>
            <p:cNvGrpSpPr/>
            <p:nvPr/>
          </p:nvGrpSpPr>
          <p:grpSpPr>
            <a:xfrm>
              <a:off x="5853086" y="1789142"/>
              <a:ext cx="355454" cy="1048099"/>
              <a:chOff x="5576108" y="2016725"/>
              <a:chExt cx="565200" cy="1666560"/>
            </a:xfrm>
          </p:grpSpPr>
          <p:sp>
            <p:nvSpPr>
              <p:cNvPr id="5104" name="Google Shape;5104;p51"/>
              <p:cNvSpPr/>
              <p:nvPr/>
            </p:nvSpPr>
            <p:spPr>
              <a:xfrm>
                <a:off x="5576108"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105" name="Google Shape;5105;p51"/>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6" name="Google Shape;5106;p51"/>
            <p:cNvGrpSpPr/>
            <p:nvPr/>
          </p:nvGrpSpPr>
          <p:grpSpPr>
            <a:xfrm>
              <a:off x="4869455" y="2691676"/>
              <a:ext cx="1013897" cy="398961"/>
              <a:chOff x="4012057" y="3451825"/>
              <a:chExt cx="1612175" cy="634379"/>
            </a:xfrm>
          </p:grpSpPr>
          <p:sp>
            <p:nvSpPr>
              <p:cNvPr id="5107" name="Google Shape;5107;p51"/>
              <p:cNvSpPr/>
              <p:nvPr/>
            </p:nvSpPr>
            <p:spPr>
              <a:xfrm>
                <a:off x="505903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108" name="Google Shape;5108;p51"/>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9" name="Google Shape;5109;p51"/>
            <p:cNvGrpSpPr/>
            <p:nvPr/>
          </p:nvGrpSpPr>
          <p:grpSpPr>
            <a:xfrm>
              <a:off x="4276937" y="2155961"/>
              <a:ext cx="651965" cy="891358"/>
              <a:chOff x="3069908" y="2599997"/>
              <a:chExt cx="1036675" cy="1417328"/>
            </a:xfrm>
          </p:grpSpPr>
          <p:sp>
            <p:nvSpPr>
              <p:cNvPr id="5110" name="Google Shape;5110;p51"/>
              <p:cNvSpPr/>
              <p:nvPr/>
            </p:nvSpPr>
            <p:spPr>
              <a:xfrm>
                <a:off x="354138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111" name="Google Shape;5111;p51"/>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2" name="Google Shape;5112;p51"/>
            <p:cNvGrpSpPr/>
            <p:nvPr/>
          </p:nvGrpSpPr>
          <p:grpSpPr>
            <a:xfrm>
              <a:off x="5054918" y="1201875"/>
              <a:ext cx="999548" cy="602711"/>
              <a:chOff x="4306958" y="1082925"/>
              <a:chExt cx="1589359" cy="958358"/>
            </a:xfrm>
          </p:grpSpPr>
          <p:sp>
            <p:nvSpPr>
              <p:cNvPr id="5113" name="Google Shape;5113;p51"/>
              <p:cNvSpPr/>
              <p:nvPr/>
            </p:nvSpPr>
            <p:spPr>
              <a:xfrm>
                <a:off x="4306958" y="1082925"/>
                <a:ext cx="565200" cy="565500"/>
              </a:xfrm>
              <a:prstGeom prst="ellipse">
                <a:avLst/>
              </a:prstGeom>
              <a:solidFill>
                <a:srgbClr val="5F7D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114" name="Google Shape;5114;p51"/>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5" name="Google Shape;5115;p51"/>
            <p:cNvGrpSpPr/>
            <p:nvPr/>
          </p:nvGrpSpPr>
          <p:grpSpPr>
            <a:xfrm>
              <a:off x="4249973" y="1303451"/>
              <a:ext cx="799317" cy="841334"/>
              <a:chOff x="3027033" y="1244439"/>
              <a:chExt cx="1270977" cy="1337786"/>
            </a:xfrm>
          </p:grpSpPr>
          <p:sp>
            <p:nvSpPr>
              <p:cNvPr id="5116" name="Google Shape;5116;p51"/>
              <p:cNvSpPr/>
              <p:nvPr/>
            </p:nvSpPr>
            <p:spPr>
              <a:xfrm>
                <a:off x="3027033"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117" name="Google Shape;5117;p51"/>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18" name="Google Shape;5118;p51"/>
          <p:cNvGrpSpPr/>
          <p:nvPr/>
        </p:nvGrpSpPr>
        <p:grpSpPr>
          <a:xfrm>
            <a:off x="4072551" y="2058137"/>
            <a:ext cx="750769" cy="683784"/>
            <a:chOff x="4204684" y="2104422"/>
            <a:chExt cx="699822" cy="637382"/>
          </a:xfrm>
        </p:grpSpPr>
        <p:grpSp>
          <p:nvGrpSpPr>
            <p:cNvPr id="5119" name="Google Shape;5119;p51"/>
            <p:cNvGrpSpPr/>
            <p:nvPr/>
          </p:nvGrpSpPr>
          <p:grpSpPr>
            <a:xfrm>
              <a:off x="4204684" y="2430067"/>
              <a:ext cx="342957" cy="311738"/>
              <a:chOff x="4204684" y="2430067"/>
              <a:chExt cx="342957" cy="311738"/>
            </a:xfrm>
          </p:grpSpPr>
          <p:sp>
            <p:nvSpPr>
              <p:cNvPr id="5120" name="Google Shape;5120;p51"/>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51"/>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2" name="Google Shape;5122;p51"/>
            <p:cNvGrpSpPr/>
            <p:nvPr/>
          </p:nvGrpSpPr>
          <p:grpSpPr>
            <a:xfrm>
              <a:off x="4561586" y="2430067"/>
              <a:ext cx="342920" cy="311738"/>
              <a:chOff x="4561586" y="2430067"/>
              <a:chExt cx="342920" cy="311738"/>
            </a:xfrm>
          </p:grpSpPr>
          <p:sp>
            <p:nvSpPr>
              <p:cNvPr id="5123" name="Google Shape;5123;p51"/>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51"/>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5" name="Google Shape;5125;p51"/>
            <p:cNvGrpSpPr/>
            <p:nvPr/>
          </p:nvGrpSpPr>
          <p:grpSpPr>
            <a:xfrm>
              <a:off x="4561586" y="2104422"/>
              <a:ext cx="342920" cy="311738"/>
              <a:chOff x="4561586" y="2104422"/>
              <a:chExt cx="342920" cy="311738"/>
            </a:xfrm>
          </p:grpSpPr>
          <p:sp>
            <p:nvSpPr>
              <p:cNvPr id="5126" name="Google Shape;5126;p51"/>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51"/>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8" name="Google Shape;5128;p51"/>
            <p:cNvGrpSpPr/>
            <p:nvPr/>
          </p:nvGrpSpPr>
          <p:grpSpPr>
            <a:xfrm>
              <a:off x="4204684" y="2104422"/>
              <a:ext cx="342957" cy="311664"/>
              <a:chOff x="4204684" y="2104422"/>
              <a:chExt cx="342957" cy="311664"/>
            </a:xfrm>
          </p:grpSpPr>
          <p:sp>
            <p:nvSpPr>
              <p:cNvPr id="5129" name="Google Shape;5129;p51"/>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51"/>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31" name="Google Shape;5131;p51"/>
          <p:cNvGrpSpPr/>
          <p:nvPr/>
        </p:nvGrpSpPr>
        <p:grpSpPr>
          <a:xfrm>
            <a:off x="5536984" y="1171351"/>
            <a:ext cx="660591" cy="688867"/>
            <a:chOff x="5830645" y="1267368"/>
            <a:chExt cx="530340" cy="553040"/>
          </a:xfrm>
        </p:grpSpPr>
        <p:sp>
          <p:nvSpPr>
            <p:cNvPr id="5132" name="Google Shape;5132;p51"/>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33" name="Google Shape;5133;p51"/>
            <p:cNvGrpSpPr/>
            <p:nvPr/>
          </p:nvGrpSpPr>
          <p:grpSpPr>
            <a:xfrm>
              <a:off x="5830645" y="1267368"/>
              <a:ext cx="259743" cy="269909"/>
              <a:chOff x="5830645" y="1267368"/>
              <a:chExt cx="259743" cy="269909"/>
            </a:xfrm>
          </p:grpSpPr>
          <p:sp>
            <p:nvSpPr>
              <p:cNvPr id="5134" name="Google Shape;5134;p51"/>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51"/>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6" name="Google Shape;5136;p51"/>
            <p:cNvGrpSpPr/>
            <p:nvPr/>
          </p:nvGrpSpPr>
          <p:grpSpPr>
            <a:xfrm>
              <a:off x="6101293" y="1267368"/>
              <a:ext cx="259692" cy="269909"/>
              <a:chOff x="6101293" y="1267368"/>
              <a:chExt cx="259692" cy="269909"/>
            </a:xfrm>
          </p:grpSpPr>
          <p:sp>
            <p:nvSpPr>
              <p:cNvPr id="5137" name="Google Shape;5137;p51"/>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51"/>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9" name="Google Shape;5139;p51"/>
            <p:cNvGrpSpPr/>
            <p:nvPr/>
          </p:nvGrpSpPr>
          <p:grpSpPr>
            <a:xfrm>
              <a:off x="5830645" y="1550500"/>
              <a:ext cx="259692" cy="269909"/>
              <a:chOff x="5830645" y="1550500"/>
              <a:chExt cx="259692" cy="269909"/>
            </a:xfrm>
          </p:grpSpPr>
          <p:sp>
            <p:nvSpPr>
              <p:cNvPr id="5140" name="Google Shape;5140;p51"/>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51"/>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2" name="Google Shape;5142;p51"/>
            <p:cNvGrpSpPr/>
            <p:nvPr/>
          </p:nvGrpSpPr>
          <p:grpSpPr>
            <a:xfrm>
              <a:off x="6101293" y="1550500"/>
              <a:ext cx="259692" cy="269909"/>
              <a:chOff x="6101293" y="1550500"/>
              <a:chExt cx="259692" cy="269909"/>
            </a:xfrm>
          </p:grpSpPr>
          <p:sp>
            <p:nvSpPr>
              <p:cNvPr id="5143" name="Google Shape;5143;p51"/>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51"/>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45" name="Google Shape;5145;p51"/>
          <p:cNvGrpSpPr/>
          <p:nvPr/>
        </p:nvGrpSpPr>
        <p:grpSpPr>
          <a:xfrm>
            <a:off x="739138" y="2061810"/>
            <a:ext cx="697154" cy="679574"/>
            <a:chOff x="2679875" y="2361475"/>
            <a:chExt cx="780425" cy="760575"/>
          </a:xfrm>
        </p:grpSpPr>
        <p:sp>
          <p:nvSpPr>
            <p:cNvPr id="5146" name="Google Shape;5146;p51"/>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51"/>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51"/>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51"/>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51"/>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51"/>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2" name="Google Shape;5152;p51"/>
          <p:cNvGrpSpPr/>
          <p:nvPr/>
        </p:nvGrpSpPr>
        <p:grpSpPr>
          <a:xfrm>
            <a:off x="3138297" y="1171402"/>
            <a:ext cx="735829" cy="684547"/>
            <a:chOff x="3351965" y="1148808"/>
            <a:chExt cx="750770" cy="698375"/>
          </a:xfrm>
        </p:grpSpPr>
        <p:grpSp>
          <p:nvGrpSpPr>
            <p:cNvPr id="5153" name="Google Shape;5153;p51"/>
            <p:cNvGrpSpPr/>
            <p:nvPr/>
          </p:nvGrpSpPr>
          <p:grpSpPr>
            <a:xfrm>
              <a:off x="3586796" y="1148808"/>
              <a:ext cx="294857" cy="286830"/>
              <a:chOff x="3750225" y="1774000"/>
              <a:chExt cx="149575" cy="145525"/>
            </a:xfrm>
          </p:grpSpPr>
          <p:sp>
            <p:nvSpPr>
              <p:cNvPr id="5154" name="Google Shape;5154;p51"/>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51"/>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6" name="Google Shape;5156;p51"/>
            <p:cNvGrpSpPr/>
            <p:nvPr/>
          </p:nvGrpSpPr>
          <p:grpSpPr>
            <a:xfrm>
              <a:off x="3779245" y="1375768"/>
              <a:ext cx="323490" cy="286978"/>
              <a:chOff x="3847850" y="1889150"/>
              <a:chExt cx="164100" cy="145600"/>
            </a:xfrm>
          </p:grpSpPr>
          <p:sp>
            <p:nvSpPr>
              <p:cNvPr id="5157" name="Google Shape;5157;p51"/>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51"/>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9" name="Google Shape;5159;p51"/>
            <p:cNvGrpSpPr/>
            <p:nvPr/>
          </p:nvGrpSpPr>
          <p:grpSpPr>
            <a:xfrm>
              <a:off x="3351965" y="1330435"/>
              <a:ext cx="295449" cy="285401"/>
              <a:chOff x="3631100" y="1866150"/>
              <a:chExt cx="149875" cy="144800"/>
            </a:xfrm>
          </p:grpSpPr>
          <p:sp>
            <p:nvSpPr>
              <p:cNvPr id="5160" name="Google Shape;5160;p51"/>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51"/>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2" name="Google Shape;5162;p51"/>
            <p:cNvGrpSpPr/>
            <p:nvPr/>
          </p:nvGrpSpPr>
          <p:grpSpPr>
            <a:xfrm>
              <a:off x="3548208" y="1560352"/>
              <a:ext cx="294808" cy="286830"/>
              <a:chOff x="3730650" y="1982800"/>
              <a:chExt cx="149550" cy="145525"/>
            </a:xfrm>
          </p:grpSpPr>
          <p:sp>
            <p:nvSpPr>
              <p:cNvPr id="5163" name="Google Shape;5163;p51"/>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51"/>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65" name="Google Shape;5165;p51"/>
          <p:cNvGrpSpPr/>
          <p:nvPr/>
        </p:nvGrpSpPr>
        <p:grpSpPr>
          <a:xfrm>
            <a:off x="7639949" y="1171356"/>
            <a:ext cx="804565" cy="677795"/>
            <a:chOff x="7636443" y="1204988"/>
            <a:chExt cx="804565" cy="677795"/>
          </a:xfrm>
        </p:grpSpPr>
        <p:grpSp>
          <p:nvGrpSpPr>
            <p:cNvPr id="5166" name="Google Shape;5166;p51"/>
            <p:cNvGrpSpPr/>
            <p:nvPr/>
          </p:nvGrpSpPr>
          <p:grpSpPr>
            <a:xfrm>
              <a:off x="7636443" y="1509705"/>
              <a:ext cx="804565" cy="373078"/>
              <a:chOff x="7636443" y="1509705"/>
              <a:chExt cx="804565" cy="373078"/>
            </a:xfrm>
          </p:grpSpPr>
          <p:sp>
            <p:nvSpPr>
              <p:cNvPr id="5167" name="Google Shape;5167;p51"/>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51"/>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9" name="Google Shape;5169;p51"/>
            <p:cNvGrpSpPr/>
            <p:nvPr/>
          </p:nvGrpSpPr>
          <p:grpSpPr>
            <a:xfrm>
              <a:off x="7636443" y="1408133"/>
              <a:ext cx="804565" cy="373078"/>
              <a:chOff x="7636443" y="1408133"/>
              <a:chExt cx="804565" cy="373078"/>
            </a:xfrm>
          </p:grpSpPr>
          <p:sp>
            <p:nvSpPr>
              <p:cNvPr id="5170" name="Google Shape;5170;p51"/>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51"/>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2" name="Google Shape;5172;p51"/>
            <p:cNvGrpSpPr/>
            <p:nvPr/>
          </p:nvGrpSpPr>
          <p:grpSpPr>
            <a:xfrm>
              <a:off x="7636443" y="1306560"/>
              <a:ext cx="804565" cy="373078"/>
              <a:chOff x="7636443" y="1306560"/>
              <a:chExt cx="804565" cy="373078"/>
            </a:xfrm>
          </p:grpSpPr>
          <p:sp>
            <p:nvSpPr>
              <p:cNvPr id="5173" name="Google Shape;5173;p51"/>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51"/>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5" name="Google Shape;5175;p51"/>
            <p:cNvGrpSpPr/>
            <p:nvPr/>
          </p:nvGrpSpPr>
          <p:grpSpPr>
            <a:xfrm>
              <a:off x="7636443" y="1204988"/>
              <a:ext cx="804565" cy="373078"/>
              <a:chOff x="7636443" y="1204988"/>
              <a:chExt cx="804565" cy="373078"/>
            </a:xfrm>
          </p:grpSpPr>
          <p:sp>
            <p:nvSpPr>
              <p:cNvPr id="5176" name="Google Shape;5176;p51"/>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51"/>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78" name="Google Shape;5178;p51"/>
          <p:cNvGrpSpPr/>
          <p:nvPr/>
        </p:nvGrpSpPr>
        <p:grpSpPr>
          <a:xfrm>
            <a:off x="4978796" y="2078771"/>
            <a:ext cx="661339" cy="661188"/>
            <a:chOff x="3990000" y="975400"/>
            <a:chExt cx="3934200" cy="3933300"/>
          </a:xfrm>
        </p:grpSpPr>
        <p:sp>
          <p:nvSpPr>
            <p:cNvPr id="5179" name="Google Shape;5179;p51"/>
            <p:cNvSpPr/>
            <p:nvPr/>
          </p:nvSpPr>
          <p:spPr>
            <a:xfrm>
              <a:off x="3990000" y="975400"/>
              <a:ext cx="3934200" cy="39333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51"/>
            <p:cNvSpPr/>
            <p:nvPr/>
          </p:nvSpPr>
          <p:spPr>
            <a:xfrm>
              <a:off x="4346550" y="1331800"/>
              <a:ext cx="3221100" cy="32205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51"/>
            <p:cNvSpPr/>
            <p:nvPr/>
          </p:nvSpPr>
          <p:spPr>
            <a:xfrm>
              <a:off x="4786800" y="1771750"/>
              <a:ext cx="2340600" cy="2340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51"/>
            <p:cNvSpPr/>
            <p:nvPr/>
          </p:nvSpPr>
          <p:spPr>
            <a:xfrm>
              <a:off x="5218650" y="2203450"/>
              <a:ext cx="1476900" cy="14772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3" name="Google Shape;5183;p51"/>
          <p:cNvGrpSpPr/>
          <p:nvPr/>
        </p:nvGrpSpPr>
        <p:grpSpPr>
          <a:xfrm>
            <a:off x="6622444" y="2057409"/>
            <a:ext cx="868881" cy="684241"/>
            <a:chOff x="6598259" y="2078634"/>
            <a:chExt cx="868881" cy="684241"/>
          </a:xfrm>
        </p:grpSpPr>
        <p:sp>
          <p:nvSpPr>
            <p:cNvPr id="5184" name="Google Shape;5184;p51"/>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51"/>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51"/>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51"/>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51"/>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51"/>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90" name="Google Shape;5190;p51"/>
            <p:cNvGrpSpPr/>
            <p:nvPr/>
          </p:nvGrpSpPr>
          <p:grpSpPr>
            <a:xfrm>
              <a:off x="6808175" y="2078634"/>
              <a:ext cx="452229" cy="684241"/>
              <a:chOff x="6808175" y="2078634"/>
              <a:chExt cx="452229" cy="684241"/>
            </a:xfrm>
          </p:grpSpPr>
          <p:sp>
            <p:nvSpPr>
              <p:cNvPr id="5191" name="Google Shape;5191;p51"/>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51"/>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51"/>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51"/>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51"/>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51"/>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97" name="Google Shape;5197;p51"/>
              <p:cNvGrpSpPr/>
              <p:nvPr/>
            </p:nvGrpSpPr>
            <p:grpSpPr>
              <a:xfrm>
                <a:off x="6821586" y="2078634"/>
                <a:ext cx="426871" cy="684241"/>
                <a:chOff x="6821586" y="2078634"/>
                <a:chExt cx="426871" cy="684241"/>
              </a:xfrm>
            </p:grpSpPr>
            <p:grpSp>
              <p:nvGrpSpPr>
                <p:cNvPr id="5198" name="Google Shape;5198;p51"/>
                <p:cNvGrpSpPr/>
                <p:nvPr/>
              </p:nvGrpSpPr>
              <p:grpSpPr>
                <a:xfrm>
                  <a:off x="6821586" y="2078634"/>
                  <a:ext cx="426871" cy="684241"/>
                  <a:chOff x="6821586" y="2078634"/>
                  <a:chExt cx="426871" cy="684241"/>
                </a:xfrm>
              </p:grpSpPr>
              <p:sp>
                <p:nvSpPr>
                  <p:cNvPr id="5199" name="Google Shape;5199;p51"/>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51"/>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51"/>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51"/>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51"/>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51"/>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51"/>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51"/>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51"/>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51"/>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51"/>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51"/>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51"/>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51"/>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51"/>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51"/>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51"/>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51"/>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51"/>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18" name="Google Shape;5218;p51"/>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51"/>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51"/>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51"/>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51"/>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51"/>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224" name="Google Shape;5224;p51"/>
          <p:cNvGrpSpPr/>
          <p:nvPr/>
        </p:nvGrpSpPr>
        <p:grpSpPr>
          <a:xfrm>
            <a:off x="5795610" y="2063018"/>
            <a:ext cx="671358" cy="671358"/>
            <a:chOff x="6535625" y="760425"/>
            <a:chExt cx="1665900" cy="1665900"/>
          </a:xfrm>
        </p:grpSpPr>
        <p:sp>
          <p:nvSpPr>
            <p:cNvPr id="5225" name="Google Shape;5225;p51"/>
            <p:cNvSpPr/>
            <p:nvPr/>
          </p:nvSpPr>
          <p:spPr>
            <a:xfrm>
              <a:off x="6535625" y="760425"/>
              <a:ext cx="1665900" cy="16659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51"/>
            <p:cNvSpPr/>
            <p:nvPr/>
          </p:nvSpPr>
          <p:spPr>
            <a:xfrm>
              <a:off x="6713675" y="1116525"/>
              <a:ext cx="1309800" cy="13098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51"/>
            <p:cNvSpPr/>
            <p:nvPr/>
          </p:nvSpPr>
          <p:spPr>
            <a:xfrm>
              <a:off x="6831275" y="1351725"/>
              <a:ext cx="1074600" cy="1074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51"/>
            <p:cNvSpPr/>
            <p:nvPr/>
          </p:nvSpPr>
          <p:spPr>
            <a:xfrm>
              <a:off x="6942425" y="1574025"/>
              <a:ext cx="852300" cy="852300"/>
            </a:xfrm>
            <a:prstGeom prst="ellipse">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9" name="Google Shape;5229;p51"/>
          <p:cNvGrpSpPr/>
          <p:nvPr/>
        </p:nvGrpSpPr>
        <p:grpSpPr>
          <a:xfrm>
            <a:off x="732427" y="3731418"/>
            <a:ext cx="1340789" cy="640830"/>
            <a:chOff x="238125" y="1151100"/>
            <a:chExt cx="7139450" cy="3412300"/>
          </a:xfrm>
        </p:grpSpPr>
        <p:sp>
          <p:nvSpPr>
            <p:cNvPr id="5230" name="Google Shape;5230;p51"/>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51"/>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51"/>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51"/>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51"/>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51"/>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51"/>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51"/>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51"/>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51"/>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51"/>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51"/>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2" name="Google Shape;5242;p51"/>
          <p:cNvGrpSpPr/>
          <p:nvPr/>
        </p:nvGrpSpPr>
        <p:grpSpPr>
          <a:xfrm>
            <a:off x="5599650" y="2934699"/>
            <a:ext cx="985357" cy="585764"/>
            <a:chOff x="5145061" y="2881789"/>
            <a:chExt cx="1107641" cy="658458"/>
          </a:xfrm>
        </p:grpSpPr>
        <p:grpSp>
          <p:nvGrpSpPr>
            <p:cNvPr id="5243" name="Google Shape;5243;p51"/>
            <p:cNvGrpSpPr/>
            <p:nvPr/>
          </p:nvGrpSpPr>
          <p:grpSpPr>
            <a:xfrm>
              <a:off x="5722989" y="3244587"/>
              <a:ext cx="529713" cy="295659"/>
              <a:chOff x="5722989" y="3244587"/>
              <a:chExt cx="529713" cy="295659"/>
            </a:xfrm>
          </p:grpSpPr>
          <p:sp>
            <p:nvSpPr>
              <p:cNvPr id="5244" name="Google Shape;5244;p51"/>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245" name="Google Shape;5245;p51"/>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5246" name="Google Shape;5246;p51"/>
            <p:cNvGrpSpPr/>
            <p:nvPr/>
          </p:nvGrpSpPr>
          <p:grpSpPr>
            <a:xfrm>
              <a:off x="5145061" y="3244587"/>
              <a:ext cx="536807" cy="295659"/>
              <a:chOff x="5145061" y="3244587"/>
              <a:chExt cx="536807" cy="295659"/>
            </a:xfrm>
          </p:grpSpPr>
          <p:sp>
            <p:nvSpPr>
              <p:cNvPr id="5247" name="Google Shape;5247;p51"/>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248" name="Google Shape;5248;p51"/>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5249" name="Google Shape;5249;p51"/>
            <p:cNvGrpSpPr/>
            <p:nvPr/>
          </p:nvGrpSpPr>
          <p:grpSpPr>
            <a:xfrm>
              <a:off x="5341327" y="2898245"/>
              <a:ext cx="532309" cy="614891"/>
              <a:chOff x="5341327" y="2898245"/>
              <a:chExt cx="532309" cy="614891"/>
            </a:xfrm>
          </p:grpSpPr>
          <p:sp>
            <p:nvSpPr>
              <p:cNvPr id="5250" name="Google Shape;5250;p51"/>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251" name="Google Shape;5251;p51"/>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5252" name="Google Shape;5252;p51"/>
            <p:cNvGrpSpPr/>
            <p:nvPr/>
          </p:nvGrpSpPr>
          <p:grpSpPr>
            <a:xfrm>
              <a:off x="5532290" y="2881789"/>
              <a:ext cx="620516" cy="305456"/>
              <a:chOff x="5532290" y="2881789"/>
              <a:chExt cx="620516" cy="305456"/>
            </a:xfrm>
          </p:grpSpPr>
          <p:sp>
            <p:nvSpPr>
              <p:cNvPr id="5253" name="Google Shape;5253;p51"/>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5254" name="Google Shape;5254;p51"/>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5255" name="Google Shape;5255;p51"/>
          <p:cNvGrpSpPr/>
          <p:nvPr/>
        </p:nvGrpSpPr>
        <p:grpSpPr>
          <a:xfrm>
            <a:off x="8178573" y="3726757"/>
            <a:ext cx="269068" cy="645491"/>
            <a:chOff x="7026852" y="3311869"/>
            <a:chExt cx="434331" cy="1041954"/>
          </a:xfrm>
        </p:grpSpPr>
        <p:sp>
          <p:nvSpPr>
            <p:cNvPr id="5256" name="Google Shape;5256;p51"/>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51"/>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51"/>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9" name="Google Shape;5259;p51"/>
          <p:cNvGrpSpPr/>
          <p:nvPr/>
        </p:nvGrpSpPr>
        <p:grpSpPr>
          <a:xfrm>
            <a:off x="6195154" y="3765995"/>
            <a:ext cx="293882" cy="293836"/>
            <a:chOff x="4873519" y="3311869"/>
            <a:chExt cx="499374" cy="499296"/>
          </a:xfrm>
        </p:grpSpPr>
        <p:sp>
          <p:nvSpPr>
            <p:cNvPr id="5260" name="Google Shape;5260;p51"/>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51"/>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2" name="Google Shape;5262;p51"/>
          <p:cNvGrpSpPr/>
          <p:nvPr/>
        </p:nvGrpSpPr>
        <p:grpSpPr>
          <a:xfrm>
            <a:off x="6195154" y="4078366"/>
            <a:ext cx="293882" cy="293882"/>
            <a:chOff x="4873519" y="3875839"/>
            <a:chExt cx="499374" cy="499374"/>
          </a:xfrm>
        </p:grpSpPr>
        <p:sp>
          <p:nvSpPr>
            <p:cNvPr id="5263" name="Google Shape;5263;p51"/>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51"/>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5" name="Google Shape;5265;p51"/>
          <p:cNvGrpSpPr/>
          <p:nvPr/>
        </p:nvGrpSpPr>
        <p:grpSpPr>
          <a:xfrm>
            <a:off x="2425681" y="2050319"/>
            <a:ext cx="698104" cy="698208"/>
            <a:chOff x="2565073" y="2075876"/>
            <a:chExt cx="672482" cy="672518"/>
          </a:xfrm>
        </p:grpSpPr>
        <p:sp>
          <p:nvSpPr>
            <p:cNvPr id="5266" name="Google Shape;5266;p51"/>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51"/>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51"/>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51"/>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51"/>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51"/>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2" name="Google Shape;5272;p51"/>
          <p:cNvGrpSpPr/>
          <p:nvPr/>
        </p:nvGrpSpPr>
        <p:grpSpPr>
          <a:xfrm>
            <a:off x="5649092" y="3734919"/>
            <a:ext cx="438354" cy="637329"/>
            <a:chOff x="1697726" y="3244179"/>
            <a:chExt cx="788124" cy="1146069"/>
          </a:xfrm>
        </p:grpSpPr>
        <p:sp>
          <p:nvSpPr>
            <p:cNvPr id="5273" name="Google Shape;5273;p51"/>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51"/>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75" name="Google Shape;5275;p51"/>
          <p:cNvSpPr/>
          <p:nvPr/>
        </p:nvSpPr>
        <p:spPr>
          <a:xfrm>
            <a:off x="8146351" y="3622703"/>
            <a:ext cx="204" cy="4"/>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76" name="Google Shape;5276;p51"/>
          <p:cNvGrpSpPr/>
          <p:nvPr/>
        </p:nvGrpSpPr>
        <p:grpSpPr>
          <a:xfrm>
            <a:off x="7650306" y="2063282"/>
            <a:ext cx="799565" cy="670282"/>
            <a:chOff x="7617850" y="2063282"/>
            <a:chExt cx="799565" cy="670282"/>
          </a:xfrm>
        </p:grpSpPr>
        <p:cxnSp>
          <p:nvCxnSpPr>
            <p:cNvPr id="5277" name="Google Shape;5277;p51"/>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278" name="Google Shape;5278;p51"/>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279" name="Google Shape;5279;p51"/>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280" name="Google Shape;5280;p51"/>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5281" name="Google Shape;5281;p51"/>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5282" name="Google Shape;5282;p51"/>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5283" name="Google Shape;5283;p51"/>
            <p:cNvGrpSpPr/>
            <p:nvPr/>
          </p:nvGrpSpPr>
          <p:grpSpPr>
            <a:xfrm>
              <a:off x="7734309" y="2063282"/>
              <a:ext cx="570957" cy="620095"/>
              <a:chOff x="7734309" y="2063282"/>
              <a:chExt cx="570957" cy="620095"/>
            </a:xfrm>
          </p:grpSpPr>
          <p:grpSp>
            <p:nvGrpSpPr>
              <p:cNvPr id="5284" name="Google Shape;5284;p51"/>
              <p:cNvGrpSpPr/>
              <p:nvPr/>
            </p:nvGrpSpPr>
            <p:grpSpPr>
              <a:xfrm>
                <a:off x="8031573" y="2063282"/>
                <a:ext cx="273693" cy="620095"/>
                <a:chOff x="8031573" y="2063282"/>
                <a:chExt cx="273693" cy="620095"/>
              </a:xfrm>
            </p:grpSpPr>
            <p:sp>
              <p:nvSpPr>
                <p:cNvPr id="5285" name="Google Shape;5285;p5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5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5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5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9" name="Google Shape;5289;p51"/>
              <p:cNvGrpSpPr/>
              <p:nvPr/>
            </p:nvGrpSpPr>
            <p:grpSpPr>
              <a:xfrm flipH="1">
                <a:off x="7734309" y="2063282"/>
                <a:ext cx="273693" cy="620095"/>
                <a:chOff x="8031573" y="2063282"/>
                <a:chExt cx="273693" cy="620095"/>
              </a:xfrm>
            </p:grpSpPr>
            <p:sp>
              <p:nvSpPr>
                <p:cNvPr id="5290" name="Google Shape;5290;p5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5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5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5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5294" name="Google Shape;5294;p51"/>
          <p:cNvSpPr/>
          <p:nvPr/>
        </p:nvSpPr>
        <p:spPr>
          <a:xfrm>
            <a:off x="7110561" y="3755372"/>
            <a:ext cx="558742" cy="616877"/>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51"/>
          <p:cNvSpPr/>
          <p:nvPr/>
        </p:nvSpPr>
        <p:spPr>
          <a:xfrm rot="10800000">
            <a:off x="6596743" y="3752786"/>
            <a:ext cx="406111" cy="619462"/>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6" name="Google Shape;5296;p51"/>
          <p:cNvGrpSpPr/>
          <p:nvPr/>
        </p:nvGrpSpPr>
        <p:grpSpPr>
          <a:xfrm>
            <a:off x="7836913" y="2916765"/>
            <a:ext cx="602567" cy="601884"/>
            <a:chOff x="1186975" y="238125"/>
            <a:chExt cx="5244275" cy="5238325"/>
          </a:xfrm>
        </p:grpSpPr>
        <p:sp>
          <p:nvSpPr>
            <p:cNvPr id="5297" name="Google Shape;5297;p51"/>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51"/>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51"/>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51"/>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1" name="Google Shape;5301;p51"/>
          <p:cNvGrpSpPr/>
          <p:nvPr/>
        </p:nvGrpSpPr>
        <p:grpSpPr>
          <a:xfrm>
            <a:off x="3279650" y="2056249"/>
            <a:ext cx="651848" cy="687338"/>
            <a:chOff x="3400515" y="2056248"/>
            <a:chExt cx="698134" cy="735987"/>
          </a:xfrm>
        </p:grpSpPr>
        <p:grpSp>
          <p:nvGrpSpPr>
            <p:cNvPr id="5302" name="Google Shape;5302;p51"/>
            <p:cNvGrpSpPr/>
            <p:nvPr/>
          </p:nvGrpSpPr>
          <p:grpSpPr>
            <a:xfrm>
              <a:off x="3400515" y="2283913"/>
              <a:ext cx="312919" cy="219900"/>
              <a:chOff x="3400515" y="2283913"/>
              <a:chExt cx="312919" cy="219900"/>
            </a:xfrm>
          </p:grpSpPr>
          <p:sp>
            <p:nvSpPr>
              <p:cNvPr id="5303" name="Google Shape;5303;p51"/>
              <p:cNvSpPr/>
              <p:nvPr/>
            </p:nvSpPr>
            <p:spPr>
              <a:xfrm>
                <a:off x="3493534" y="2283913"/>
                <a:ext cx="219900" cy="219900"/>
              </a:xfrm>
              <a:prstGeom prst="ellipse">
                <a:avLst/>
              </a:prstGeom>
              <a:solidFill>
                <a:srgbClr val="435D7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304" name="Google Shape;5304;p51"/>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5305" name="Google Shape;5305;p51"/>
            <p:cNvGrpSpPr/>
            <p:nvPr/>
          </p:nvGrpSpPr>
          <p:grpSpPr>
            <a:xfrm>
              <a:off x="3547823" y="2461089"/>
              <a:ext cx="219900" cy="331146"/>
              <a:chOff x="3547823" y="2461089"/>
              <a:chExt cx="219900" cy="331146"/>
            </a:xfrm>
          </p:grpSpPr>
          <p:sp>
            <p:nvSpPr>
              <p:cNvPr id="5306" name="Google Shape;5306;p51"/>
              <p:cNvSpPr/>
              <p:nvPr/>
            </p:nvSpPr>
            <p:spPr>
              <a:xfrm>
                <a:off x="3547823" y="2461089"/>
                <a:ext cx="219900" cy="219900"/>
              </a:xfrm>
              <a:prstGeom prst="ellipse">
                <a:avLst/>
              </a:prstGeom>
              <a:solidFill>
                <a:srgbClr val="5F7D9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307" name="Google Shape;5307;p51"/>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5308" name="Google Shape;5308;p51"/>
            <p:cNvGrpSpPr/>
            <p:nvPr/>
          </p:nvGrpSpPr>
          <p:grpSpPr>
            <a:xfrm>
              <a:off x="3734138" y="2461089"/>
              <a:ext cx="219900" cy="331146"/>
              <a:chOff x="3734138" y="2461089"/>
              <a:chExt cx="219900" cy="331146"/>
            </a:xfrm>
          </p:grpSpPr>
          <p:sp>
            <p:nvSpPr>
              <p:cNvPr id="5309" name="Google Shape;5309;p51"/>
              <p:cNvSpPr/>
              <p:nvPr/>
            </p:nvSpPr>
            <p:spPr>
              <a:xfrm>
                <a:off x="3734138" y="2461089"/>
                <a:ext cx="219900" cy="219900"/>
              </a:xfrm>
              <a:prstGeom prst="ellipse">
                <a:avLst/>
              </a:prstGeom>
              <a:solidFill>
                <a:srgbClr val="869FB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310" name="Google Shape;5310;p51"/>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5311" name="Google Shape;5311;p51"/>
            <p:cNvGrpSpPr/>
            <p:nvPr/>
          </p:nvGrpSpPr>
          <p:grpSpPr>
            <a:xfrm>
              <a:off x="3787560" y="2281742"/>
              <a:ext cx="311089" cy="219900"/>
              <a:chOff x="3787560" y="2281742"/>
              <a:chExt cx="311089" cy="219900"/>
            </a:xfrm>
          </p:grpSpPr>
          <p:sp>
            <p:nvSpPr>
              <p:cNvPr id="5312" name="Google Shape;5312;p51"/>
              <p:cNvSpPr/>
              <p:nvPr/>
            </p:nvSpPr>
            <p:spPr>
              <a:xfrm>
                <a:off x="3787560" y="2281742"/>
                <a:ext cx="219900" cy="219900"/>
              </a:xfrm>
              <a:prstGeom prst="ellipse">
                <a:avLst/>
              </a:prstGeom>
              <a:solidFill>
                <a:srgbClr val="A5B7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5313" name="Google Shape;5313;p51"/>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5314" name="Google Shape;5314;p51"/>
            <p:cNvGrpSpPr/>
            <p:nvPr/>
          </p:nvGrpSpPr>
          <p:grpSpPr>
            <a:xfrm>
              <a:off x="3637290" y="2056248"/>
              <a:ext cx="219900" cy="330736"/>
              <a:chOff x="3637290" y="2056248"/>
              <a:chExt cx="219900" cy="330736"/>
            </a:xfrm>
          </p:grpSpPr>
          <p:sp>
            <p:nvSpPr>
              <p:cNvPr id="5315" name="Google Shape;5315;p51"/>
              <p:cNvSpPr/>
              <p:nvPr/>
            </p:nvSpPr>
            <p:spPr>
              <a:xfrm>
                <a:off x="3637290" y="2167085"/>
                <a:ext cx="219900" cy="219900"/>
              </a:xfrm>
              <a:prstGeom prst="ellipse">
                <a:avLst/>
              </a:prstGeom>
              <a:solidFill>
                <a:srgbClr val="BAC8D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cxnSp>
            <p:nvCxnSpPr>
              <p:cNvPr id="5316" name="Google Shape;5316;p51"/>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5317" name="Google Shape;5317;p51"/>
          <p:cNvGrpSpPr/>
          <p:nvPr/>
        </p:nvGrpSpPr>
        <p:grpSpPr>
          <a:xfrm>
            <a:off x="2571356" y="2926255"/>
            <a:ext cx="1268144" cy="592394"/>
            <a:chOff x="238125" y="1188750"/>
            <a:chExt cx="7140450" cy="3335550"/>
          </a:xfrm>
        </p:grpSpPr>
        <p:sp>
          <p:nvSpPr>
            <p:cNvPr id="5318" name="Google Shape;5318;p51"/>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51"/>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51"/>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51"/>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51"/>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3" name="Google Shape;5323;p51"/>
          <p:cNvGrpSpPr/>
          <p:nvPr/>
        </p:nvGrpSpPr>
        <p:grpSpPr>
          <a:xfrm>
            <a:off x="6679257" y="2928410"/>
            <a:ext cx="1053944" cy="590147"/>
            <a:chOff x="238125" y="1335475"/>
            <a:chExt cx="5418735" cy="3034175"/>
          </a:xfrm>
        </p:grpSpPr>
        <p:sp>
          <p:nvSpPr>
            <p:cNvPr id="5324" name="Google Shape;5324;p51"/>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51"/>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51"/>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7" name="Google Shape;5327;p51"/>
          <p:cNvGrpSpPr/>
          <p:nvPr/>
        </p:nvGrpSpPr>
        <p:grpSpPr>
          <a:xfrm>
            <a:off x="4110066" y="3733309"/>
            <a:ext cx="1268207" cy="638939"/>
            <a:chOff x="3967651" y="3645904"/>
            <a:chExt cx="1479304" cy="745292"/>
          </a:xfrm>
        </p:grpSpPr>
        <p:grpSp>
          <p:nvGrpSpPr>
            <p:cNvPr id="5328" name="Google Shape;5328;p51"/>
            <p:cNvGrpSpPr/>
            <p:nvPr/>
          </p:nvGrpSpPr>
          <p:grpSpPr>
            <a:xfrm>
              <a:off x="3967651" y="4009026"/>
              <a:ext cx="1479304" cy="382170"/>
              <a:chOff x="3967651" y="4009026"/>
              <a:chExt cx="1479304" cy="382170"/>
            </a:xfrm>
          </p:grpSpPr>
          <p:grpSp>
            <p:nvGrpSpPr>
              <p:cNvPr id="5329" name="Google Shape;5329;p51"/>
              <p:cNvGrpSpPr/>
              <p:nvPr/>
            </p:nvGrpSpPr>
            <p:grpSpPr>
              <a:xfrm>
                <a:off x="4892216" y="4195630"/>
                <a:ext cx="554739" cy="195566"/>
                <a:chOff x="3604375" y="4892160"/>
                <a:chExt cx="1651500" cy="582215"/>
              </a:xfrm>
            </p:grpSpPr>
            <p:sp>
              <p:nvSpPr>
                <p:cNvPr id="5330" name="Google Shape;5330;p51"/>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51"/>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2" name="Google Shape;5332;p51"/>
              <p:cNvGrpSpPr/>
              <p:nvPr/>
            </p:nvGrpSpPr>
            <p:grpSpPr>
              <a:xfrm>
                <a:off x="3967651" y="4146303"/>
                <a:ext cx="579402" cy="244893"/>
                <a:chOff x="851875" y="4745310"/>
                <a:chExt cx="1724925" cy="729065"/>
              </a:xfrm>
            </p:grpSpPr>
            <p:sp>
              <p:nvSpPr>
                <p:cNvPr id="5333" name="Google Shape;5333;p51"/>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51"/>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5" name="Google Shape;5335;p51"/>
              <p:cNvGrpSpPr/>
              <p:nvPr/>
            </p:nvGrpSpPr>
            <p:grpSpPr>
              <a:xfrm>
                <a:off x="4460753" y="4009026"/>
                <a:ext cx="493110" cy="382170"/>
                <a:chOff x="2319875" y="4336625"/>
                <a:chExt cx="1468025" cy="1137750"/>
              </a:xfrm>
            </p:grpSpPr>
            <p:sp>
              <p:nvSpPr>
                <p:cNvPr id="5336" name="Google Shape;5336;p51"/>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51"/>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38" name="Google Shape;5338;p51"/>
            <p:cNvGrpSpPr/>
            <p:nvPr/>
          </p:nvGrpSpPr>
          <p:grpSpPr>
            <a:xfrm>
              <a:off x="4479443" y="3645904"/>
              <a:ext cx="455965" cy="388789"/>
              <a:chOff x="2957425" y="238100"/>
              <a:chExt cx="1910200" cy="1628775"/>
            </a:xfrm>
          </p:grpSpPr>
          <p:sp>
            <p:nvSpPr>
              <p:cNvPr id="5339" name="Google Shape;5339;p51"/>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51"/>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51"/>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51"/>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51"/>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51"/>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51"/>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51"/>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51"/>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51"/>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49" name="Google Shape;5349;p51"/>
          <p:cNvGrpSpPr/>
          <p:nvPr/>
        </p:nvGrpSpPr>
        <p:grpSpPr>
          <a:xfrm>
            <a:off x="2496179" y="3734510"/>
            <a:ext cx="1243128" cy="637739"/>
            <a:chOff x="2496310" y="3693351"/>
            <a:chExt cx="1342906" cy="688926"/>
          </a:xfrm>
        </p:grpSpPr>
        <p:grpSp>
          <p:nvGrpSpPr>
            <p:cNvPr id="5350" name="Google Shape;5350;p51"/>
            <p:cNvGrpSpPr/>
            <p:nvPr/>
          </p:nvGrpSpPr>
          <p:grpSpPr>
            <a:xfrm>
              <a:off x="2496310" y="3693351"/>
              <a:ext cx="1342906" cy="688875"/>
              <a:chOff x="2496310" y="3693351"/>
              <a:chExt cx="1342906" cy="688875"/>
            </a:xfrm>
          </p:grpSpPr>
          <p:sp>
            <p:nvSpPr>
              <p:cNvPr id="5351" name="Google Shape;5351;p51"/>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51"/>
              <p:cNvSpPr/>
              <p:nvPr/>
            </p:nvSpPr>
            <p:spPr>
              <a:xfrm>
                <a:off x="342068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51"/>
              <p:cNvSpPr/>
              <p:nvPr/>
            </p:nvSpPr>
            <p:spPr>
              <a:xfrm>
                <a:off x="3135700" y="3791751"/>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51"/>
              <p:cNvSpPr/>
              <p:nvPr/>
            </p:nvSpPr>
            <p:spPr>
              <a:xfrm>
                <a:off x="3620515"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51"/>
              <p:cNvSpPr/>
              <p:nvPr/>
            </p:nvSpPr>
            <p:spPr>
              <a:xfrm>
                <a:off x="284380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51"/>
              <p:cNvSpPr/>
              <p:nvPr/>
            </p:nvSpPr>
            <p:spPr>
              <a:xfrm>
                <a:off x="2652010"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57" name="Google Shape;5357;p51"/>
              <p:cNvCxnSpPr>
                <a:stCxn id="5355"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5358" name="Google Shape;5358;p51"/>
              <p:cNvCxnSpPr>
                <a:stCxn id="5352"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5359" name="Google Shape;5359;p51"/>
              <p:cNvCxnSpPr>
                <a:stCxn id="5353"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360" name="Google Shape;5360;p51"/>
              <p:cNvCxnSpPr>
                <a:stCxn id="5356"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5361" name="Google Shape;5361;p51"/>
              <p:cNvCxnSpPr>
                <a:stCxn id="5354"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5362" name="Google Shape;5362;p51"/>
            <p:cNvGrpSpPr/>
            <p:nvPr/>
          </p:nvGrpSpPr>
          <p:grpSpPr>
            <a:xfrm>
              <a:off x="2675275" y="3930557"/>
              <a:ext cx="1003306" cy="451719"/>
              <a:chOff x="2675275" y="4174282"/>
              <a:chExt cx="1003306" cy="451719"/>
            </a:xfrm>
          </p:grpSpPr>
          <p:sp>
            <p:nvSpPr>
              <p:cNvPr id="5363" name="Google Shape;5363;p51"/>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51"/>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51"/>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66" name="Google Shape;5366;p51"/>
          <p:cNvGrpSpPr/>
          <p:nvPr/>
        </p:nvGrpSpPr>
        <p:grpSpPr>
          <a:xfrm>
            <a:off x="1669850" y="1171356"/>
            <a:ext cx="574511" cy="874709"/>
            <a:chOff x="1715404" y="1112080"/>
            <a:chExt cx="642270" cy="977984"/>
          </a:xfrm>
        </p:grpSpPr>
        <p:grpSp>
          <p:nvGrpSpPr>
            <p:cNvPr id="5367" name="Google Shape;5367;p51"/>
            <p:cNvGrpSpPr/>
            <p:nvPr/>
          </p:nvGrpSpPr>
          <p:grpSpPr>
            <a:xfrm>
              <a:off x="1715404" y="1112080"/>
              <a:ext cx="642270" cy="977984"/>
              <a:chOff x="1715404" y="1112080"/>
              <a:chExt cx="642270" cy="977984"/>
            </a:xfrm>
          </p:grpSpPr>
          <p:sp>
            <p:nvSpPr>
              <p:cNvPr id="5368" name="Google Shape;5368;p51"/>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51"/>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0" name="Google Shape;5370;p51"/>
            <p:cNvGrpSpPr/>
            <p:nvPr/>
          </p:nvGrpSpPr>
          <p:grpSpPr>
            <a:xfrm>
              <a:off x="1768927" y="1165603"/>
              <a:ext cx="535225" cy="851367"/>
              <a:chOff x="1768927" y="1165603"/>
              <a:chExt cx="535225" cy="851367"/>
            </a:xfrm>
          </p:grpSpPr>
          <p:sp>
            <p:nvSpPr>
              <p:cNvPr id="5371" name="Google Shape;5371;p51"/>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51"/>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3" name="Google Shape;5373;p51"/>
            <p:cNvGrpSpPr/>
            <p:nvPr/>
          </p:nvGrpSpPr>
          <p:grpSpPr>
            <a:xfrm>
              <a:off x="1822449" y="1219125"/>
              <a:ext cx="428180" cy="718859"/>
              <a:chOff x="1822449" y="1219125"/>
              <a:chExt cx="428180" cy="718859"/>
            </a:xfrm>
          </p:grpSpPr>
          <p:sp>
            <p:nvSpPr>
              <p:cNvPr id="5374" name="Google Shape;5374;p51"/>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51"/>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6" name="Google Shape;5376;p51"/>
            <p:cNvGrpSpPr/>
            <p:nvPr/>
          </p:nvGrpSpPr>
          <p:grpSpPr>
            <a:xfrm>
              <a:off x="1875972" y="1272648"/>
              <a:ext cx="321135" cy="586939"/>
              <a:chOff x="1875972" y="1272648"/>
              <a:chExt cx="321135" cy="586939"/>
            </a:xfrm>
          </p:grpSpPr>
          <p:sp>
            <p:nvSpPr>
              <p:cNvPr id="5377" name="Google Shape;5377;p51"/>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51"/>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79" name="Google Shape;5379;p51"/>
          <p:cNvGrpSpPr/>
          <p:nvPr/>
        </p:nvGrpSpPr>
        <p:grpSpPr>
          <a:xfrm>
            <a:off x="7777011" y="3728078"/>
            <a:ext cx="293855" cy="644170"/>
            <a:chOff x="241025" y="3151575"/>
            <a:chExt cx="293855" cy="644170"/>
          </a:xfrm>
        </p:grpSpPr>
        <p:sp>
          <p:nvSpPr>
            <p:cNvPr id="5380" name="Google Shape;5380;p51"/>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51"/>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2" name="Google Shape;5382;p51"/>
          <p:cNvGrpSpPr/>
          <p:nvPr/>
        </p:nvGrpSpPr>
        <p:grpSpPr>
          <a:xfrm>
            <a:off x="724994" y="2928078"/>
            <a:ext cx="1779649" cy="591620"/>
            <a:chOff x="246070" y="1983375"/>
            <a:chExt cx="1855347" cy="616849"/>
          </a:xfrm>
        </p:grpSpPr>
        <p:sp>
          <p:nvSpPr>
            <p:cNvPr id="5383" name="Google Shape;5383;p51"/>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51"/>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51"/>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51"/>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51"/>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51"/>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51"/>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51"/>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51"/>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2" name="Google Shape;5392;p51"/>
          <p:cNvGrpSpPr/>
          <p:nvPr/>
        </p:nvGrpSpPr>
        <p:grpSpPr>
          <a:xfrm>
            <a:off x="2335861" y="1171356"/>
            <a:ext cx="711055" cy="745993"/>
            <a:chOff x="2496269" y="1171698"/>
            <a:chExt cx="761953" cy="799392"/>
          </a:xfrm>
        </p:grpSpPr>
        <p:grpSp>
          <p:nvGrpSpPr>
            <p:cNvPr id="5393" name="Google Shape;5393;p51"/>
            <p:cNvGrpSpPr/>
            <p:nvPr/>
          </p:nvGrpSpPr>
          <p:grpSpPr>
            <a:xfrm>
              <a:off x="2496269" y="1171698"/>
              <a:ext cx="761953" cy="723022"/>
              <a:chOff x="2496269" y="1171698"/>
              <a:chExt cx="761953" cy="723022"/>
            </a:xfrm>
          </p:grpSpPr>
          <p:sp>
            <p:nvSpPr>
              <p:cNvPr id="5394" name="Google Shape;5394;p51"/>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51"/>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6" name="Google Shape;5396;p51"/>
              <p:cNvGrpSpPr/>
              <p:nvPr/>
            </p:nvGrpSpPr>
            <p:grpSpPr>
              <a:xfrm>
                <a:off x="2496269" y="1171698"/>
                <a:ext cx="761953" cy="723022"/>
                <a:chOff x="2496269" y="1120652"/>
                <a:chExt cx="761953" cy="723022"/>
              </a:xfrm>
            </p:grpSpPr>
            <p:grpSp>
              <p:nvGrpSpPr>
                <p:cNvPr id="5397" name="Google Shape;5397;p51"/>
                <p:cNvGrpSpPr/>
                <p:nvPr/>
              </p:nvGrpSpPr>
              <p:grpSpPr>
                <a:xfrm>
                  <a:off x="2496269" y="1120652"/>
                  <a:ext cx="761953" cy="723022"/>
                  <a:chOff x="2496269" y="1120652"/>
                  <a:chExt cx="761953" cy="723022"/>
                </a:xfrm>
              </p:grpSpPr>
              <p:grpSp>
                <p:nvGrpSpPr>
                  <p:cNvPr id="5398" name="Google Shape;5398;p51"/>
                  <p:cNvGrpSpPr/>
                  <p:nvPr/>
                </p:nvGrpSpPr>
                <p:grpSpPr>
                  <a:xfrm>
                    <a:off x="2496269" y="1304589"/>
                    <a:ext cx="407089" cy="305057"/>
                    <a:chOff x="2496269" y="1304589"/>
                    <a:chExt cx="407089" cy="305057"/>
                  </a:xfrm>
                </p:grpSpPr>
                <p:sp>
                  <p:nvSpPr>
                    <p:cNvPr id="5399" name="Google Shape;5399;p51"/>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51"/>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1" name="Google Shape;5401;p51"/>
                  <p:cNvGrpSpPr/>
                  <p:nvPr/>
                </p:nvGrpSpPr>
                <p:grpSpPr>
                  <a:xfrm>
                    <a:off x="2586468" y="1493376"/>
                    <a:ext cx="358850" cy="349656"/>
                    <a:chOff x="2586468" y="1493376"/>
                    <a:chExt cx="358850" cy="349656"/>
                  </a:xfrm>
                </p:grpSpPr>
                <p:sp>
                  <p:nvSpPr>
                    <p:cNvPr id="5402" name="Google Shape;5402;p51"/>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1"/>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4" name="Google Shape;5404;p51"/>
                  <p:cNvGrpSpPr/>
                  <p:nvPr/>
                </p:nvGrpSpPr>
                <p:grpSpPr>
                  <a:xfrm>
                    <a:off x="2807939" y="1494024"/>
                    <a:ext cx="358857" cy="349650"/>
                    <a:chOff x="2807939" y="1494024"/>
                    <a:chExt cx="358857" cy="349650"/>
                  </a:xfrm>
                </p:grpSpPr>
                <p:sp>
                  <p:nvSpPr>
                    <p:cNvPr id="5405" name="Google Shape;5405;p51"/>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1"/>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7" name="Google Shape;5407;p51"/>
                  <p:cNvGrpSpPr/>
                  <p:nvPr/>
                </p:nvGrpSpPr>
                <p:grpSpPr>
                  <a:xfrm>
                    <a:off x="2851133" y="1305635"/>
                    <a:ext cx="407089" cy="305057"/>
                    <a:chOff x="2851133" y="1305635"/>
                    <a:chExt cx="407089" cy="305057"/>
                  </a:xfrm>
                </p:grpSpPr>
                <p:sp>
                  <p:nvSpPr>
                    <p:cNvPr id="5408" name="Google Shape;5408;p51"/>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1"/>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0" name="Google Shape;5410;p51"/>
                  <p:cNvGrpSpPr/>
                  <p:nvPr/>
                </p:nvGrpSpPr>
                <p:grpSpPr>
                  <a:xfrm>
                    <a:off x="2727495" y="1120652"/>
                    <a:ext cx="300271" cy="396358"/>
                    <a:chOff x="2727495" y="1120652"/>
                    <a:chExt cx="300271" cy="396358"/>
                  </a:xfrm>
                </p:grpSpPr>
                <p:sp>
                  <p:nvSpPr>
                    <p:cNvPr id="5411" name="Google Shape;5411;p51"/>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1"/>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13" name="Google Shape;5413;p51"/>
                <p:cNvGrpSpPr/>
                <p:nvPr/>
              </p:nvGrpSpPr>
              <p:grpSpPr>
                <a:xfrm>
                  <a:off x="2722305" y="1350460"/>
                  <a:ext cx="308357" cy="308344"/>
                  <a:chOff x="2722305" y="1350460"/>
                  <a:chExt cx="308357" cy="308344"/>
                </a:xfrm>
              </p:grpSpPr>
              <p:sp>
                <p:nvSpPr>
                  <p:cNvPr id="5414" name="Google Shape;5414;p51"/>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15" name="Google Shape;5415;p51"/>
                  <p:cNvGrpSpPr/>
                  <p:nvPr/>
                </p:nvGrpSpPr>
                <p:grpSpPr>
                  <a:xfrm>
                    <a:off x="2725064" y="1364529"/>
                    <a:ext cx="297954" cy="280182"/>
                    <a:chOff x="2725064" y="1364529"/>
                    <a:chExt cx="297954" cy="280182"/>
                  </a:xfrm>
                </p:grpSpPr>
                <p:sp>
                  <p:nvSpPr>
                    <p:cNvPr id="5416" name="Google Shape;5416;p51"/>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1"/>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1"/>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1"/>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1"/>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5421" name="Google Shape;5421;p51"/>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51"/>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1"/>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1"/>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1"/>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6" name="Google Shape;5426;p51"/>
          <p:cNvGrpSpPr/>
          <p:nvPr/>
        </p:nvGrpSpPr>
        <p:grpSpPr>
          <a:xfrm>
            <a:off x="3924561" y="2927462"/>
            <a:ext cx="1569144" cy="591015"/>
            <a:chOff x="3820100" y="3023049"/>
            <a:chExt cx="1303926" cy="491162"/>
          </a:xfrm>
        </p:grpSpPr>
        <p:grpSp>
          <p:nvGrpSpPr>
            <p:cNvPr id="5427" name="Google Shape;5427;p51"/>
            <p:cNvGrpSpPr/>
            <p:nvPr/>
          </p:nvGrpSpPr>
          <p:grpSpPr>
            <a:xfrm>
              <a:off x="3820100" y="3023072"/>
              <a:ext cx="1303926" cy="491139"/>
              <a:chOff x="3820100" y="3023072"/>
              <a:chExt cx="1303926" cy="491139"/>
            </a:xfrm>
          </p:grpSpPr>
          <p:sp>
            <p:nvSpPr>
              <p:cNvPr id="5428" name="Google Shape;5428;p51"/>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1"/>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0" name="Google Shape;5430;p51"/>
            <p:cNvGrpSpPr/>
            <p:nvPr/>
          </p:nvGrpSpPr>
          <p:grpSpPr>
            <a:xfrm>
              <a:off x="4132439" y="3023645"/>
              <a:ext cx="393633" cy="177096"/>
              <a:chOff x="4132439" y="3023645"/>
              <a:chExt cx="393633" cy="177096"/>
            </a:xfrm>
          </p:grpSpPr>
          <p:sp>
            <p:nvSpPr>
              <p:cNvPr id="5431" name="Google Shape;5431;p51"/>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1"/>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3" name="Google Shape;5433;p51"/>
            <p:cNvGrpSpPr/>
            <p:nvPr/>
          </p:nvGrpSpPr>
          <p:grpSpPr>
            <a:xfrm>
              <a:off x="3921811" y="3023049"/>
              <a:ext cx="1002397" cy="388943"/>
              <a:chOff x="3921811" y="3023049"/>
              <a:chExt cx="1002397" cy="388943"/>
            </a:xfrm>
          </p:grpSpPr>
          <p:sp>
            <p:nvSpPr>
              <p:cNvPr id="5434" name="Google Shape;5434;p51"/>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1"/>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6" name="Google Shape;5436;p51"/>
            <p:cNvGrpSpPr/>
            <p:nvPr/>
          </p:nvGrpSpPr>
          <p:grpSpPr>
            <a:xfrm>
              <a:off x="4023645" y="3023049"/>
              <a:ext cx="683032" cy="286722"/>
              <a:chOff x="4023645" y="3023049"/>
              <a:chExt cx="683032" cy="286722"/>
            </a:xfrm>
          </p:grpSpPr>
          <p:sp>
            <p:nvSpPr>
              <p:cNvPr id="5437" name="Google Shape;5437;p51"/>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51"/>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39" name="Google Shape;5439;p51"/>
          <p:cNvGrpSpPr/>
          <p:nvPr/>
        </p:nvGrpSpPr>
        <p:grpSpPr>
          <a:xfrm>
            <a:off x="1556683" y="2054307"/>
            <a:ext cx="713522" cy="688025"/>
            <a:chOff x="1706078" y="2092648"/>
            <a:chExt cx="660913" cy="637296"/>
          </a:xfrm>
        </p:grpSpPr>
        <p:sp>
          <p:nvSpPr>
            <p:cNvPr id="5440" name="Google Shape;5440;p51"/>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41" name="Google Shape;5441;p51"/>
            <p:cNvGrpSpPr/>
            <p:nvPr/>
          </p:nvGrpSpPr>
          <p:grpSpPr>
            <a:xfrm>
              <a:off x="1706078" y="2092648"/>
              <a:ext cx="660913" cy="575241"/>
              <a:chOff x="1706078" y="2092648"/>
              <a:chExt cx="660913" cy="575241"/>
            </a:xfrm>
          </p:grpSpPr>
          <p:sp>
            <p:nvSpPr>
              <p:cNvPr id="5442" name="Google Shape;5442;p51"/>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1"/>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1"/>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45" name="Google Shape;5445;p51"/>
          <p:cNvGrpSpPr/>
          <p:nvPr/>
        </p:nvGrpSpPr>
        <p:grpSpPr>
          <a:xfrm>
            <a:off x="6318542" y="1171856"/>
            <a:ext cx="1317459" cy="684168"/>
            <a:chOff x="238125" y="999450"/>
            <a:chExt cx="7140700" cy="3708225"/>
          </a:xfrm>
        </p:grpSpPr>
        <p:sp>
          <p:nvSpPr>
            <p:cNvPr id="5446" name="Google Shape;5446;p51"/>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1"/>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1"/>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51"/>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51"/>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51"/>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51"/>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51"/>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1"/>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58"/>
        <p:cNvGrpSpPr/>
        <p:nvPr/>
      </p:nvGrpSpPr>
      <p:grpSpPr>
        <a:xfrm>
          <a:off x="0" y="0"/>
          <a:ext cx="0" cy="0"/>
          <a:chOff x="0" y="0"/>
          <a:chExt cx="0" cy="0"/>
        </a:xfrm>
      </p:grpSpPr>
      <p:grpSp>
        <p:nvGrpSpPr>
          <p:cNvPr id="5459" name="Google Shape;5459;p52"/>
          <p:cNvGrpSpPr/>
          <p:nvPr/>
        </p:nvGrpSpPr>
        <p:grpSpPr>
          <a:xfrm>
            <a:off x="729238" y="1179665"/>
            <a:ext cx="1636117" cy="1526144"/>
            <a:chOff x="729238" y="1179665"/>
            <a:chExt cx="1636117" cy="1526144"/>
          </a:xfrm>
        </p:grpSpPr>
        <p:grpSp>
          <p:nvGrpSpPr>
            <p:cNvPr id="5460" name="Google Shape;5460;p52"/>
            <p:cNvGrpSpPr/>
            <p:nvPr/>
          </p:nvGrpSpPr>
          <p:grpSpPr>
            <a:xfrm>
              <a:off x="729238" y="1179665"/>
              <a:ext cx="80700" cy="1526144"/>
              <a:chOff x="729238" y="1179665"/>
              <a:chExt cx="80700" cy="1526144"/>
            </a:xfrm>
          </p:grpSpPr>
          <p:sp>
            <p:nvSpPr>
              <p:cNvPr id="5461" name="Google Shape;5461;p52"/>
              <p:cNvSpPr/>
              <p:nvPr/>
            </p:nvSpPr>
            <p:spPr>
              <a:xfrm>
                <a:off x="72923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2"/>
              <p:cNvSpPr/>
              <p:nvPr/>
            </p:nvSpPr>
            <p:spPr>
              <a:xfrm>
                <a:off x="72923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52"/>
              <p:cNvSpPr/>
              <p:nvPr/>
            </p:nvSpPr>
            <p:spPr>
              <a:xfrm>
                <a:off x="72923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52"/>
              <p:cNvSpPr/>
              <p:nvPr/>
            </p:nvSpPr>
            <p:spPr>
              <a:xfrm>
                <a:off x="72923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52"/>
              <p:cNvSpPr/>
              <p:nvPr/>
            </p:nvSpPr>
            <p:spPr>
              <a:xfrm>
                <a:off x="729238"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52"/>
              <p:cNvSpPr/>
              <p:nvPr/>
            </p:nvSpPr>
            <p:spPr>
              <a:xfrm>
                <a:off x="729238"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52"/>
              <p:cNvSpPr/>
              <p:nvPr/>
            </p:nvSpPr>
            <p:spPr>
              <a:xfrm>
                <a:off x="72923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52"/>
              <p:cNvSpPr/>
              <p:nvPr/>
            </p:nvSpPr>
            <p:spPr>
              <a:xfrm>
                <a:off x="72923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52"/>
              <p:cNvSpPr/>
              <p:nvPr/>
            </p:nvSpPr>
            <p:spPr>
              <a:xfrm>
                <a:off x="72923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52"/>
              <p:cNvSpPr/>
              <p:nvPr/>
            </p:nvSpPr>
            <p:spPr>
              <a:xfrm>
                <a:off x="72923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71" name="Google Shape;5471;p52"/>
            <p:cNvGrpSpPr/>
            <p:nvPr/>
          </p:nvGrpSpPr>
          <p:grpSpPr>
            <a:xfrm>
              <a:off x="903098" y="1179665"/>
              <a:ext cx="80700" cy="1526144"/>
              <a:chOff x="903098" y="1179665"/>
              <a:chExt cx="80700" cy="1526144"/>
            </a:xfrm>
          </p:grpSpPr>
          <p:sp>
            <p:nvSpPr>
              <p:cNvPr id="5472" name="Google Shape;5472;p52"/>
              <p:cNvSpPr/>
              <p:nvPr/>
            </p:nvSpPr>
            <p:spPr>
              <a:xfrm>
                <a:off x="90309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2"/>
              <p:cNvSpPr/>
              <p:nvPr/>
            </p:nvSpPr>
            <p:spPr>
              <a:xfrm>
                <a:off x="90309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2"/>
              <p:cNvSpPr/>
              <p:nvPr/>
            </p:nvSpPr>
            <p:spPr>
              <a:xfrm>
                <a:off x="90309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2"/>
              <p:cNvSpPr/>
              <p:nvPr/>
            </p:nvSpPr>
            <p:spPr>
              <a:xfrm>
                <a:off x="90309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2"/>
              <p:cNvSpPr/>
              <p:nvPr/>
            </p:nvSpPr>
            <p:spPr>
              <a:xfrm>
                <a:off x="90309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52"/>
              <p:cNvSpPr/>
              <p:nvPr/>
            </p:nvSpPr>
            <p:spPr>
              <a:xfrm>
                <a:off x="90309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52"/>
              <p:cNvSpPr/>
              <p:nvPr/>
            </p:nvSpPr>
            <p:spPr>
              <a:xfrm>
                <a:off x="90309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52"/>
              <p:cNvSpPr/>
              <p:nvPr/>
            </p:nvSpPr>
            <p:spPr>
              <a:xfrm>
                <a:off x="90309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52"/>
              <p:cNvSpPr/>
              <p:nvPr/>
            </p:nvSpPr>
            <p:spPr>
              <a:xfrm>
                <a:off x="90309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52"/>
              <p:cNvSpPr/>
              <p:nvPr/>
            </p:nvSpPr>
            <p:spPr>
              <a:xfrm>
                <a:off x="90309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2" name="Google Shape;5482;p52"/>
            <p:cNvGrpSpPr/>
            <p:nvPr/>
          </p:nvGrpSpPr>
          <p:grpSpPr>
            <a:xfrm>
              <a:off x="1076958" y="1179665"/>
              <a:ext cx="80700" cy="1526144"/>
              <a:chOff x="1076958" y="1179665"/>
              <a:chExt cx="80700" cy="1526144"/>
            </a:xfrm>
          </p:grpSpPr>
          <p:sp>
            <p:nvSpPr>
              <p:cNvPr id="5483" name="Google Shape;5483;p52"/>
              <p:cNvSpPr/>
              <p:nvPr/>
            </p:nvSpPr>
            <p:spPr>
              <a:xfrm>
                <a:off x="107695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52"/>
              <p:cNvSpPr/>
              <p:nvPr/>
            </p:nvSpPr>
            <p:spPr>
              <a:xfrm>
                <a:off x="107695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52"/>
              <p:cNvSpPr/>
              <p:nvPr/>
            </p:nvSpPr>
            <p:spPr>
              <a:xfrm>
                <a:off x="107695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52"/>
              <p:cNvSpPr/>
              <p:nvPr/>
            </p:nvSpPr>
            <p:spPr>
              <a:xfrm>
                <a:off x="107695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52"/>
              <p:cNvSpPr/>
              <p:nvPr/>
            </p:nvSpPr>
            <p:spPr>
              <a:xfrm>
                <a:off x="107695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52"/>
              <p:cNvSpPr/>
              <p:nvPr/>
            </p:nvSpPr>
            <p:spPr>
              <a:xfrm>
                <a:off x="107695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52"/>
              <p:cNvSpPr/>
              <p:nvPr/>
            </p:nvSpPr>
            <p:spPr>
              <a:xfrm>
                <a:off x="1076958"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52"/>
              <p:cNvSpPr/>
              <p:nvPr/>
            </p:nvSpPr>
            <p:spPr>
              <a:xfrm>
                <a:off x="107695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52"/>
              <p:cNvSpPr/>
              <p:nvPr/>
            </p:nvSpPr>
            <p:spPr>
              <a:xfrm>
                <a:off x="107695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52"/>
              <p:cNvSpPr/>
              <p:nvPr/>
            </p:nvSpPr>
            <p:spPr>
              <a:xfrm>
                <a:off x="107695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3" name="Google Shape;5493;p52"/>
            <p:cNvGrpSpPr/>
            <p:nvPr/>
          </p:nvGrpSpPr>
          <p:grpSpPr>
            <a:xfrm>
              <a:off x="1247707" y="1179665"/>
              <a:ext cx="80700" cy="1526144"/>
              <a:chOff x="1247707" y="1179665"/>
              <a:chExt cx="80700" cy="1526144"/>
            </a:xfrm>
          </p:grpSpPr>
          <p:sp>
            <p:nvSpPr>
              <p:cNvPr id="5494" name="Google Shape;5494;p52"/>
              <p:cNvSpPr/>
              <p:nvPr/>
            </p:nvSpPr>
            <p:spPr>
              <a:xfrm>
                <a:off x="124770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2"/>
              <p:cNvSpPr/>
              <p:nvPr/>
            </p:nvSpPr>
            <p:spPr>
              <a:xfrm>
                <a:off x="124770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2"/>
              <p:cNvSpPr/>
              <p:nvPr/>
            </p:nvSpPr>
            <p:spPr>
              <a:xfrm>
                <a:off x="124770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52"/>
              <p:cNvSpPr/>
              <p:nvPr/>
            </p:nvSpPr>
            <p:spPr>
              <a:xfrm>
                <a:off x="1247707" y="166175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52"/>
              <p:cNvSpPr/>
              <p:nvPr/>
            </p:nvSpPr>
            <p:spPr>
              <a:xfrm>
                <a:off x="1247707"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2"/>
              <p:cNvSpPr/>
              <p:nvPr/>
            </p:nvSpPr>
            <p:spPr>
              <a:xfrm>
                <a:off x="1247707"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2"/>
              <p:cNvSpPr/>
              <p:nvPr/>
            </p:nvSpPr>
            <p:spPr>
              <a:xfrm>
                <a:off x="124770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2"/>
              <p:cNvSpPr/>
              <p:nvPr/>
            </p:nvSpPr>
            <p:spPr>
              <a:xfrm>
                <a:off x="124770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2"/>
              <p:cNvSpPr/>
              <p:nvPr/>
            </p:nvSpPr>
            <p:spPr>
              <a:xfrm>
                <a:off x="124770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52"/>
              <p:cNvSpPr/>
              <p:nvPr/>
            </p:nvSpPr>
            <p:spPr>
              <a:xfrm>
                <a:off x="124770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4" name="Google Shape;5504;p52"/>
            <p:cNvGrpSpPr/>
            <p:nvPr/>
          </p:nvGrpSpPr>
          <p:grpSpPr>
            <a:xfrm>
              <a:off x="1421567" y="1179665"/>
              <a:ext cx="80700" cy="1526144"/>
              <a:chOff x="1421567" y="1179665"/>
              <a:chExt cx="80700" cy="1526144"/>
            </a:xfrm>
          </p:grpSpPr>
          <p:sp>
            <p:nvSpPr>
              <p:cNvPr id="5505" name="Google Shape;5505;p52"/>
              <p:cNvSpPr/>
              <p:nvPr/>
            </p:nvSpPr>
            <p:spPr>
              <a:xfrm>
                <a:off x="142156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52"/>
              <p:cNvSpPr/>
              <p:nvPr/>
            </p:nvSpPr>
            <p:spPr>
              <a:xfrm>
                <a:off x="142156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52"/>
              <p:cNvSpPr/>
              <p:nvPr/>
            </p:nvSpPr>
            <p:spPr>
              <a:xfrm>
                <a:off x="142156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52"/>
              <p:cNvSpPr/>
              <p:nvPr/>
            </p:nvSpPr>
            <p:spPr>
              <a:xfrm>
                <a:off x="142156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52"/>
              <p:cNvSpPr/>
              <p:nvPr/>
            </p:nvSpPr>
            <p:spPr>
              <a:xfrm>
                <a:off x="142156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52"/>
              <p:cNvSpPr/>
              <p:nvPr/>
            </p:nvSpPr>
            <p:spPr>
              <a:xfrm>
                <a:off x="142156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52"/>
              <p:cNvSpPr/>
              <p:nvPr/>
            </p:nvSpPr>
            <p:spPr>
              <a:xfrm>
                <a:off x="142156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52"/>
              <p:cNvSpPr/>
              <p:nvPr/>
            </p:nvSpPr>
            <p:spPr>
              <a:xfrm>
                <a:off x="142156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52"/>
              <p:cNvSpPr/>
              <p:nvPr/>
            </p:nvSpPr>
            <p:spPr>
              <a:xfrm>
                <a:off x="142156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52"/>
              <p:cNvSpPr/>
              <p:nvPr/>
            </p:nvSpPr>
            <p:spPr>
              <a:xfrm>
                <a:off x="142156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5" name="Google Shape;5515;p52"/>
            <p:cNvGrpSpPr/>
            <p:nvPr/>
          </p:nvGrpSpPr>
          <p:grpSpPr>
            <a:xfrm>
              <a:off x="1592327" y="1179665"/>
              <a:ext cx="80700" cy="1526144"/>
              <a:chOff x="1592327" y="1179665"/>
              <a:chExt cx="80700" cy="1526144"/>
            </a:xfrm>
          </p:grpSpPr>
          <p:sp>
            <p:nvSpPr>
              <p:cNvPr id="5516" name="Google Shape;5516;p52"/>
              <p:cNvSpPr/>
              <p:nvPr/>
            </p:nvSpPr>
            <p:spPr>
              <a:xfrm>
                <a:off x="159232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52"/>
              <p:cNvSpPr/>
              <p:nvPr/>
            </p:nvSpPr>
            <p:spPr>
              <a:xfrm>
                <a:off x="159232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52"/>
              <p:cNvSpPr/>
              <p:nvPr/>
            </p:nvSpPr>
            <p:spPr>
              <a:xfrm>
                <a:off x="159232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52"/>
              <p:cNvSpPr/>
              <p:nvPr/>
            </p:nvSpPr>
            <p:spPr>
              <a:xfrm>
                <a:off x="159232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2"/>
              <p:cNvSpPr/>
              <p:nvPr/>
            </p:nvSpPr>
            <p:spPr>
              <a:xfrm>
                <a:off x="159232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52"/>
              <p:cNvSpPr/>
              <p:nvPr/>
            </p:nvSpPr>
            <p:spPr>
              <a:xfrm>
                <a:off x="159232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52"/>
              <p:cNvSpPr/>
              <p:nvPr/>
            </p:nvSpPr>
            <p:spPr>
              <a:xfrm>
                <a:off x="159232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52"/>
              <p:cNvSpPr/>
              <p:nvPr/>
            </p:nvSpPr>
            <p:spPr>
              <a:xfrm>
                <a:off x="159232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52"/>
              <p:cNvSpPr/>
              <p:nvPr/>
            </p:nvSpPr>
            <p:spPr>
              <a:xfrm>
                <a:off x="159232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2"/>
              <p:cNvSpPr/>
              <p:nvPr/>
            </p:nvSpPr>
            <p:spPr>
              <a:xfrm>
                <a:off x="159232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6" name="Google Shape;5526;p52"/>
            <p:cNvGrpSpPr/>
            <p:nvPr/>
          </p:nvGrpSpPr>
          <p:grpSpPr>
            <a:xfrm>
              <a:off x="1766187" y="1179665"/>
              <a:ext cx="80700" cy="1526144"/>
              <a:chOff x="1766187" y="1179665"/>
              <a:chExt cx="80700" cy="1526144"/>
            </a:xfrm>
          </p:grpSpPr>
          <p:sp>
            <p:nvSpPr>
              <p:cNvPr id="5527" name="Google Shape;5527;p52"/>
              <p:cNvSpPr/>
              <p:nvPr/>
            </p:nvSpPr>
            <p:spPr>
              <a:xfrm>
                <a:off x="176618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52"/>
              <p:cNvSpPr/>
              <p:nvPr/>
            </p:nvSpPr>
            <p:spPr>
              <a:xfrm>
                <a:off x="176618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52"/>
              <p:cNvSpPr/>
              <p:nvPr/>
            </p:nvSpPr>
            <p:spPr>
              <a:xfrm>
                <a:off x="176618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52"/>
              <p:cNvSpPr/>
              <p:nvPr/>
            </p:nvSpPr>
            <p:spPr>
              <a:xfrm>
                <a:off x="176618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52"/>
              <p:cNvSpPr/>
              <p:nvPr/>
            </p:nvSpPr>
            <p:spPr>
              <a:xfrm>
                <a:off x="176618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52"/>
              <p:cNvSpPr/>
              <p:nvPr/>
            </p:nvSpPr>
            <p:spPr>
              <a:xfrm>
                <a:off x="176618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52"/>
              <p:cNvSpPr/>
              <p:nvPr/>
            </p:nvSpPr>
            <p:spPr>
              <a:xfrm>
                <a:off x="176618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52"/>
              <p:cNvSpPr/>
              <p:nvPr/>
            </p:nvSpPr>
            <p:spPr>
              <a:xfrm>
                <a:off x="176618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52"/>
              <p:cNvSpPr/>
              <p:nvPr/>
            </p:nvSpPr>
            <p:spPr>
              <a:xfrm>
                <a:off x="1766187" y="2464413"/>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52"/>
              <p:cNvSpPr/>
              <p:nvPr/>
            </p:nvSpPr>
            <p:spPr>
              <a:xfrm>
                <a:off x="176618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7" name="Google Shape;5537;p52"/>
            <p:cNvGrpSpPr/>
            <p:nvPr/>
          </p:nvGrpSpPr>
          <p:grpSpPr>
            <a:xfrm>
              <a:off x="1936935" y="1179665"/>
              <a:ext cx="80700" cy="1526144"/>
              <a:chOff x="1936935" y="1179665"/>
              <a:chExt cx="80700" cy="1526144"/>
            </a:xfrm>
          </p:grpSpPr>
          <p:sp>
            <p:nvSpPr>
              <p:cNvPr id="5538" name="Google Shape;5538;p52"/>
              <p:cNvSpPr/>
              <p:nvPr/>
            </p:nvSpPr>
            <p:spPr>
              <a:xfrm>
                <a:off x="193693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52"/>
              <p:cNvSpPr/>
              <p:nvPr/>
            </p:nvSpPr>
            <p:spPr>
              <a:xfrm>
                <a:off x="193693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52"/>
              <p:cNvSpPr/>
              <p:nvPr/>
            </p:nvSpPr>
            <p:spPr>
              <a:xfrm>
                <a:off x="193693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52"/>
              <p:cNvSpPr/>
              <p:nvPr/>
            </p:nvSpPr>
            <p:spPr>
              <a:xfrm>
                <a:off x="193693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52"/>
              <p:cNvSpPr/>
              <p:nvPr/>
            </p:nvSpPr>
            <p:spPr>
              <a:xfrm>
                <a:off x="193693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52"/>
              <p:cNvSpPr/>
              <p:nvPr/>
            </p:nvSpPr>
            <p:spPr>
              <a:xfrm>
                <a:off x="193693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52"/>
              <p:cNvSpPr/>
              <p:nvPr/>
            </p:nvSpPr>
            <p:spPr>
              <a:xfrm>
                <a:off x="193693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52"/>
              <p:cNvSpPr/>
              <p:nvPr/>
            </p:nvSpPr>
            <p:spPr>
              <a:xfrm>
                <a:off x="193693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52"/>
              <p:cNvSpPr/>
              <p:nvPr/>
            </p:nvSpPr>
            <p:spPr>
              <a:xfrm>
                <a:off x="193693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52"/>
              <p:cNvSpPr/>
              <p:nvPr/>
            </p:nvSpPr>
            <p:spPr>
              <a:xfrm>
                <a:off x="193693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48" name="Google Shape;5548;p52"/>
            <p:cNvGrpSpPr/>
            <p:nvPr/>
          </p:nvGrpSpPr>
          <p:grpSpPr>
            <a:xfrm>
              <a:off x="2110795" y="1179665"/>
              <a:ext cx="80700" cy="1526144"/>
              <a:chOff x="2110795" y="1179665"/>
              <a:chExt cx="80700" cy="1526144"/>
            </a:xfrm>
          </p:grpSpPr>
          <p:sp>
            <p:nvSpPr>
              <p:cNvPr id="5549" name="Google Shape;5549;p52"/>
              <p:cNvSpPr/>
              <p:nvPr/>
            </p:nvSpPr>
            <p:spPr>
              <a:xfrm>
                <a:off x="211079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52"/>
              <p:cNvSpPr/>
              <p:nvPr/>
            </p:nvSpPr>
            <p:spPr>
              <a:xfrm>
                <a:off x="211079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52"/>
              <p:cNvSpPr/>
              <p:nvPr/>
            </p:nvSpPr>
            <p:spPr>
              <a:xfrm>
                <a:off x="211079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52"/>
              <p:cNvSpPr/>
              <p:nvPr/>
            </p:nvSpPr>
            <p:spPr>
              <a:xfrm>
                <a:off x="211079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52"/>
              <p:cNvSpPr/>
              <p:nvPr/>
            </p:nvSpPr>
            <p:spPr>
              <a:xfrm>
                <a:off x="2110795"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52"/>
              <p:cNvSpPr/>
              <p:nvPr/>
            </p:nvSpPr>
            <p:spPr>
              <a:xfrm>
                <a:off x="211079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52"/>
              <p:cNvSpPr/>
              <p:nvPr/>
            </p:nvSpPr>
            <p:spPr>
              <a:xfrm>
                <a:off x="211079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52"/>
              <p:cNvSpPr/>
              <p:nvPr/>
            </p:nvSpPr>
            <p:spPr>
              <a:xfrm>
                <a:off x="211079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52"/>
              <p:cNvSpPr/>
              <p:nvPr/>
            </p:nvSpPr>
            <p:spPr>
              <a:xfrm>
                <a:off x="211079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52"/>
              <p:cNvSpPr/>
              <p:nvPr/>
            </p:nvSpPr>
            <p:spPr>
              <a:xfrm>
                <a:off x="211079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9" name="Google Shape;5559;p52"/>
            <p:cNvGrpSpPr/>
            <p:nvPr/>
          </p:nvGrpSpPr>
          <p:grpSpPr>
            <a:xfrm>
              <a:off x="2284655" y="1179665"/>
              <a:ext cx="80700" cy="1526144"/>
              <a:chOff x="2284655" y="1179665"/>
              <a:chExt cx="80700" cy="1526144"/>
            </a:xfrm>
          </p:grpSpPr>
          <p:sp>
            <p:nvSpPr>
              <p:cNvPr id="5560" name="Google Shape;5560;p52"/>
              <p:cNvSpPr/>
              <p:nvPr/>
            </p:nvSpPr>
            <p:spPr>
              <a:xfrm>
                <a:off x="228465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1" name="Google Shape;5561;p52"/>
              <p:cNvSpPr/>
              <p:nvPr/>
            </p:nvSpPr>
            <p:spPr>
              <a:xfrm>
                <a:off x="228465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52"/>
              <p:cNvSpPr/>
              <p:nvPr/>
            </p:nvSpPr>
            <p:spPr>
              <a:xfrm>
                <a:off x="228465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3" name="Google Shape;5563;p52"/>
              <p:cNvSpPr/>
              <p:nvPr/>
            </p:nvSpPr>
            <p:spPr>
              <a:xfrm>
                <a:off x="228465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4" name="Google Shape;5564;p52"/>
              <p:cNvSpPr/>
              <p:nvPr/>
            </p:nvSpPr>
            <p:spPr>
              <a:xfrm>
                <a:off x="228465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52"/>
              <p:cNvSpPr/>
              <p:nvPr/>
            </p:nvSpPr>
            <p:spPr>
              <a:xfrm>
                <a:off x="2284655"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52"/>
              <p:cNvSpPr/>
              <p:nvPr/>
            </p:nvSpPr>
            <p:spPr>
              <a:xfrm>
                <a:off x="228465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52"/>
              <p:cNvSpPr/>
              <p:nvPr/>
            </p:nvSpPr>
            <p:spPr>
              <a:xfrm>
                <a:off x="228465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52"/>
              <p:cNvSpPr/>
              <p:nvPr/>
            </p:nvSpPr>
            <p:spPr>
              <a:xfrm>
                <a:off x="228465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52"/>
              <p:cNvSpPr/>
              <p:nvPr/>
            </p:nvSpPr>
            <p:spPr>
              <a:xfrm>
                <a:off x="228465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70" name="Google Shape;5570;p52"/>
          <p:cNvGrpSpPr/>
          <p:nvPr/>
        </p:nvGrpSpPr>
        <p:grpSpPr>
          <a:xfrm>
            <a:off x="2623904" y="1198803"/>
            <a:ext cx="1364248" cy="1102133"/>
            <a:chOff x="2623904" y="1198803"/>
            <a:chExt cx="1364248" cy="1102133"/>
          </a:xfrm>
        </p:grpSpPr>
        <p:grpSp>
          <p:nvGrpSpPr>
            <p:cNvPr id="5571" name="Google Shape;5571;p52"/>
            <p:cNvGrpSpPr/>
            <p:nvPr/>
          </p:nvGrpSpPr>
          <p:grpSpPr>
            <a:xfrm>
              <a:off x="2623907" y="1198803"/>
              <a:ext cx="1364245" cy="273000"/>
              <a:chOff x="2623907" y="1198803"/>
              <a:chExt cx="1364245" cy="273000"/>
            </a:xfrm>
          </p:grpSpPr>
          <p:sp>
            <p:nvSpPr>
              <p:cNvPr id="5572" name="Google Shape;5572;p52"/>
              <p:cNvSpPr/>
              <p:nvPr/>
            </p:nvSpPr>
            <p:spPr>
              <a:xfrm>
                <a:off x="2623907"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3" name="Google Shape;5573;p52"/>
              <p:cNvSpPr/>
              <p:nvPr/>
            </p:nvSpPr>
            <p:spPr>
              <a:xfrm>
                <a:off x="2896718"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52"/>
              <p:cNvSpPr/>
              <p:nvPr/>
            </p:nvSpPr>
            <p:spPr>
              <a:xfrm>
                <a:off x="3169529"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52"/>
              <p:cNvSpPr/>
              <p:nvPr/>
            </p:nvSpPr>
            <p:spPr>
              <a:xfrm>
                <a:off x="3442341"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52"/>
              <p:cNvSpPr/>
              <p:nvPr/>
            </p:nvSpPr>
            <p:spPr>
              <a:xfrm>
                <a:off x="3715152" y="1198803"/>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7" name="Google Shape;5577;p52"/>
            <p:cNvGrpSpPr/>
            <p:nvPr/>
          </p:nvGrpSpPr>
          <p:grpSpPr>
            <a:xfrm>
              <a:off x="2623904" y="1476964"/>
              <a:ext cx="1364245" cy="273000"/>
              <a:chOff x="2623904" y="1476964"/>
              <a:chExt cx="1364245" cy="273000"/>
            </a:xfrm>
          </p:grpSpPr>
          <p:sp>
            <p:nvSpPr>
              <p:cNvPr id="5578" name="Google Shape;5578;p52"/>
              <p:cNvSpPr/>
              <p:nvPr/>
            </p:nvSpPr>
            <p:spPr>
              <a:xfrm>
                <a:off x="2623904"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52"/>
              <p:cNvSpPr/>
              <p:nvPr/>
            </p:nvSpPr>
            <p:spPr>
              <a:xfrm>
                <a:off x="2896716"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52"/>
              <p:cNvSpPr/>
              <p:nvPr/>
            </p:nvSpPr>
            <p:spPr>
              <a:xfrm>
                <a:off x="3169527"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52"/>
              <p:cNvSpPr/>
              <p:nvPr/>
            </p:nvSpPr>
            <p:spPr>
              <a:xfrm>
                <a:off x="3442338"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52"/>
              <p:cNvSpPr/>
              <p:nvPr/>
            </p:nvSpPr>
            <p:spPr>
              <a:xfrm>
                <a:off x="3715149"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3" name="Google Shape;5583;p52"/>
            <p:cNvGrpSpPr/>
            <p:nvPr/>
          </p:nvGrpSpPr>
          <p:grpSpPr>
            <a:xfrm>
              <a:off x="2623907" y="1749775"/>
              <a:ext cx="1364245" cy="273000"/>
              <a:chOff x="2623907" y="1749775"/>
              <a:chExt cx="1364245" cy="273000"/>
            </a:xfrm>
          </p:grpSpPr>
          <p:sp>
            <p:nvSpPr>
              <p:cNvPr id="5584" name="Google Shape;5584;p52"/>
              <p:cNvSpPr/>
              <p:nvPr/>
            </p:nvSpPr>
            <p:spPr>
              <a:xfrm>
                <a:off x="2623907"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52"/>
              <p:cNvSpPr/>
              <p:nvPr/>
            </p:nvSpPr>
            <p:spPr>
              <a:xfrm>
                <a:off x="2896718"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52"/>
              <p:cNvSpPr/>
              <p:nvPr/>
            </p:nvSpPr>
            <p:spPr>
              <a:xfrm>
                <a:off x="3169529"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52"/>
              <p:cNvSpPr/>
              <p:nvPr/>
            </p:nvSpPr>
            <p:spPr>
              <a:xfrm>
                <a:off x="3442341"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52"/>
              <p:cNvSpPr/>
              <p:nvPr/>
            </p:nvSpPr>
            <p:spPr>
              <a:xfrm>
                <a:off x="3715152"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9" name="Google Shape;5589;p52"/>
            <p:cNvGrpSpPr/>
            <p:nvPr/>
          </p:nvGrpSpPr>
          <p:grpSpPr>
            <a:xfrm>
              <a:off x="2623904" y="2027936"/>
              <a:ext cx="1364245" cy="273000"/>
              <a:chOff x="2623904" y="2027936"/>
              <a:chExt cx="1364245" cy="273000"/>
            </a:xfrm>
          </p:grpSpPr>
          <p:sp>
            <p:nvSpPr>
              <p:cNvPr id="5590" name="Google Shape;5590;p52"/>
              <p:cNvSpPr/>
              <p:nvPr/>
            </p:nvSpPr>
            <p:spPr>
              <a:xfrm>
                <a:off x="2623904"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52"/>
              <p:cNvSpPr/>
              <p:nvPr/>
            </p:nvSpPr>
            <p:spPr>
              <a:xfrm>
                <a:off x="2896716"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52"/>
              <p:cNvSpPr/>
              <p:nvPr/>
            </p:nvSpPr>
            <p:spPr>
              <a:xfrm>
                <a:off x="3169527"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52"/>
              <p:cNvSpPr/>
              <p:nvPr/>
            </p:nvSpPr>
            <p:spPr>
              <a:xfrm>
                <a:off x="3442338"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52"/>
              <p:cNvSpPr/>
              <p:nvPr/>
            </p:nvSpPr>
            <p:spPr>
              <a:xfrm>
                <a:off x="3715149"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95" name="Google Shape;5595;p52"/>
          <p:cNvGrpSpPr/>
          <p:nvPr/>
        </p:nvGrpSpPr>
        <p:grpSpPr>
          <a:xfrm>
            <a:off x="2613365" y="2657876"/>
            <a:ext cx="1387541" cy="159124"/>
            <a:chOff x="3200660" y="2180272"/>
            <a:chExt cx="2563824" cy="378237"/>
          </a:xfrm>
        </p:grpSpPr>
        <p:sp>
          <p:nvSpPr>
            <p:cNvPr id="5596" name="Google Shape;5596;p52"/>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52"/>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52"/>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52"/>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0" name="Google Shape;5600;p52"/>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52"/>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52"/>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3" name="Google Shape;5603;p52"/>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4" name="Google Shape;5604;p52"/>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52"/>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52"/>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52"/>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52"/>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9" name="Google Shape;5609;p52"/>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52"/>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52"/>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2" name="Google Shape;5612;p52"/>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52"/>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4" name="Google Shape;5614;p52"/>
          <p:cNvGrpSpPr/>
          <p:nvPr/>
        </p:nvGrpSpPr>
        <p:grpSpPr>
          <a:xfrm>
            <a:off x="2609890" y="2935640"/>
            <a:ext cx="1390502" cy="159625"/>
            <a:chOff x="3530150" y="2790075"/>
            <a:chExt cx="1962600" cy="225300"/>
          </a:xfrm>
        </p:grpSpPr>
        <p:sp>
          <p:nvSpPr>
            <p:cNvPr id="5615" name="Google Shape;5615;p52"/>
            <p:cNvSpPr/>
            <p:nvPr/>
          </p:nvSpPr>
          <p:spPr>
            <a:xfrm>
              <a:off x="3530150" y="2790075"/>
              <a:ext cx="1962600" cy="2253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52"/>
            <p:cNvSpPr/>
            <p:nvPr/>
          </p:nvSpPr>
          <p:spPr>
            <a:xfrm>
              <a:off x="3530150" y="2790075"/>
              <a:ext cx="1110000" cy="2253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7" name="Google Shape;5617;p52"/>
          <p:cNvGrpSpPr/>
          <p:nvPr/>
        </p:nvGrpSpPr>
        <p:grpSpPr>
          <a:xfrm>
            <a:off x="2609948" y="3213905"/>
            <a:ext cx="1411629" cy="154175"/>
            <a:chOff x="3558802" y="4011244"/>
            <a:chExt cx="1866000" cy="111600"/>
          </a:xfrm>
        </p:grpSpPr>
        <p:sp>
          <p:nvSpPr>
            <p:cNvPr id="5618" name="Google Shape;5618;p52"/>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52"/>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0" name="Google Shape;5620;p52"/>
          <p:cNvGrpSpPr/>
          <p:nvPr/>
        </p:nvGrpSpPr>
        <p:grpSpPr>
          <a:xfrm>
            <a:off x="2610235" y="2419475"/>
            <a:ext cx="1383503" cy="119761"/>
            <a:chOff x="3465975" y="2270258"/>
            <a:chExt cx="1986364" cy="171947"/>
          </a:xfrm>
        </p:grpSpPr>
        <p:sp>
          <p:nvSpPr>
            <p:cNvPr id="5621" name="Google Shape;5621;p52"/>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2" name="Google Shape;5622;p52"/>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3" name="Google Shape;5623;p52"/>
            <p:cNvSpPr/>
            <p:nvPr/>
          </p:nvSpPr>
          <p:spPr>
            <a:xfrm rot="-5400000">
              <a:off x="4243603"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52"/>
            <p:cNvSpPr/>
            <p:nvPr/>
          </p:nvSpPr>
          <p:spPr>
            <a:xfrm rot="-5400000">
              <a:off x="4502812"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52"/>
            <p:cNvSpPr/>
            <p:nvPr/>
          </p:nvSpPr>
          <p:spPr>
            <a:xfrm rot="-5400000">
              <a:off x="4762021"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52"/>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52"/>
            <p:cNvSpPr/>
            <p:nvPr/>
          </p:nvSpPr>
          <p:spPr>
            <a:xfrm rot="-5400000">
              <a:off x="502123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52"/>
            <p:cNvSpPr/>
            <p:nvPr/>
          </p:nvSpPr>
          <p:spPr>
            <a:xfrm rot="-5400000">
              <a:off x="528044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9" name="Google Shape;5629;p52"/>
          <p:cNvGrpSpPr/>
          <p:nvPr/>
        </p:nvGrpSpPr>
        <p:grpSpPr>
          <a:xfrm>
            <a:off x="2621243" y="3783248"/>
            <a:ext cx="1369531" cy="195460"/>
            <a:chOff x="723300" y="4253549"/>
            <a:chExt cx="2276482" cy="324900"/>
          </a:xfrm>
        </p:grpSpPr>
        <p:sp>
          <p:nvSpPr>
            <p:cNvPr id="5630" name="Google Shape;5630;p52"/>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52"/>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2" name="Google Shape;5632;p52"/>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52"/>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52"/>
            <p:cNvSpPr/>
            <p:nvPr/>
          </p:nvSpPr>
          <p:spPr>
            <a:xfrm>
              <a:off x="2658082" y="4253549"/>
              <a:ext cx="341700" cy="324900"/>
            </a:xfrm>
            <a:prstGeom prst="star5">
              <a:avLst>
                <a:gd name="adj" fmla="val 19098"/>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5" name="Google Shape;5635;p52"/>
          <p:cNvGrpSpPr/>
          <p:nvPr/>
        </p:nvGrpSpPr>
        <p:grpSpPr>
          <a:xfrm>
            <a:off x="2610803" y="3484489"/>
            <a:ext cx="1389066" cy="180119"/>
            <a:chOff x="705948" y="3788465"/>
            <a:chExt cx="2308953" cy="299400"/>
          </a:xfrm>
        </p:grpSpPr>
        <p:sp>
          <p:nvSpPr>
            <p:cNvPr id="5636" name="Google Shape;5636;p52"/>
            <p:cNvSpPr/>
            <p:nvPr/>
          </p:nvSpPr>
          <p:spPr>
            <a:xfrm>
              <a:off x="705948"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52"/>
            <p:cNvSpPr/>
            <p:nvPr/>
          </p:nvSpPr>
          <p:spPr>
            <a:xfrm>
              <a:off x="1209923"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52"/>
            <p:cNvSpPr/>
            <p:nvPr/>
          </p:nvSpPr>
          <p:spPr>
            <a:xfrm>
              <a:off x="1713905"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9" name="Google Shape;5639;p52"/>
            <p:cNvSpPr/>
            <p:nvPr/>
          </p:nvSpPr>
          <p:spPr>
            <a:xfrm>
              <a:off x="2189639"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0" name="Google Shape;5640;p52"/>
            <p:cNvSpPr/>
            <p:nvPr/>
          </p:nvSpPr>
          <p:spPr>
            <a:xfrm>
              <a:off x="2679500"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1" name="Google Shape;5641;p52"/>
          <p:cNvGrpSpPr/>
          <p:nvPr/>
        </p:nvGrpSpPr>
        <p:grpSpPr>
          <a:xfrm>
            <a:off x="4207794" y="2088443"/>
            <a:ext cx="1433821" cy="191501"/>
            <a:chOff x="4273350" y="2088443"/>
            <a:chExt cx="1433821" cy="191501"/>
          </a:xfrm>
        </p:grpSpPr>
        <p:grpSp>
          <p:nvGrpSpPr>
            <p:cNvPr id="5642" name="Google Shape;5642;p52"/>
            <p:cNvGrpSpPr/>
            <p:nvPr/>
          </p:nvGrpSpPr>
          <p:grpSpPr>
            <a:xfrm>
              <a:off x="4273350" y="2088443"/>
              <a:ext cx="1433821" cy="0"/>
              <a:chOff x="5224975" y="2962250"/>
              <a:chExt cx="1544400" cy="0"/>
            </a:xfrm>
          </p:grpSpPr>
          <p:cxnSp>
            <p:nvCxnSpPr>
              <p:cNvPr id="5643" name="Google Shape;5643;p5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5644" name="Google Shape;5644;p52"/>
              <p:cNvCxnSpPr/>
              <p:nvPr/>
            </p:nvCxnSpPr>
            <p:spPr>
              <a:xfrm>
                <a:off x="5225150" y="2962250"/>
                <a:ext cx="453300" cy="0"/>
              </a:xfrm>
              <a:prstGeom prst="straightConnector1">
                <a:avLst/>
              </a:prstGeom>
              <a:noFill/>
              <a:ln w="19050" cap="flat" cmpd="sng">
                <a:solidFill>
                  <a:srgbClr val="7994A9"/>
                </a:solidFill>
                <a:prstDash val="solid"/>
                <a:round/>
                <a:headEnd type="none" w="med" len="med"/>
                <a:tailEnd type="oval" w="med" len="med"/>
              </a:ln>
            </p:spPr>
          </p:cxnSp>
        </p:grpSp>
        <p:grpSp>
          <p:nvGrpSpPr>
            <p:cNvPr id="5645" name="Google Shape;5645;p52"/>
            <p:cNvGrpSpPr/>
            <p:nvPr/>
          </p:nvGrpSpPr>
          <p:grpSpPr>
            <a:xfrm>
              <a:off x="4273350" y="2279944"/>
              <a:ext cx="1433821" cy="0"/>
              <a:chOff x="5224975" y="2962250"/>
              <a:chExt cx="1544400" cy="0"/>
            </a:xfrm>
          </p:grpSpPr>
          <p:cxnSp>
            <p:nvCxnSpPr>
              <p:cNvPr id="5646" name="Google Shape;5646;p5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5647" name="Google Shape;5647;p52"/>
              <p:cNvCxnSpPr/>
              <p:nvPr/>
            </p:nvCxnSpPr>
            <p:spPr>
              <a:xfrm>
                <a:off x="5225150" y="2962250"/>
                <a:ext cx="998700" cy="0"/>
              </a:xfrm>
              <a:prstGeom prst="straightConnector1">
                <a:avLst/>
              </a:prstGeom>
              <a:noFill/>
              <a:ln w="19050" cap="flat" cmpd="sng">
                <a:solidFill>
                  <a:srgbClr val="7994A9"/>
                </a:solidFill>
                <a:prstDash val="solid"/>
                <a:round/>
                <a:headEnd type="none" w="med" len="med"/>
                <a:tailEnd type="oval" w="med" len="med"/>
              </a:ln>
            </p:spPr>
          </p:cxnSp>
        </p:grpSp>
      </p:grpSp>
      <p:grpSp>
        <p:nvGrpSpPr>
          <p:cNvPr id="5648" name="Google Shape;5648;p52"/>
          <p:cNvGrpSpPr/>
          <p:nvPr/>
        </p:nvGrpSpPr>
        <p:grpSpPr>
          <a:xfrm>
            <a:off x="2658741" y="4097347"/>
            <a:ext cx="1304609" cy="294074"/>
            <a:chOff x="2658741" y="4097347"/>
            <a:chExt cx="1304609" cy="294074"/>
          </a:xfrm>
        </p:grpSpPr>
        <p:grpSp>
          <p:nvGrpSpPr>
            <p:cNvPr id="5649" name="Google Shape;5649;p52"/>
            <p:cNvGrpSpPr/>
            <p:nvPr/>
          </p:nvGrpSpPr>
          <p:grpSpPr>
            <a:xfrm>
              <a:off x="2658741" y="4097347"/>
              <a:ext cx="118572" cy="294074"/>
              <a:chOff x="3343310" y="4475555"/>
              <a:chExt cx="127717" cy="316753"/>
            </a:xfrm>
          </p:grpSpPr>
          <p:sp>
            <p:nvSpPr>
              <p:cNvPr id="5650" name="Google Shape;5650;p5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5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2" name="Google Shape;5652;p52"/>
            <p:cNvGrpSpPr/>
            <p:nvPr/>
          </p:nvGrpSpPr>
          <p:grpSpPr>
            <a:xfrm>
              <a:off x="3815519" y="4098388"/>
              <a:ext cx="147831" cy="291991"/>
              <a:chOff x="3527539" y="4476677"/>
              <a:chExt cx="159232" cy="314510"/>
            </a:xfrm>
          </p:grpSpPr>
          <p:sp>
            <p:nvSpPr>
              <p:cNvPr id="5653" name="Google Shape;5653;p5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5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5" name="Google Shape;5655;p52"/>
            <p:cNvGrpSpPr/>
            <p:nvPr/>
          </p:nvGrpSpPr>
          <p:grpSpPr>
            <a:xfrm>
              <a:off x="3511696" y="4098388"/>
              <a:ext cx="147831" cy="291991"/>
              <a:chOff x="3527539" y="4476677"/>
              <a:chExt cx="159232" cy="314510"/>
            </a:xfrm>
          </p:grpSpPr>
          <p:sp>
            <p:nvSpPr>
              <p:cNvPr id="5656" name="Google Shape;5656;p5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5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8" name="Google Shape;5658;p52"/>
            <p:cNvGrpSpPr/>
            <p:nvPr/>
          </p:nvGrpSpPr>
          <p:grpSpPr>
            <a:xfrm>
              <a:off x="3207874" y="4098388"/>
              <a:ext cx="147831" cy="291991"/>
              <a:chOff x="3527539" y="4476677"/>
              <a:chExt cx="159232" cy="314510"/>
            </a:xfrm>
          </p:grpSpPr>
          <p:sp>
            <p:nvSpPr>
              <p:cNvPr id="5659" name="Google Shape;5659;p5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5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1" name="Google Shape;5661;p52"/>
            <p:cNvGrpSpPr/>
            <p:nvPr/>
          </p:nvGrpSpPr>
          <p:grpSpPr>
            <a:xfrm>
              <a:off x="2933305" y="4097347"/>
              <a:ext cx="118572" cy="294074"/>
              <a:chOff x="3343310" y="4475555"/>
              <a:chExt cx="127717" cy="316753"/>
            </a:xfrm>
          </p:grpSpPr>
          <p:sp>
            <p:nvSpPr>
              <p:cNvPr id="5662" name="Google Shape;5662;p5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3" name="Google Shape;5663;p5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64" name="Google Shape;5664;p52"/>
          <p:cNvGrpSpPr/>
          <p:nvPr/>
        </p:nvGrpSpPr>
        <p:grpSpPr>
          <a:xfrm>
            <a:off x="4209349" y="1176041"/>
            <a:ext cx="1430711" cy="751237"/>
            <a:chOff x="5159450" y="1919950"/>
            <a:chExt cx="1541050" cy="862500"/>
          </a:xfrm>
        </p:grpSpPr>
        <p:sp>
          <p:nvSpPr>
            <p:cNvPr id="5665" name="Google Shape;5665;p52"/>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txBody>
            <a:bodyPr/>
            <a:lstStyle/>
            <a:p>
              <a:endParaRPr lang="es-PE"/>
            </a:p>
          </p:txBody>
        </p:sp>
        <p:grpSp>
          <p:nvGrpSpPr>
            <p:cNvPr id="5666" name="Google Shape;5666;p52"/>
            <p:cNvGrpSpPr/>
            <p:nvPr/>
          </p:nvGrpSpPr>
          <p:grpSpPr>
            <a:xfrm>
              <a:off x="5159450" y="1919950"/>
              <a:ext cx="1541050" cy="862500"/>
              <a:chOff x="5159450" y="1919950"/>
              <a:chExt cx="1541050" cy="862500"/>
            </a:xfrm>
          </p:grpSpPr>
          <p:cxnSp>
            <p:nvCxnSpPr>
              <p:cNvPr id="5667" name="Google Shape;5667;p52"/>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5668" name="Google Shape;5668;p52"/>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5669" name="Google Shape;5669;p52"/>
          <p:cNvGrpSpPr/>
          <p:nvPr/>
        </p:nvGrpSpPr>
        <p:grpSpPr>
          <a:xfrm>
            <a:off x="4257486" y="2439811"/>
            <a:ext cx="1334436" cy="967914"/>
            <a:chOff x="4294923" y="2439811"/>
            <a:chExt cx="1334436" cy="967914"/>
          </a:xfrm>
        </p:grpSpPr>
        <p:grpSp>
          <p:nvGrpSpPr>
            <p:cNvPr id="5670" name="Google Shape;5670;p52"/>
            <p:cNvGrpSpPr/>
            <p:nvPr/>
          </p:nvGrpSpPr>
          <p:grpSpPr>
            <a:xfrm>
              <a:off x="4960455" y="2469658"/>
              <a:ext cx="668904" cy="885524"/>
              <a:chOff x="4960455" y="2469658"/>
              <a:chExt cx="668904" cy="885524"/>
            </a:xfrm>
          </p:grpSpPr>
          <p:sp>
            <p:nvSpPr>
              <p:cNvPr id="5671" name="Google Shape;5671;p52"/>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52"/>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52"/>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52"/>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52"/>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52"/>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7" name="Google Shape;5677;p52"/>
            <p:cNvGrpSpPr/>
            <p:nvPr/>
          </p:nvGrpSpPr>
          <p:grpSpPr>
            <a:xfrm>
              <a:off x="4294923" y="2469658"/>
              <a:ext cx="668951" cy="885524"/>
              <a:chOff x="4294923" y="2469658"/>
              <a:chExt cx="668951" cy="885524"/>
            </a:xfrm>
          </p:grpSpPr>
          <p:sp>
            <p:nvSpPr>
              <p:cNvPr id="5678" name="Google Shape;5678;p52"/>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52"/>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52"/>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52"/>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52"/>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52"/>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84" name="Google Shape;5684;p52"/>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85" name="Google Shape;5685;p52"/>
          <p:cNvGrpSpPr/>
          <p:nvPr/>
        </p:nvGrpSpPr>
        <p:grpSpPr>
          <a:xfrm>
            <a:off x="4243690" y="3494256"/>
            <a:ext cx="1430949" cy="897289"/>
            <a:chOff x="4351371" y="3547942"/>
            <a:chExt cx="1345130" cy="843475"/>
          </a:xfrm>
        </p:grpSpPr>
        <p:grpSp>
          <p:nvGrpSpPr>
            <p:cNvPr id="5686" name="Google Shape;5686;p52"/>
            <p:cNvGrpSpPr/>
            <p:nvPr/>
          </p:nvGrpSpPr>
          <p:grpSpPr>
            <a:xfrm>
              <a:off x="4351371" y="4209917"/>
              <a:ext cx="1345130" cy="181500"/>
              <a:chOff x="4351371" y="4209917"/>
              <a:chExt cx="1345130" cy="181500"/>
            </a:xfrm>
          </p:grpSpPr>
          <p:sp>
            <p:nvSpPr>
              <p:cNvPr id="5687" name="Google Shape;5687;p52"/>
              <p:cNvSpPr/>
              <p:nvPr/>
            </p:nvSpPr>
            <p:spPr>
              <a:xfrm rot="10800000">
                <a:off x="4351371" y="4209917"/>
                <a:ext cx="1281600" cy="181500"/>
              </a:xfrm>
              <a:prstGeom prst="rect">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88" name="Google Shape;5688;p52"/>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5689" name="Google Shape;5689;p52"/>
            <p:cNvGrpSpPr/>
            <p:nvPr/>
          </p:nvGrpSpPr>
          <p:grpSpPr>
            <a:xfrm>
              <a:off x="4403010" y="3985221"/>
              <a:ext cx="1109518" cy="181500"/>
              <a:chOff x="4403010" y="3985221"/>
              <a:chExt cx="1109518" cy="181500"/>
            </a:xfrm>
          </p:grpSpPr>
          <p:sp>
            <p:nvSpPr>
              <p:cNvPr id="5690" name="Google Shape;5690;p52"/>
              <p:cNvSpPr/>
              <p:nvPr/>
            </p:nvSpPr>
            <p:spPr>
              <a:xfrm rot="10800000">
                <a:off x="4471829" y="3985221"/>
                <a:ext cx="1040700" cy="1815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91" name="Google Shape;5691;p52"/>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5692" name="Google Shape;5692;p52"/>
            <p:cNvGrpSpPr/>
            <p:nvPr/>
          </p:nvGrpSpPr>
          <p:grpSpPr>
            <a:xfrm>
              <a:off x="4618704" y="3766582"/>
              <a:ext cx="807858" cy="181500"/>
              <a:chOff x="4618704" y="3766582"/>
              <a:chExt cx="807858" cy="181500"/>
            </a:xfrm>
          </p:grpSpPr>
          <p:sp>
            <p:nvSpPr>
              <p:cNvPr id="5693" name="Google Shape;5693;p52"/>
              <p:cNvSpPr/>
              <p:nvPr/>
            </p:nvSpPr>
            <p:spPr>
              <a:xfrm rot="10800000">
                <a:off x="4618704" y="3766582"/>
                <a:ext cx="747000" cy="181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94" name="Google Shape;5694;p52"/>
              <p:cNvCxnSpPr/>
              <p:nvPr/>
            </p:nvCxnSpPr>
            <p:spPr>
              <a:xfrm>
                <a:off x="5281062" y="3855291"/>
                <a:ext cx="145500" cy="0"/>
              </a:xfrm>
              <a:prstGeom prst="straightConnector1">
                <a:avLst/>
              </a:prstGeom>
              <a:noFill/>
              <a:ln w="28575" cap="flat" cmpd="sng">
                <a:solidFill>
                  <a:srgbClr val="869FB2"/>
                </a:solidFill>
                <a:prstDash val="solid"/>
                <a:round/>
                <a:headEnd type="none" w="med" len="med"/>
                <a:tailEnd type="none" w="med" len="med"/>
              </a:ln>
            </p:spPr>
          </p:cxnSp>
        </p:grpSp>
        <p:grpSp>
          <p:nvGrpSpPr>
            <p:cNvPr id="5695" name="Google Shape;5695;p52"/>
            <p:cNvGrpSpPr/>
            <p:nvPr/>
          </p:nvGrpSpPr>
          <p:grpSpPr>
            <a:xfrm>
              <a:off x="4735238" y="3547942"/>
              <a:ext cx="462839" cy="181500"/>
              <a:chOff x="4735238" y="3547942"/>
              <a:chExt cx="462839" cy="181500"/>
            </a:xfrm>
          </p:grpSpPr>
          <p:sp>
            <p:nvSpPr>
              <p:cNvPr id="5696" name="Google Shape;5696;p52"/>
              <p:cNvSpPr/>
              <p:nvPr/>
            </p:nvSpPr>
            <p:spPr>
              <a:xfrm rot="10800000">
                <a:off x="4786477" y="3547942"/>
                <a:ext cx="411600" cy="181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97" name="Google Shape;5697;p52"/>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grpSp>
        <p:nvGrpSpPr>
          <p:cNvPr id="5698" name="Google Shape;5698;p52"/>
          <p:cNvGrpSpPr/>
          <p:nvPr/>
        </p:nvGrpSpPr>
        <p:grpSpPr>
          <a:xfrm>
            <a:off x="7420047" y="2429580"/>
            <a:ext cx="1020955" cy="928853"/>
            <a:chOff x="926675" y="238125"/>
            <a:chExt cx="5755100" cy="5232975"/>
          </a:xfrm>
        </p:grpSpPr>
        <p:sp>
          <p:nvSpPr>
            <p:cNvPr id="5699" name="Google Shape;5699;p52"/>
            <p:cNvSpPr/>
            <p:nvPr/>
          </p:nvSpPr>
          <p:spPr>
            <a:xfrm>
              <a:off x="2235475" y="2161100"/>
              <a:ext cx="3138650" cy="1012350"/>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52"/>
            <p:cNvSpPr/>
            <p:nvPr/>
          </p:nvSpPr>
          <p:spPr>
            <a:xfrm>
              <a:off x="2825775" y="238125"/>
              <a:ext cx="1961900" cy="1850225"/>
            </a:xfrm>
            <a:custGeom>
              <a:avLst/>
              <a:gdLst/>
              <a:ahLst/>
              <a:cxnLst/>
              <a:rect l="l" t="t" r="r" b="b"/>
              <a:pathLst>
                <a:path w="78476" h="74009" extrusionOk="0">
                  <a:moveTo>
                    <a:pt x="39246" y="0"/>
                  </a:moveTo>
                  <a:lnTo>
                    <a:pt x="1" y="74009"/>
                  </a:lnTo>
                  <a:lnTo>
                    <a:pt x="78476" y="74009"/>
                  </a:lnTo>
                  <a:lnTo>
                    <a:pt x="3924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1" name="Google Shape;5701;p52"/>
            <p:cNvSpPr/>
            <p:nvPr/>
          </p:nvSpPr>
          <p:spPr>
            <a:xfrm>
              <a:off x="926675" y="4357100"/>
              <a:ext cx="5755100" cy="1114000"/>
            </a:xfrm>
            <a:custGeom>
              <a:avLst/>
              <a:gdLst/>
              <a:ahLst/>
              <a:cxnLst/>
              <a:rect l="l" t="t" r="r" b="b"/>
              <a:pathLst>
                <a:path w="230204" h="44560" extrusionOk="0">
                  <a:moveTo>
                    <a:pt x="25737" y="1"/>
                  </a:moveTo>
                  <a:lnTo>
                    <a:pt x="0" y="44560"/>
                  </a:lnTo>
                  <a:lnTo>
                    <a:pt x="230204" y="44560"/>
                  </a:lnTo>
                  <a:lnTo>
                    <a:pt x="20446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52"/>
            <p:cNvSpPr/>
            <p:nvPr/>
          </p:nvSpPr>
          <p:spPr>
            <a:xfrm>
              <a:off x="1621700" y="3256600"/>
              <a:ext cx="4370050" cy="1006950"/>
            </a:xfrm>
            <a:custGeom>
              <a:avLst/>
              <a:gdLst/>
              <a:ahLst/>
              <a:cxnLst/>
              <a:rect l="l" t="t" r="r" b="b"/>
              <a:pathLst>
                <a:path w="174802" h="40278" extrusionOk="0">
                  <a:moveTo>
                    <a:pt x="22750" y="1"/>
                  </a:moveTo>
                  <a:lnTo>
                    <a:pt x="0" y="40278"/>
                  </a:lnTo>
                  <a:lnTo>
                    <a:pt x="174802" y="40278"/>
                  </a:lnTo>
                  <a:lnTo>
                    <a:pt x="15205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3" name="Google Shape;5703;p52"/>
          <p:cNvGrpSpPr/>
          <p:nvPr/>
        </p:nvGrpSpPr>
        <p:grpSpPr>
          <a:xfrm>
            <a:off x="727421" y="2828315"/>
            <a:ext cx="1695374" cy="1560837"/>
            <a:chOff x="727421" y="2828315"/>
            <a:chExt cx="1695374" cy="1560837"/>
          </a:xfrm>
        </p:grpSpPr>
        <p:grpSp>
          <p:nvGrpSpPr>
            <p:cNvPr id="5704" name="Google Shape;5704;p52"/>
            <p:cNvGrpSpPr/>
            <p:nvPr/>
          </p:nvGrpSpPr>
          <p:grpSpPr>
            <a:xfrm>
              <a:off x="727421" y="2828315"/>
              <a:ext cx="1695374" cy="1560837"/>
              <a:chOff x="734799" y="2782450"/>
              <a:chExt cx="1571100" cy="1577400"/>
            </a:xfrm>
          </p:grpSpPr>
          <p:cxnSp>
            <p:nvCxnSpPr>
              <p:cNvPr id="5705" name="Google Shape;5705;p52"/>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5706" name="Google Shape;5706;p52"/>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5707" name="Google Shape;5707;p52"/>
            <p:cNvGrpSpPr/>
            <p:nvPr/>
          </p:nvGrpSpPr>
          <p:grpSpPr>
            <a:xfrm>
              <a:off x="819108" y="2882501"/>
              <a:ext cx="1556791" cy="1426186"/>
              <a:chOff x="819108" y="2882501"/>
              <a:chExt cx="1556791" cy="1426186"/>
            </a:xfrm>
          </p:grpSpPr>
          <p:grpSp>
            <p:nvGrpSpPr>
              <p:cNvPr id="5708" name="Google Shape;5708;p52"/>
              <p:cNvGrpSpPr/>
              <p:nvPr/>
            </p:nvGrpSpPr>
            <p:grpSpPr>
              <a:xfrm>
                <a:off x="819108" y="2882501"/>
                <a:ext cx="103104" cy="1426186"/>
                <a:chOff x="4674013" y="3100904"/>
                <a:chExt cx="122758" cy="1698043"/>
              </a:xfrm>
            </p:grpSpPr>
            <p:sp>
              <p:nvSpPr>
                <p:cNvPr id="5709" name="Google Shape;5709;p52"/>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52"/>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1" name="Google Shape;5711;p52"/>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52"/>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52"/>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52"/>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52"/>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6" name="Google Shape;5716;p52"/>
              <p:cNvGrpSpPr/>
              <p:nvPr/>
            </p:nvGrpSpPr>
            <p:grpSpPr>
              <a:xfrm>
                <a:off x="1062475" y="2882501"/>
                <a:ext cx="103104" cy="1426186"/>
                <a:chOff x="4940438" y="3100904"/>
                <a:chExt cx="122758" cy="1698043"/>
              </a:xfrm>
            </p:grpSpPr>
            <p:sp>
              <p:nvSpPr>
                <p:cNvPr id="5717" name="Google Shape;5717;p52"/>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52"/>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52"/>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52"/>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52"/>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52"/>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3" name="Google Shape;5723;p52"/>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4" name="Google Shape;5724;p52"/>
              <p:cNvGrpSpPr/>
              <p:nvPr/>
            </p:nvGrpSpPr>
            <p:grpSpPr>
              <a:xfrm>
                <a:off x="1299324" y="2882501"/>
                <a:ext cx="103104" cy="1426186"/>
                <a:chOff x="5206863" y="3100904"/>
                <a:chExt cx="122758" cy="1698043"/>
              </a:xfrm>
            </p:grpSpPr>
            <p:sp>
              <p:nvSpPr>
                <p:cNvPr id="5725" name="Google Shape;5725;p5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5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7" name="Google Shape;5727;p5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8" name="Google Shape;5728;p5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5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5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5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2" name="Google Shape;5732;p52"/>
              <p:cNvGrpSpPr/>
              <p:nvPr/>
            </p:nvGrpSpPr>
            <p:grpSpPr>
              <a:xfrm>
                <a:off x="1786057" y="2882501"/>
                <a:ext cx="103104" cy="1426186"/>
                <a:chOff x="6006138" y="3143629"/>
                <a:chExt cx="122758" cy="1698043"/>
              </a:xfrm>
            </p:grpSpPr>
            <p:sp>
              <p:nvSpPr>
                <p:cNvPr id="5733" name="Google Shape;5733;p5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5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5" name="Google Shape;5735;p5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6" name="Google Shape;5736;p5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5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5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5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0" name="Google Shape;5740;p52"/>
              <p:cNvGrpSpPr/>
              <p:nvPr/>
            </p:nvGrpSpPr>
            <p:grpSpPr>
              <a:xfrm>
                <a:off x="2029422" y="2882501"/>
                <a:ext cx="103104" cy="1426186"/>
                <a:chOff x="6805413" y="3100904"/>
                <a:chExt cx="122758" cy="1698043"/>
              </a:xfrm>
            </p:grpSpPr>
            <p:sp>
              <p:nvSpPr>
                <p:cNvPr id="5741" name="Google Shape;5741;p52"/>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52"/>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52"/>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52"/>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52"/>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52"/>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52"/>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8" name="Google Shape;5748;p52"/>
              <p:cNvGrpSpPr/>
              <p:nvPr/>
            </p:nvGrpSpPr>
            <p:grpSpPr>
              <a:xfrm>
                <a:off x="2272795" y="2882501"/>
                <a:ext cx="103104" cy="1426186"/>
                <a:chOff x="5206863" y="3100904"/>
                <a:chExt cx="122758" cy="1698043"/>
              </a:xfrm>
            </p:grpSpPr>
            <p:sp>
              <p:nvSpPr>
                <p:cNvPr id="5749" name="Google Shape;5749;p5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5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5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5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5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4" name="Google Shape;5754;p5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5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6" name="Google Shape;5756;p52"/>
              <p:cNvGrpSpPr/>
              <p:nvPr/>
            </p:nvGrpSpPr>
            <p:grpSpPr>
              <a:xfrm>
                <a:off x="1542694" y="2882501"/>
                <a:ext cx="103104" cy="1426186"/>
                <a:chOff x="6006138" y="3143629"/>
                <a:chExt cx="122758" cy="1698043"/>
              </a:xfrm>
            </p:grpSpPr>
            <p:sp>
              <p:nvSpPr>
                <p:cNvPr id="5757" name="Google Shape;5757;p5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5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5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0" name="Google Shape;5760;p5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1" name="Google Shape;5761;p5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5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3" name="Google Shape;5763;p5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764" name="Google Shape;5764;p52"/>
          <p:cNvGrpSpPr/>
          <p:nvPr/>
        </p:nvGrpSpPr>
        <p:grpSpPr>
          <a:xfrm>
            <a:off x="5683472" y="3518037"/>
            <a:ext cx="2749952" cy="870677"/>
            <a:chOff x="238125" y="1725700"/>
            <a:chExt cx="7139025" cy="2260325"/>
          </a:xfrm>
        </p:grpSpPr>
        <p:sp>
          <p:nvSpPr>
            <p:cNvPr id="5765" name="Google Shape;5765;p52"/>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6" name="Google Shape;5766;p52"/>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7" name="Google Shape;5767;p52"/>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8" name="Google Shape;5768;p52"/>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52"/>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52"/>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52"/>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2" name="Google Shape;5772;p52"/>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52"/>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52"/>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5" name="Google Shape;5775;p52"/>
          <p:cNvGrpSpPr/>
          <p:nvPr/>
        </p:nvGrpSpPr>
        <p:grpSpPr>
          <a:xfrm>
            <a:off x="5953636" y="2459783"/>
            <a:ext cx="1105452" cy="916747"/>
            <a:chOff x="5249100" y="1210600"/>
            <a:chExt cx="3502700" cy="2904775"/>
          </a:xfrm>
        </p:grpSpPr>
        <p:sp>
          <p:nvSpPr>
            <p:cNvPr id="5776" name="Google Shape;5776;p52"/>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52"/>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52"/>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9" name="Google Shape;5779;p52"/>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80" name="Google Shape;5780;p52"/>
            <p:cNvCxnSpPr/>
            <p:nvPr/>
          </p:nvCxnSpPr>
          <p:spPr>
            <a:xfrm>
              <a:off x="5249100" y="2382654"/>
              <a:ext cx="922800" cy="0"/>
            </a:xfrm>
            <a:prstGeom prst="straightConnector1">
              <a:avLst/>
            </a:prstGeom>
            <a:noFill/>
            <a:ln w="19050" cap="flat" cmpd="sng">
              <a:solidFill>
                <a:srgbClr val="869FB2"/>
              </a:solidFill>
              <a:prstDash val="solid"/>
              <a:round/>
              <a:headEnd type="oval" w="med" len="med"/>
              <a:tailEnd type="none" w="med" len="med"/>
            </a:ln>
          </p:spPr>
        </p:cxnSp>
        <p:cxnSp>
          <p:nvCxnSpPr>
            <p:cNvPr id="5781" name="Google Shape;5781;p52"/>
            <p:cNvCxnSpPr/>
            <p:nvPr/>
          </p:nvCxnSpPr>
          <p:spPr>
            <a:xfrm rot="10800000">
              <a:off x="8178522" y="1765431"/>
              <a:ext cx="559200" cy="0"/>
            </a:xfrm>
            <a:prstGeom prst="straightConnector1">
              <a:avLst/>
            </a:prstGeom>
            <a:noFill/>
            <a:ln w="19050" cap="flat" cmpd="sng">
              <a:solidFill>
                <a:srgbClr val="BAC8D3"/>
              </a:solidFill>
              <a:prstDash val="solid"/>
              <a:round/>
              <a:headEnd type="oval" w="med" len="med"/>
              <a:tailEnd type="none" w="med" len="med"/>
            </a:ln>
          </p:spPr>
        </p:cxnSp>
        <p:cxnSp>
          <p:nvCxnSpPr>
            <p:cNvPr id="5782" name="Google Shape;5782;p52"/>
            <p:cNvCxnSpPr/>
            <p:nvPr/>
          </p:nvCxnSpPr>
          <p:spPr>
            <a:xfrm rot="10800000">
              <a:off x="7467500" y="2943528"/>
              <a:ext cx="1284300" cy="0"/>
            </a:xfrm>
            <a:prstGeom prst="straightConnector1">
              <a:avLst/>
            </a:prstGeom>
            <a:noFill/>
            <a:ln w="19050" cap="flat" cmpd="sng">
              <a:solidFill>
                <a:srgbClr val="5F7D95"/>
              </a:solidFill>
              <a:prstDash val="solid"/>
              <a:round/>
              <a:headEnd type="oval" w="med" len="med"/>
              <a:tailEnd type="none" w="med" len="med"/>
            </a:ln>
          </p:spPr>
        </p:cxnSp>
        <p:cxnSp>
          <p:nvCxnSpPr>
            <p:cNvPr id="5783" name="Google Shape;5783;p52"/>
            <p:cNvCxnSpPr/>
            <p:nvPr/>
          </p:nvCxnSpPr>
          <p:spPr>
            <a:xfrm>
              <a:off x="5787288" y="3630350"/>
              <a:ext cx="922800" cy="0"/>
            </a:xfrm>
            <a:prstGeom prst="straightConnector1">
              <a:avLst/>
            </a:prstGeom>
            <a:noFill/>
            <a:ln w="19050" cap="flat" cmpd="sng">
              <a:solidFill>
                <a:srgbClr val="435D74"/>
              </a:solidFill>
              <a:prstDash val="solid"/>
              <a:round/>
              <a:headEnd type="oval" w="med" len="med"/>
              <a:tailEnd type="none" w="med" len="med"/>
            </a:ln>
          </p:spPr>
        </p:cxnSp>
        <p:sp>
          <p:nvSpPr>
            <p:cNvPr id="5784" name="Google Shape;5784;p52"/>
            <p:cNvSpPr/>
            <p:nvPr/>
          </p:nvSpPr>
          <p:spPr>
            <a:xfrm>
              <a:off x="6601902" y="3690575"/>
              <a:ext cx="566400" cy="424800"/>
            </a:xfrm>
            <a:prstGeom prst="downArrow">
              <a:avLst>
                <a:gd name="adj1" fmla="val 50000"/>
                <a:gd name="adj2" fmla="val 50000"/>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5" name="Google Shape;5785;p52"/>
          <p:cNvGrpSpPr/>
          <p:nvPr/>
        </p:nvGrpSpPr>
        <p:grpSpPr>
          <a:xfrm>
            <a:off x="7136183" y="1179201"/>
            <a:ext cx="1304650" cy="1124856"/>
            <a:chOff x="7287122" y="1165658"/>
            <a:chExt cx="1219413" cy="1051365"/>
          </a:xfrm>
        </p:grpSpPr>
        <p:grpSp>
          <p:nvGrpSpPr>
            <p:cNvPr id="5786" name="Google Shape;5786;p52"/>
            <p:cNvGrpSpPr/>
            <p:nvPr/>
          </p:nvGrpSpPr>
          <p:grpSpPr>
            <a:xfrm>
              <a:off x="7287122" y="1969723"/>
              <a:ext cx="1219413" cy="247300"/>
              <a:chOff x="7287122" y="1969723"/>
              <a:chExt cx="1219413" cy="247300"/>
            </a:xfrm>
          </p:grpSpPr>
          <p:sp>
            <p:nvSpPr>
              <p:cNvPr id="5787" name="Google Shape;5787;p52"/>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8" name="Google Shape;5788;p52"/>
              <p:cNvGrpSpPr/>
              <p:nvPr/>
            </p:nvGrpSpPr>
            <p:grpSpPr>
              <a:xfrm>
                <a:off x="7287122" y="2063892"/>
                <a:ext cx="1151753" cy="73428"/>
                <a:chOff x="7287122" y="2063892"/>
                <a:chExt cx="1151753" cy="73428"/>
              </a:xfrm>
            </p:grpSpPr>
            <p:sp>
              <p:nvSpPr>
                <p:cNvPr id="5789" name="Google Shape;5789;p52"/>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90" name="Google Shape;5790;p52"/>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5791" name="Google Shape;5791;p52"/>
            <p:cNvGrpSpPr/>
            <p:nvPr/>
          </p:nvGrpSpPr>
          <p:grpSpPr>
            <a:xfrm>
              <a:off x="7287122" y="1712201"/>
              <a:ext cx="1219403" cy="246767"/>
              <a:chOff x="7287122" y="1712201"/>
              <a:chExt cx="1219403" cy="246767"/>
            </a:xfrm>
          </p:grpSpPr>
          <p:sp>
            <p:nvSpPr>
              <p:cNvPr id="5792" name="Google Shape;5792;p52"/>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3" name="Google Shape;5793;p52"/>
              <p:cNvGrpSpPr/>
              <p:nvPr/>
            </p:nvGrpSpPr>
            <p:grpSpPr>
              <a:xfrm>
                <a:off x="7287122" y="1842861"/>
                <a:ext cx="1005303" cy="73419"/>
                <a:chOff x="7287122" y="1842861"/>
                <a:chExt cx="1005303" cy="73419"/>
              </a:xfrm>
            </p:grpSpPr>
            <p:sp>
              <p:nvSpPr>
                <p:cNvPr id="5794" name="Google Shape;5794;p52"/>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95" name="Google Shape;5795;p52"/>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5796" name="Google Shape;5796;p52"/>
            <p:cNvGrpSpPr/>
            <p:nvPr/>
          </p:nvGrpSpPr>
          <p:grpSpPr>
            <a:xfrm>
              <a:off x="7287122" y="1447520"/>
              <a:ext cx="1219403" cy="286667"/>
              <a:chOff x="7287122" y="1447520"/>
              <a:chExt cx="1219403" cy="286667"/>
            </a:xfrm>
          </p:grpSpPr>
          <p:sp>
            <p:nvSpPr>
              <p:cNvPr id="5797" name="Google Shape;5797;p52"/>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8" name="Google Shape;5798;p52"/>
              <p:cNvGrpSpPr/>
              <p:nvPr/>
            </p:nvGrpSpPr>
            <p:grpSpPr>
              <a:xfrm>
                <a:off x="7287122" y="1581977"/>
                <a:ext cx="852803" cy="73428"/>
                <a:chOff x="7287122" y="1581977"/>
                <a:chExt cx="852803" cy="73428"/>
              </a:xfrm>
            </p:grpSpPr>
            <p:sp>
              <p:nvSpPr>
                <p:cNvPr id="5799" name="Google Shape;5799;p52"/>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00" name="Google Shape;5800;p52"/>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5801" name="Google Shape;5801;p52"/>
            <p:cNvGrpSpPr/>
            <p:nvPr/>
          </p:nvGrpSpPr>
          <p:grpSpPr>
            <a:xfrm>
              <a:off x="7287122" y="1165658"/>
              <a:ext cx="1219403" cy="344253"/>
              <a:chOff x="7287122" y="1165658"/>
              <a:chExt cx="1219403" cy="344253"/>
            </a:xfrm>
          </p:grpSpPr>
          <p:sp>
            <p:nvSpPr>
              <p:cNvPr id="5802" name="Google Shape;5802;p52"/>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03" name="Google Shape;5803;p52"/>
              <p:cNvGrpSpPr/>
              <p:nvPr/>
            </p:nvGrpSpPr>
            <p:grpSpPr>
              <a:xfrm>
                <a:off x="7287122" y="1341025"/>
                <a:ext cx="695703" cy="73419"/>
                <a:chOff x="7287122" y="1341025"/>
                <a:chExt cx="695703" cy="73419"/>
              </a:xfrm>
            </p:grpSpPr>
            <p:sp>
              <p:nvSpPr>
                <p:cNvPr id="5804" name="Google Shape;5804;p52"/>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05" name="Google Shape;5805;p52"/>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grpSp>
        <p:nvGrpSpPr>
          <p:cNvPr id="5806" name="Google Shape;5806;p52"/>
          <p:cNvGrpSpPr/>
          <p:nvPr/>
        </p:nvGrpSpPr>
        <p:grpSpPr>
          <a:xfrm>
            <a:off x="5802676" y="1185224"/>
            <a:ext cx="1397729" cy="1098540"/>
            <a:chOff x="5900602" y="1193063"/>
            <a:chExt cx="1299851" cy="1021707"/>
          </a:xfrm>
        </p:grpSpPr>
        <p:grpSp>
          <p:nvGrpSpPr>
            <p:cNvPr id="5807" name="Google Shape;5807;p52"/>
            <p:cNvGrpSpPr/>
            <p:nvPr/>
          </p:nvGrpSpPr>
          <p:grpSpPr>
            <a:xfrm>
              <a:off x="6520337" y="1193063"/>
              <a:ext cx="341815" cy="799959"/>
              <a:chOff x="6520337" y="1193063"/>
              <a:chExt cx="341815" cy="799959"/>
            </a:xfrm>
          </p:grpSpPr>
          <p:grpSp>
            <p:nvGrpSpPr>
              <p:cNvPr id="5808" name="Google Shape;5808;p52"/>
              <p:cNvGrpSpPr/>
              <p:nvPr/>
            </p:nvGrpSpPr>
            <p:grpSpPr>
              <a:xfrm>
                <a:off x="6520337" y="1589527"/>
                <a:ext cx="213950" cy="403494"/>
                <a:chOff x="6520337" y="1589527"/>
                <a:chExt cx="213950" cy="403494"/>
              </a:xfrm>
            </p:grpSpPr>
            <p:sp>
              <p:nvSpPr>
                <p:cNvPr id="5809" name="Google Shape;5809;p52"/>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0" name="Google Shape;5810;p52"/>
                <p:cNvSpPr/>
                <p:nvPr/>
              </p:nvSpPr>
              <p:spPr>
                <a:xfrm rot="-5400000">
                  <a:off x="6529204" y="178793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1" name="Google Shape;5811;p52"/>
              <p:cNvGrpSpPr/>
              <p:nvPr/>
            </p:nvGrpSpPr>
            <p:grpSpPr>
              <a:xfrm>
                <a:off x="6577204" y="1193063"/>
                <a:ext cx="284947" cy="464512"/>
                <a:chOff x="6577204" y="1193063"/>
                <a:chExt cx="284947" cy="464512"/>
              </a:xfrm>
            </p:grpSpPr>
            <p:sp>
              <p:nvSpPr>
                <p:cNvPr id="5812" name="Google Shape;5812;p52"/>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13" name="Google Shape;5813;p52"/>
                <p:cNvCxnSpPr/>
                <p:nvPr/>
              </p:nvCxnSpPr>
              <p:spPr>
                <a:xfrm rot="10800000">
                  <a:off x="6677825" y="1279575"/>
                  <a:ext cx="0" cy="378000"/>
                </a:xfrm>
                <a:prstGeom prst="straightConnector1">
                  <a:avLst/>
                </a:prstGeom>
                <a:noFill/>
                <a:ln w="9525" cap="flat" cmpd="sng">
                  <a:solidFill>
                    <a:srgbClr val="A5B7C6"/>
                  </a:solidFill>
                  <a:prstDash val="solid"/>
                  <a:round/>
                  <a:headEnd type="none" w="med" len="med"/>
                  <a:tailEnd type="oval" w="med" len="med"/>
                </a:ln>
              </p:spPr>
            </p:cxnSp>
          </p:grpSp>
        </p:grpSp>
        <p:grpSp>
          <p:nvGrpSpPr>
            <p:cNvPr id="5814" name="Google Shape;5814;p52"/>
            <p:cNvGrpSpPr/>
            <p:nvPr/>
          </p:nvGrpSpPr>
          <p:grpSpPr>
            <a:xfrm>
              <a:off x="6238903" y="1193063"/>
              <a:ext cx="300475" cy="900152"/>
              <a:chOff x="6238903" y="1193063"/>
              <a:chExt cx="300475" cy="900152"/>
            </a:xfrm>
          </p:grpSpPr>
          <p:grpSp>
            <p:nvGrpSpPr>
              <p:cNvPr id="5815" name="Google Shape;5815;p52"/>
              <p:cNvGrpSpPr/>
              <p:nvPr/>
            </p:nvGrpSpPr>
            <p:grpSpPr>
              <a:xfrm>
                <a:off x="6290865" y="1489315"/>
                <a:ext cx="248514" cy="603900"/>
                <a:chOff x="6290865" y="1489315"/>
                <a:chExt cx="248514" cy="603900"/>
              </a:xfrm>
            </p:grpSpPr>
            <p:sp>
              <p:nvSpPr>
                <p:cNvPr id="5816" name="Google Shape;5816;p52"/>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52"/>
                <p:cNvSpPr/>
                <p:nvPr/>
              </p:nvSpPr>
              <p:spPr>
                <a:xfrm rot="-5400000">
                  <a:off x="6266916" y="1820752"/>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8" name="Google Shape;5818;p52"/>
              <p:cNvGrpSpPr/>
              <p:nvPr/>
            </p:nvGrpSpPr>
            <p:grpSpPr>
              <a:xfrm>
                <a:off x="6238903" y="1193063"/>
                <a:ext cx="284947" cy="333087"/>
                <a:chOff x="6238903" y="1193063"/>
                <a:chExt cx="284947" cy="333087"/>
              </a:xfrm>
            </p:grpSpPr>
            <p:sp>
              <p:nvSpPr>
                <p:cNvPr id="5819" name="Google Shape;5819;p52"/>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20" name="Google Shape;5820;p52"/>
                <p:cNvCxnSpPr/>
                <p:nvPr/>
              </p:nvCxnSpPr>
              <p:spPr>
                <a:xfrm rot="10800000">
                  <a:off x="6431250" y="1279250"/>
                  <a:ext cx="0" cy="246900"/>
                </a:xfrm>
                <a:prstGeom prst="straightConnector1">
                  <a:avLst/>
                </a:prstGeom>
                <a:noFill/>
                <a:ln w="9525" cap="flat" cmpd="sng">
                  <a:solidFill>
                    <a:srgbClr val="869FB2"/>
                  </a:solidFill>
                  <a:prstDash val="solid"/>
                  <a:round/>
                  <a:headEnd type="none" w="med" len="med"/>
                  <a:tailEnd type="oval" w="med" len="med"/>
                </a:ln>
              </p:spPr>
            </p:cxnSp>
          </p:grpSp>
        </p:grpSp>
        <p:grpSp>
          <p:nvGrpSpPr>
            <p:cNvPr id="5821" name="Google Shape;5821;p52"/>
            <p:cNvGrpSpPr/>
            <p:nvPr/>
          </p:nvGrpSpPr>
          <p:grpSpPr>
            <a:xfrm>
              <a:off x="5900602" y="1193063"/>
              <a:ext cx="444345" cy="1021707"/>
              <a:chOff x="5900602" y="1193063"/>
              <a:chExt cx="444345" cy="1021707"/>
            </a:xfrm>
          </p:grpSpPr>
          <p:grpSp>
            <p:nvGrpSpPr>
              <p:cNvPr id="5822" name="Google Shape;5822;p52"/>
              <p:cNvGrpSpPr/>
              <p:nvPr/>
            </p:nvGrpSpPr>
            <p:grpSpPr>
              <a:xfrm>
                <a:off x="6046501" y="1367785"/>
                <a:ext cx="298446" cy="846986"/>
                <a:chOff x="6046501" y="1367785"/>
                <a:chExt cx="298446" cy="846986"/>
              </a:xfrm>
            </p:grpSpPr>
            <p:sp>
              <p:nvSpPr>
                <p:cNvPr id="5823" name="Google Shape;5823;p52"/>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52"/>
                <p:cNvSpPr/>
                <p:nvPr/>
              </p:nvSpPr>
              <p:spPr>
                <a:xfrm rot="-5400000">
                  <a:off x="5986745" y="185656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5" name="Google Shape;5825;p52"/>
              <p:cNvGrpSpPr/>
              <p:nvPr/>
            </p:nvGrpSpPr>
            <p:grpSpPr>
              <a:xfrm>
                <a:off x="5900602" y="1193063"/>
                <a:ext cx="284947" cy="182312"/>
                <a:chOff x="5900602" y="1193063"/>
                <a:chExt cx="284947" cy="182312"/>
              </a:xfrm>
            </p:grpSpPr>
            <p:sp>
              <p:nvSpPr>
                <p:cNvPr id="5826" name="Google Shape;5826;p52"/>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27" name="Google Shape;5827;p52"/>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nvGrpSpPr>
            <p:cNvPr id="5828" name="Google Shape;5828;p52"/>
            <p:cNvGrpSpPr/>
            <p:nvPr/>
          </p:nvGrpSpPr>
          <p:grpSpPr>
            <a:xfrm>
              <a:off x="6738300" y="1193063"/>
              <a:ext cx="462153" cy="707634"/>
              <a:chOff x="6738300" y="1193063"/>
              <a:chExt cx="462153" cy="707634"/>
            </a:xfrm>
          </p:grpSpPr>
          <p:grpSp>
            <p:nvGrpSpPr>
              <p:cNvPr id="5829" name="Google Shape;5829;p52"/>
              <p:cNvGrpSpPr/>
              <p:nvPr/>
            </p:nvGrpSpPr>
            <p:grpSpPr>
              <a:xfrm>
                <a:off x="6915505" y="1193063"/>
                <a:ext cx="284947" cy="597387"/>
                <a:chOff x="6915505" y="1193063"/>
                <a:chExt cx="284947" cy="597387"/>
              </a:xfrm>
            </p:grpSpPr>
            <p:sp>
              <p:nvSpPr>
                <p:cNvPr id="5830" name="Google Shape;5830;p52"/>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31" name="Google Shape;5831;p52"/>
                <p:cNvCxnSpPr/>
                <p:nvPr/>
              </p:nvCxnSpPr>
              <p:spPr>
                <a:xfrm rot="10800000">
                  <a:off x="6938275" y="1279850"/>
                  <a:ext cx="0" cy="510600"/>
                </a:xfrm>
                <a:prstGeom prst="straightConnector1">
                  <a:avLst/>
                </a:prstGeom>
                <a:noFill/>
                <a:ln w="9525" cap="flat" cmpd="sng">
                  <a:solidFill>
                    <a:srgbClr val="E3E7EA"/>
                  </a:solidFill>
                  <a:prstDash val="solid"/>
                  <a:round/>
                  <a:headEnd type="none" w="med" len="med"/>
                  <a:tailEnd type="oval" w="med" len="med"/>
                </a:ln>
              </p:spPr>
            </p:cxnSp>
          </p:grpSp>
          <p:grpSp>
            <p:nvGrpSpPr>
              <p:cNvPr id="5832" name="Google Shape;5832;p52"/>
              <p:cNvGrpSpPr/>
              <p:nvPr/>
            </p:nvGrpSpPr>
            <p:grpSpPr>
              <a:xfrm>
                <a:off x="6738300" y="1684725"/>
                <a:ext cx="230066" cy="215971"/>
                <a:chOff x="6738300" y="1684725"/>
                <a:chExt cx="230066" cy="215971"/>
              </a:xfrm>
            </p:grpSpPr>
            <p:sp>
              <p:nvSpPr>
                <p:cNvPr id="5833" name="Google Shape;5833;p52"/>
                <p:cNvSpPr/>
                <p:nvPr/>
              </p:nvSpPr>
              <p:spPr>
                <a:xfrm rot="-5400000">
                  <a:off x="6799187" y="1731518"/>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52"/>
                <p:cNvSpPr/>
                <p:nvPr/>
              </p:nvSpPr>
              <p:spPr>
                <a:xfrm rot="-5400000" flipH="1">
                  <a:off x="6799182" y="1623843"/>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5838"/>
        <p:cNvGrpSpPr/>
        <p:nvPr/>
      </p:nvGrpSpPr>
      <p:grpSpPr>
        <a:xfrm>
          <a:off x="0" y="0"/>
          <a:ext cx="0" cy="0"/>
          <a:chOff x="0" y="0"/>
          <a:chExt cx="0" cy="0"/>
        </a:xfrm>
      </p:grpSpPr>
      <p:sp>
        <p:nvSpPr>
          <p:cNvPr id="5839" name="Google Shape;5839;p53"/>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solidFill>
                  <a:srgbClr val="FFFFFF"/>
                </a:solidFill>
                <a:latin typeface="Arial"/>
                <a:ea typeface="Arial"/>
                <a:cs typeface="Arial"/>
                <a:sym typeface="Arial"/>
              </a:rPr>
              <a:t>...and our </a:t>
            </a:r>
            <a:r>
              <a:rPr lang="es">
                <a:latin typeface="Arial"/>
                <a:ea typeface="Arial"/>
                <a:cs typeface="Arial"/>
                <a:sym typeface="Arial"/>
              </a:rPr>
              <a:t>sets </a:t>
            </a:r>
            <a:r>
              <a:rPr lang="es">
                <a:solidFill>
                  <a:srgbClr val="FFFFFF"/>
                </a:solidFill>
                <a:latin typeface="Arial"/>
                <a:ea typeface="Arial"/>
                <a:cs typeface="Arial"/>
                <a:sym typeface="Arial"/>
              </a:rPr>
              <a:t>of editable icons</a:t>
            </a:r>
            <a:endParaRPr>
              <a:solidFill>
                <a:srgbClr val="FFFFFF"/>
              </a:solidFill>
              <a:latin typeface="Arial"/>
              <a:ea typeface="Arial"/>
              <a:cs typeface="Arial"/>
              <a:sym typeface="Arial"/>
            </a:endParaRPr>
          </a:p>
        </p:txBody>
      </p:sp>
      <p:sp>
        <p:nvSpPr>
          <p:cNvPr id="5840" name="Google Shape;5840;p53"/>
          <p:cNvSpPr txBox="1">
            <a:spLocks noGrp="1"/>
          </p:cNvSpPr>
          <p:nvPr>
            <p:ph type="body" idx="4294967295"/>
          </p:nvPr>
        </p:nvSpPr>
        <p:spPr>
          <a:xfrm>
            <a:off x="828875" y="1610275"/>
            <a:ext cx="7525800" cy="4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Arial"/>
                <a:ea typeface="Arial"/>
                <a:cs typeface="Arial"/>
                <a:sym typeface="Arial"/>
              </a:rPr>
              <a:t>You can</a:t>
            </a:r>
            <a:r>
              <a:rPr lang="es">
                <a:solidFill>
                  <a:srgbClr val="435D74"/>
                </a:solidFill>
                <a:latin typeface="Arial"/>
                <a:ea typeface="Arial"/>
                <a:cs typeface="Arial"/>
                <a:sym typeface="Arial"/>
              </a:rPr>
              <a:t> </a:t>
            </a:r>
            <a:r>
              <a:rPr lang="es">
                <a:solidFill>
                  <a:srgbClr val="869FB2"/>
                </a:solidFill>
                <a:latin typeface="Arial"/>
                <a:ea typeface="Arial"/>
                <a:cs typeface="Arial"/>
                <a:sym typeface="Arial"/>
              </a:rPr>
              <a:t>resize</a:t>
            </a:r>
            <a:r>
              <a:rPr lang="es">
                <a:solidFill>
                  <a:srgbClr val="435D74"/>
                </a:solidFill>
                <a:latin typeface="Arial"/>
                <a:ea typeface="Arial"/>
                <a:cs typeface="Arial"/>
                <a:sym typeface="Arial"/>
              </a:rPr>
              <a:t> </a:t>
            </a:r>
            <a:r>
              <a:rPr lang="es">
                <a:solidFill>
                  <a:srgbClr val="FFFFFF"/>
                </a:solidFill>
                <a:latin typeface="Arial"/>
                <a:ea typeface="Arial"/>
                <a:cs typeface="Arial"/>
                <a:sym typeface="Arial"/>
              </a:rPr>
              <a:t>these icons without losing quality.</a:t>
            </a:r>
            <a:endParaRPr>
              <a:solidFill>
                <a:srgbClr val="FFFFFF"/>
              </a:solidFill>
              <a:latin typeface="Arial"/>
              <a:ea typeface="Arial"/>
              <a:cs typeface="Arial"/>
              <a:sym typeface="Arial"/>
            </a:endParaRPr>
          </a:p>
          <a:p>
            <a:pPr marL="0" lvl="0" indent="0" algn="ctr" rtl="0">
              <a:spcBef>
                <a:spcPts val="0"/>
              </a:spcBef>
              <a:spcAft>
                <a:spcPts val="0"/>
              </a:spcAft>
              <a:buNone/>
            </a:pPr>
            <a:r>
              <a:rPr lang="es">
                <a:solidFill>
                  <a:srgbClr val="FFFFFF"/>
                </a:solidFill>
                <a:latin typeface="Arial"/>
                <a:ea typeface="Arial"/>
                <a:cs typeface="Arial"/>
                <a:sym typeface="Arial"/>
              </a:rPr>
              <a:t>You can </a:t>
            </a:r>
            <a:r>
              <a:rPr lang="es">
                <a:solidFill>
                  <a:srgbClr val="869FB2"/>
                </a:solidFill>
                <a:latin typeface="Arial"/>
                <a:ea typeface="Arial"/>
                <a:cs typeface="Arial"/>
                <a:sym typeface="Arial"/>
              </a:rPr>
              <a:t>change the stroke and fill color</a:t>
            </a:r>
            <a:r>
              <a:rPr lang="es">
                <a:solidFill>
                  <a:srgbClr val="FFFFFF"/>
                </a:solidFill>
                <a:latin typeface="Arial"/>
                <a:ea typeface="Arial"/>
                <a:cs typeface="Arial"/>
                <a:sym typeface="Arial"/>
              </a:rPr>
              <a:t>; just select the icon and click on the</a:t>
            </a:r>
            <a:r>
              <a:rPr lang="es">
                <a:solidFill>
                  <a:srgbClr val="435D74"/>
                </a:solidFill>
                <a:latin typeface="Arial"/>
                <a:ea typeface="Arial"/>
                <a:cs typeface="Arial"/>
                <a:sym typeface="Arial"/>
              </a:rPr>
              <a:t> </a:t>
            </a:r>
            <a:r>
              <a:rPr lang="es">
                <a:solidFill>
                  <a:srgbClr val="869FB2"/>
                </a:solidFill>
                <a:latin typeface="Arial"/>
                <a:ea typeface="Arial"/>
                <a:cs typeface="Arial"/>
                <a:sym typeface="Arial"/>
              </a:rPr>
              <a:t>paint bucket/pen</a:t>
            </a:r>
            <a:r>
              <a:rPr lang="es">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marL="0" lvl="0" indent="0" algn="ctr" rtl="0">
              <a:spcBef>
                <a:spcPts val="0"/>
              </a:spcBef>
              <a:spcAft>
                <a:spcPts val="0"/>
              </a:spcAft>
              <a:buNone/>
            </a:pPr>
            <a:r>
              <a:rPr lang="es">
                <a:solidFill>
                  <a:srgbClr val="FFFFFF"/>
                </a:solidFill>
                <a:latin typeface="Arial"/>
                <a:ea typeface="Arial"/>
                <a:cs typeface="Arial"/>
                <a:sym typeface="Arial"/>
              </a:rPr>
              <a:t>In Google Slides, you can also use </a:t>
            </a:r>
            <a:r>
              <a:rPr lang="es">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Flaticon’s extension</a:t>
            </a:r>
            <a:r>
              <a:rPr lang="es">
                <a:solidFill>
                  <a:srgbClr val="FFFFFF"/>
                </a:solidFill>
                <a:latin typeface="Arial"/>
                <a:ea typeface="Arial"/>
                <a:cs typeface="Arial"/>
                <a:sym typeface="Arial"/>
              </a:rPr>
              <a:t>, allowing you to customize and add even more icons.</a:t>
            </a:r>
            <a:br>
              <a:rPr lang="es">
                <a:solidFill>
                  <a:srgbClr val="435D74"/>
                </a:solidFill>
                <a:latin typeface="Arial"/>
                <a:ea typeface="Arial"/>
                <a:cs typeface="Arial"/>
                <a:sym typeface="Arial"/>
              </a:rPr>
            </a:br>
            <a:endParaRPr>
              <a:solidFill>
                <a:srgbClr val="435D74"/>
              </a:solidFill>
              <a:latin typeface="Arial"/>
              <a:ea typeface="Arial"/>
              <a:cs typeface="Arial"/>
              <a:sym typeface="Arial"/>
            </a:endParaRPr>
          </a:p>
        </p:txBody>
      </p:sp>
      <p:grpSp>
        <p:nvGrpSpPr>
          <p:cNvPr id="5841" name="Google Shape;5841;p53"/>
          <p:cNvGrpSpPr/>
          <p:nvPr/>
        </p:nvGrpSpPr>
        <p:grpSpPr>
          <a:xfrm>
            <a:off x="829359" y="2307635"/>
            <a:ext cx="339235" cy="298186"/>
            <a:chOff x="898875" y="244725"/>
            <a:chExt cx="481800" cy="423500"/>
          </a:xfrm>
        </p:grpSpPr>
        <p:sp>
          <p:nvSpPr>
            <p:cNvPr id="5842" name="Google Shape;5842;p53"/>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43" name="Google Shape;5843;p53"/>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44" name="Google Shape;5844;p53"/>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45" name="Google Shape;5845;p53"/>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46" name="Google Shape;5846;p53"/>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47" name="Google Shape;5847;p53"/>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48" name="Google Shape;5848;p53"/>
          <p:cNvGrpSpPr/>
          <p:nvPr/>
        </p:nvGrpSpPr>
        <p:grpSpPr>
          <a:xfrm>
            <a:off x="1267741" y="2287103"/>
            <a:ext cx="298169" cy="339253"/>
            <a:chOff x="1529350" y="258825"/>
            <a:chExt cx="423475" cy="481825"/>
          </a:xfrm>
        </p:grpSpPr>
        <p:sp>
          <p:nvSpPr>
            <p:cNvPr id="5849" name="Google Shape;5849;p53"/>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50" name="Google Shape;5850;p53"/>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51" name="Google Shape;5851;p53"/>
          <p:cNvGrpSpPr/>
          <p:nvPr/>
        </p:nvGrpSpPr>
        <p:grpSpPr>
          <a:xfrm>
            <a:off x="1660716" y="2367273"/>
            <a:ext cx="340890" cy="178912"/>
            <a:chOff x="2084325" y="363300"/>
            <a:chExt cx="484150" cy="254100"/>
          </a:xfrm>
        </p:grpSpPr>
        <p:sp>
          <p:nvSpPr>
            <p:cNvPr id="5852" name="Google Shape;5852;p53"/>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53" name="Google Shape;5853;p53"/>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54" name="Google Shape;5854;p53"/>
          <p:cNvGrpSpPr/>
          <p:nvPr/>
        </p:nvGrpSpPr>
        <p:grpSpPr>
          <a:xfrm>
            <a:off x="2110011" y="2287102"/>
            <a:ext cx="298169" cy="339253"/>
            <a:chOff x="2707500" y="249400"/>
            <a:chExt cx="423475" cy="481825"/>
          </a:xfrm>
        </p:grpSpPr>
        <p:sp>
          <p:nvSpPr>
            <p:cNvPr id="5855" name="Google Shape;5855;p53"/>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56" name="Google Shape;5856;p53"/>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57" name="Google Shape;5857;p53"/>
          <p:cNvGrpSpPr/>
          <p:nvPr/>
        </p:nvGrpSpPr>
        <p:grpSpPr>
          <a:xfrm>
            <a:off x="2523626" y="2287428"/>
            <a:ext cx="305386" cy="338602"/>
            <a:chOff x="3300325" y="249875"/>
            <a:chExt cx="433725" cy="480900"/>
          </a:xfrm>
        </p:grpSpPr>
        <p:sp>
          <p:nvSpPr>
            <p:cNvPr id="5858" name="Google Shape;5858;p53"/>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59" name="Google Shape;5859;p53"/>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0" name="Google Shape;5860;p53"/>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1" name="Google Shape;5861;p53"/>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2" name="Google Shape;5862;p53"/>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3" name="Google Shape;5863;p53"/>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64" name="Google Shape;5864;p53"/>
          <p:cNvGrpSpPr/>
          <p:nvPr/>
        </p:nvGrpSpPr>
        <p:grpSpPr>
          <a:xfrm>
            <a:off x="2912712" y="2287349"/>
            <a:ext cx="352349" cy="338760"/>
            <a:chOff x="3854700" y="249750"/>
            <a:chExt cx="500425" cy="481125"/>
          </a:xfrm>
        </p:grpSpPr>
        <p:sp>
          <p:nvSpPr>
            <p:cNvPr id="5865" name="Google Shape;5865;p53"/>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6" name="Google Shape;5866;p53"/>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7" name="Google Shape;5867;p53"/>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8" name="Google Shape;5868;p53"/>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69" name="Google Shape;5869;p53"/>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70" name="Google Shape;5870;p53"/>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71" name="Google Shape;5871;p53"/>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72" name="Google Shape;5872;p53"/>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73" name="Google Shape;5873;p53"/>
          <p:cNvGrpSpPr/>
          <p:nvPr/>
        </p:nvGrpSpPr>
        <p:grpSpPr>
          <a:xfrm>
            <a:off x="3330701" y="2287349"/>
            <a:ext cx="352349" cy="338760"/>
            <a:chOff x="4447550" y="249750"/>
            <a:chExt cx="500425" cy="481125"/>
          </a:xfrm>
        </p:grpSpPr>
        <p:sp>
          <p:nvSpPr>
            <p:cNvPr id="5874" name="Google Shape;5874;p53"/>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75" name="Google Shape;5875;p53"/>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76" name="Google Shape;5876;p53"/>
          <p:cNvGrpSpPr/>
          <p:nvPr/>
        </p:nvGrpSpPr>
        <p:grpSpPr>
          <a:xfrm>
            <a:off x="3759902" y="2287102"/>
            <a:ext cx="339253" cy="339253"/>
            <a:chOff x="5049725" y="249400"/>
            <a:chExt cx="481825" cy="481825"/>
          </a:xfrm>
        </p:grpSpPr>
        <p:sp>
          <p:nvSpPr>
            <p:cNvPr id="5877" name="Google Shape;5877;p53"/>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78" name="Google Shape;5878;p53"/>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79" name="Google Shape;5879;p53"/>
          <p:cNvGrpSpPr/>
          <p:nvPr/>
        </p:nvGrpSpPr>
        <p:grpSpPr>
          <a:xfrm>
            <a:off x="4173843" y="2287102"/>
            <a:ext cx="339253" cy="339253"/>
            <a:chOff x="5660400" y="238125"/>
            <a:chExt cx="481825" cy="481825"/>
          </a:xfrm>
        </p:grpSpPr>
        <p:sp>
          <p:nvSpPr>
            <p:cNvPr id="5880" name="Google Shape;5880;p53"/>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81" name="Google Shape;5881;p53"/>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82" name="Google Shape;5882;p53"/>
          <p:cNvGrpSpPr/>
          <p:nvPr/>
        </p:nvGrpSpPr>
        <p:grpSpPr>
          <a:xfrm>
            <a:off x="4590529" y="2287102"/>
            <a:ext cx="339253" cy="339253"/>
            <a:chOff x="6235400" y="249400"/>
            <a:chExt cx="481825" cy="481825"/>
          </a:xfrm>
        </p:grpSpPr>
        <p:sp>
          <p:nvSpPr>
            <p:cNvPr id="5883" name="Google Shape;5883;p53"/>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84" name="Google Shape;5884;p53"/>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85" name="Google Shape;5885;p53"/>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86" name="Google Shape;5886;p53"/>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87" name="Google Shape;5887;p53"/>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88" name="Google Shape;5888;p53"/>
          <p:cNvGrpSpPr/>
          <p:nvPr/>
        </p:nvGrpSpPr>
        <p:grpSpPr>
          <a:xfrm>
            <a:off x="828875" y="2731810"/>
            <a:ext cx="340204" cy="298116"/>
            <a:chOff x="899850" y="871450"/>
            <a:chExt cx="483175" cy="423400"/>
          </a:xfrm>
        </p:grpSpPr>
        <p:sp>
          <p:nvSpPr>
            <p:cNvPr id="5889" name="Google Shape;5889;p53"/>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90" name="Google Shape;5890;p53"/>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91" name="Google Shape;5891;p53"/>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92" name="Google Shape;5892;p53"/>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893" name="Google Shape;5893;p53"/>
          <p:cNvSpPr/>
          <p:nvPr/>
        </p:nvSpPr>
        <p:spPr>
          <a:xfrm>
            <a:off x="1265674" y="2711214"/>
            <a:ext cx="302200" cy="339253"/>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894" name="Google Shape;5894;p53"/>
          <p:cNvGrpSpPr/>
          <p:nvPr/>
        </p:nvGrpSpPr>
        <p:grpSpPr>
          <a:xfrm>
            <a:off x="1660875" y="2711232"/>
            <a:ext cx="340573" cy="339271"/>
            <a:chOff x="2085450" y="842250"/>
            <a:chExt cx="483700" cy="481850"/>
          </a:xfrm>
        </p:grpSpPr>
        <p:sp>
          <p:nvSpPr>
            <p:cNvPr id="5895" name="Google Shape;5895;p53"/>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96" name="Google Shape;5896;p53"/>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897" name="Google Shape;5897;p53"/>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898" name="Google Shape;5898;p53"/>
          <p:cNvGrpSpPr/>
          <p:nvPr/>
        </p:nvGrpSpPr>
        <p:grpSpPr>
          <a:xfrm>
            <a:off x="2089443" y="2711241"/>
            <a:ext cx="339306" cy="339253"/>
            <a:chOff x="2685825" y="840375"/>
            <a:chExt cx="481900" cy="481825"/>
          </a:xfrm>
        </p:grpSpPr>
        <p:sp>
          <p:nvSpPr>
            <p:cNvPr id="5899" name="Google Shape;5899;p53"/>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00" name="Google Shape;5900;p53"/>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01" name="Google Shape;5901;p53"/>
          <p:cNvGrpSpPr/>
          <p:nvPr/>
        </p:nvGrpSpPr>
        <p:grpSpPr>
          <a:xfrm>
            <a:off x="2501104" y="2710924"/>
            <a:ext cx="350431" cy="339887"/>
            <a:chOff x="3270675" y="841800"/>
            <a:chExt cx="497700" cy="482725"/>
          </a:xfrm>
        </p:grpSpPr>
        <p:sp>
          <p:nvSpPr>
            <p:cNvPr id="5902" name="Google Shape;5902;p53"/>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03" name="Google Shape;5903;p53"/>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04" name="Google Shape;5904;p53"/>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905" name="Google Shape;5905;p53"/>
          <p:cNvSpPr/>
          <p:nvPr/>
        </p:nvSpPr>
        <p:spPr>
          <a:xfrm>
            <a:off x="2919129" y="2721811"/>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906" name="Google Shape;5906;p53"/>
          <p:cNvGrpSpPr/>
          <p:nvPr/>
        </p:nvGrpSpPr>
        <p:grpSpPr>
          <a:xfrm>
            <a:off x="3337249" y="2731783"/>
            <a:ext cx="339253" cy="298169"/>
            <a:chOff x="4467200" y="877100"/>
            <a:chExt cx="481825" cy="423475"/>
          </a:xfrm>
        </p:grpSpPr>
        <p:sp>
          <p:nvSpPr>
            <p:cNvPr id="5907" name="Google Shape;5907;p53"/>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08" name="Google Shape;5908;p53"/>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09" name="Google Shape;5909;p53"/>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10" name="Google Shape;5910;p53"/>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11" name="Google Shape;5911;p53"/>
          <p:cNvGrpSpPr/>
          <p:nvPr/>
        </p:nvGrpSpPr>
        <p:grpSpPr>
          <a:xfrm>
            <a:off x="3752140" y="2711232"/>
            <a:ext cx="354778" cy="339271"/>
            <a:chOff x="5045500" y="842250"/>
            <a:chExt cx="503875" cy="481850"/>
          </a:xfrm>
        </p:grpSpPr>
        <p:sp>
          <p:nvSpPr>
            <p:cNvPr id="5912" name="Google Shape;5912;p53"/>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13" name="Google Shape;5913;p53"/>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14" name="Google Shape;5914;p53"/>
          <p:cNvGrpSpPr/>
          <p:nvPr/>
        </p:nvGrpSpPr>
        <p:grpSpPr>
          <a:xfrm>
            <a:off x="4174987" y="2737451"/>
            <a:ext cx="336965" cy="286833"/>
            <a:chOff x="5645200" y="879425"/>
            <a:chExt cx="478575" cy="407375"/>
          </a:xfrm>
        </p:grpSpPr>
        <p:sp>
          <p:nvSpPr>
            <p:cNvPr id="5915" name="Google Shape;5915;p53"/>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16" name="Google Shape;5916;p53"/>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17" name="Google Shape;5917;p53"/>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18" name="Google Shape;5918;p53"/>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19" name="Google Shape;5919;p53"/>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0" name="Google Shape;5920;p53"/>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21" name="Google Shape;5921;p53"/>
          <p:cNvGrpSpPr/>
          <p:nvPr/>
        </p:nvGrpSpPr>
        <p:grpSpPr>
          <a:xfrm>
            <a:off x="4611062" y="2711241"/>
            <a:ext cx="298186" cy="339253"/>
            <a:chOff x="6264525" y="842250"/>
            <a:chExt cx="423500" cy="481825"/>
          </a:xfrm>
        </p:grpSpPr>
        <p:sp>
          <p:nvSpPr>
            <p:cNvPr id="5922" name="Google Shape;5922;p53"/>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3" name="Google Shape;5923;p53"/>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4" name="Google Shape;5924;p53"/>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5" name="Google Shape;5925;p53"/>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6" name="Google Shape;5926;p53"/>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7" name="Google Shape;5927;p53"/>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28" name="Google Shape;5928;p53"/>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29" name="Google Shape;5929;p53"/>
          <p:cNvGrpSpPr/>
          <p:nvPr/>
        </p:nvGrpSpPr>
        <p:grpSpPr>
          <a:xfrm>
            <a:off x="829350" y="3125895"/>
            <a:ext cx="339253" cy="339253"/>
            <a:chOff x="900750" y="1436075"/>
            <a:chExt cx="481825" cy="481825"/>
          </a:xfrm>
        </p:grpSpPr>
        <p:sp>
          <p:nvSpPr>
            <p:cNvPr id="5930" name="Google Shape;5930;p53"/>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1" name="Google Shape;5931;p53"/>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2" name="Google Shape;5932;p53"/>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3" name="Google Shape;5933;p53"/>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34" name="Google Shape;5934;p53"/>
          <p:cNvGrpSpPr/>
          <p:nvPr/>
        </p:nvGrpSpPr>
        <p:grpSpPr>
          <a:xfrm>
            <a:off x="1247198" y="3186183"/>
            <a:ext cx="339253" cy="218676"/>
            <a:chOff x="1492675" y="1520750"/>
            <a:chExt cx="481825" cy="310575"/>
          </a:xfrm>
        </p:grpSpPr>
        <p:sp>
          <p:nvSpPr>
            <p:cNvPr id="5935" name="Google Shape;5935;p53"/>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6" name="Google Shape;5936;p53"/>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37" name="Google Shape;5937;p53"/>
          <p:cNvGrpSpPr/>
          <p:nvPr/>
        </p:nvGrpSpPr>
        <p:grpSpPr>
          <a:xfrm>
            <a:off x="1654995" y="3125877"/>
            <a:ext cx="352332" cy="339288"/>
            <a:chOff x="2071000" y="1435025"/>
            <a:chExt cx="500400" cy="481875"/>
          </a:xfrm>
        </p:grpSpPr>
        <p:sp>
          <p:nvSpPr>
            <p:cNvPr id="5938" name="Google Shape;5938;p53"/>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9" name="Google Shape;5939;p53"/>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0" name="Google Shape;5940;p53"/>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41" name="Google Shape;5941;p53"/>
          <p:cNvGrpSpPr/>
          <p:nvPr/>
        </p:nvGrpSpPr>
        <p:grpSpPr>
          <a:xfrm>
            <a:off x="2083159" y="3146709"/>
            <a:ext cx="351874" cy="297623"/>
            <a:chOff x="2678350" y="1464650"/>
            <a:chExt cx="499750" cy="422700"/>
          </a:xfrm>
        </p:grpSpPr>
        <p:sp>
          <p:nvSpPr>
            <p:cNvPr id="5942" name="Google Shape;5942;p53"/>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3" name="Google Shape;5943;p53"/>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4" name="Google Shape;5944;p53"/>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45" name="Google Shape;5945;p53"/>
          <p:cNvGrpSpPr/>
          <p:nvPr/>
        </p:nvGrpSpPr>
        <p:grpSpPr>
          <a:xfrm>
            <a:off x="2506692" y="3125895"/>
            <a:ext cx="339253" cy="339253"/>
            <a:chOff x="3271200" y="1435075"/>
            <a:chExt cx="481825" cy="481825"/>
          </a:xfrm>
        </p:grpSpPr>
        <p:sp>
          <p:nvSpPr>
            <p:cNvPr id="5946" name="Google Shape;5946;p53"/>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7" name="Google Shape;5947;p53"/>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48" name="Google Shape;5948;p53"/>
          <p:cNvGrpSpPr/>
          <p:nvPr/>
        </p:nvGrpSpPr>
        <p:grpSpPr>
          <a:xfrm>
            <a:off x="2917165" y="3125877"/>
            <a:ext cx="343442" cy="339288"/>
            <a:chOff x="3858100" y="1435075"/>
            <a:chExt cx="487775" cy="481875"/>
          </a:xfrm>
        </p:grpSpPr>
        <p:sp>
          <p:nvSpPr>
            <p:cNvPr id="5949" name="Google Shape;5949;p53"/>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0" name="Google Shape;5950;p53"/>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1" name="Google Shape;5951;p53"/>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2" name="Google Shape;5952;p53"/>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3" name="Google Shape;5953;p53"/>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54" name="Google Shape;5954;p53"/>
          <p:cNvGrpSpPr/>
          <p:nvPr/>
        </p:nvGrpSpPr>
        <p:grpSpPr>
          <a:xfrm>
            <a:off x="3337249" y="3125895"/>
            <a:ext cx="339253" cy="339253"/>
            <a:chOff x="4456875" y="1435075"/>
            <a:chExt cx="481825" cy="481825"/>
          </a:xfrm>
        </p:grpSpPr>
        <p:sp>
          <p:nvSpPr>
            <p:cNvPr id="5955" name="Google Shape;5955;p53"/>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6" name="Google Shape;5956;p53"/>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7" name="Google Shape;5957;p53"/>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8" name="Google Shape;5958;p53"/>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9" name="Google Shape;5959;p53"/>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0" name="Google Shape;5960;p53"/>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1" name="Google Shape;5961;p53"/>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2" name="Google Shape;5962;p53"/>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3" name="Google Shape;5963;p53"/>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4" name="Google Shape;5964;p53"/>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5" name="Google Shape;5965;p53"/>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6" name="Google Shape;5966;p53"/>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7" name="Google Shape;5967;p53"/>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8" name="Google Shape;5968;p53"/>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69" name="Google Shape;5969;p53"/>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0" name="Google Shape;5970;p53"/>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1" name="Google Shape;5971;p53"/>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2" name="Google Shape;5972;p53"/>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3" name="Google Shape;5973;p53"/>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74" name="Google Shape;5974;p53"/>
          <p:cNvGrpSpPr/>
          <p:nvPr/>
        </p:nvGrpSpPr>
        <p:grpSpPr>
          <a:xfrm>
            <a:off x="3758239" y="3125886"/>
            <a:ext cx="342580" cy="339271"/>
            <a:chOff x="5049725" y="1435050"/>
            <a:chExt cx="486550" cy="481850"/>
          </a:xfrm>
        </p:grpSpPr>
        <p:sp>
          <p:nvSpPr>
            <p:cNvPr id="5975" name="Google Shape;5975;p5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6" name="Google Shape;5976;p5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7" name="Google Shape;5977;p5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78" name="Google Shape;5978;p5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79" name="Google Shape;5979;p53"/>
          <p:cNvGrpSpPr/>
          <p:nvPr/>
        </p:nvGrpSpPr>
        <p:grpSpPr>
          <a:xfrm>
            <a:off x="4173790" y="3125895"/>
            <a:ext cx="339359" cy="339253"/>
            <a:chOff x="5642475" y="1435075"/>
            <a:chExt cx="481975" cy="481825"/>
          </a:xfrm>
        </p:grpSpPr>
        <p:sp>
          <p:nvSpPr>
            <p:cNvPr id="5980" name="Google Shape;5980;p53"/>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81" name="Google Shape;5981;p53"/>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82" name="Google Shape;5982;p53"/>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83" name="Google Shape;5983;p53"/>
          <p:cNvGrpSpPr/>
          <p:nvPr/>
        </p:nvGrpSpPr>
        <p:grpSpPr>
          <a:xfrm>
            <a:off x="4588276" y="3125886"/>
            <a:ext cx="343759" cy="339271"/>
            <a:chOff x="6232000" y="1435050"/>
            <a:chExt cx="488225" cy="481850"/>
          </a:xfrm>
        </p:grpSpPr>
        <p:sp>
          <p:nvSpPr>
            <p:cNvPr id="5984" name="Google Shape;5984;p53"/>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85" name="Google Shape;5985;p53"/>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86" name="Google Shape;5986;p53"/>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87" name="Google Shape;5987;p53"/>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88" name="Google Shape;5988;p53"/>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89" name="Google Shape;5989;p53"/>
          <p:cNvGrpSpPr/>
          <p:nvPr/>
        </p:nvGrpSpPr>
        <p:grpSpPr>
          <a:xfrm>
            <a:off x="849012" y="3539545"/>
            <a:ext cx="299929" cy="337792"/>
            <a:chOff x="924450" y="2028975"/>
            <a:chExt cx="425975" cy="479750"/>
          </a:xfrm>
        </p:grpSpPr>
        <p:sp>
          <p:nvSpPr>
            <p:cNvPr id="5990" name="Google Shape;5990;p53"/>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91" name="Google Shape;5991;p53"/>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92" name="Google Shape;5992;p53"/>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93" name="Google Shape;5993;p53"/>
          <p:cNvGrpSpPr/>
          <p:nvPr/>
        </p:nvGrpSpPr>
        <p:grpSpPr>
          <a:xfrm>
            <a:off x="1661509" y="3559347"/>
            <a:ext cx="339306" cy="298186"/>
            <a:chOff x="2085450" y="2057100"/>
            <a:chExt cx="481900" cy="423500"/>
          </a:xfrm>
        </p:grpSpPr>
        <p:sp>
          <p:nvSpPr>
            <p:cNvPr id="5994" name="Google Shape;5994;p53"/>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95" name="Google Shape;5995;p53"/>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96" name="Google Shape;5996;p53"/>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97" name="Google Shape;5997;p53"/>
          <p:cNvGrpSpPr/>
          <p:nvPr/>
        </p:nvGrpSpPr>
        <p:grpSpPr>
          <a:xfrm>
            <a:off x="2089442" y="3582592"/>
            <a:ext cx="339306" cy="251698"/>
            <a:chOff x="2678275" y="2090100"/>
            <a:chExt cx="481900" cy="357475"/>
          </a:xfrm>
        </p:grpSpPr>
        <p:sp>
          <p:nvSpPr>
            <p:cNvPr id="5998" name="Google Shape;5998;p53"/>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99" name="Google Shape;5999;p53"/>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00" name="Google Shape;6000;p53"/>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01" name="Google Shape;6001;p53"/>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02" name="Google Shape;6002;p53"/>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03" name="Google Shape;6003;p53"/>
          <p:cNvGrpSpPr/>
          <p:nvPr/>
        </p:nvGrpSpPr>
        <p:grpSpPr>
          <a:xfrm>
            <a:off x="2566646" y="3594790"/>
            <a:ext cx="219345" cy="227301"/>
            <a:chOff x="3357325" y="2093500"/>
            <a:chExt cx="311525" cy="322825"/>
          </a:xfrm>
        </p:grpSpPr>
        <p:sp>
          <p:nvSpPr>
            <p:cNvPr id="6004" name="Google Shape;6004;p53"/>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05" name="Google Shape;6005;p53"/>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06" name="Google Shape;6006;p53"/>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007" name="Google Shape;6007;p53"/>
          <p:cNvSpPr/>
          <p:nvPr/>
        </p:nvSpPr>
        <p:spPr>
          <a:xfrm>
            <a:off x="2921919" y="3550464"/>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008" name="Google Shape;6008;p53"/>
          <p:cNvGrpSpPr/>
          <p:nvPr/>
        </p:nvGrpSpPr>
        <p:grpSpPr>
          <a:xfrm>
            <a:off x="3360836" y="3538814"/>
            <a:ext cx="292078" cy="339253"/>
            <a:chOff x="4492800" y="2027925"/>
            <a:chExt cx="414825" cy="481825"/>
          </a:xfrm>
        </p:grpSpPr>
        <p:sp>
          <p:nvSpPr>
            <p:cNvPr id="6009" name="Google Shape;6009;p53"/>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0" name="Google Shape;6010;p53"/>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11" name="Google Shape;6011;p53"/>
          <p:cNvGrpSpPr/>
          <p:nvPr/>
        </p:nvGrpSpPr>
        <p:grpSpPr>
          <a:xfrm>
            <a:off x="3759928" y="3538805"/>
            <a:ext cx="339200" cy="339271"/>
            <a:chOff x="5049725" y="2027900"/>
            <a:chExt cx="481750" cy="481850"/>
          </a:xfrm>
        </p:grpSpPr>
        <p:sp>
          <p:nvSpPr>
            <p:cNvPr id="6012" name="Google Shape;6012;p53"/>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3" name="Google Shape;6013;p53"/>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4" name="Google Shape;6014;p53"/>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5" name="Google Shape;6015;p53"/>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6" name="Google Shape;6016;p53"/>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7" name="Google Shape;6017;p53"/>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8" name="Google Shape;6018;p53"/>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19" name="Google Shape;6019;p53"/>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20" name="Google Shape;6020;p53"/>
          <p:cNvGrpSpPr/>
          <p:nvPr/>
        </p:nvGrpSpPr>
        <p:grpSpPr>
          <a:xfrm>
            <a:off x="4233524" y="3538893"/>
            <a:ext cx="219890" cy="339095"/>
            <a:chOff x="5726350" y="2028150"/>
            <a:chExt cx="312300" cy="481600"/>
          </a:xfrm>
        </p:grpSpPr>
        <p:sp>
          <p:nvSpPr>
            <p:cNvPr id="6021" name="Google Shape;6021;p53"/>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22" name="Google Shape;6022;p53"/>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23" name="Google Shape;6023;p53"/>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24" name="Google Shape;6024;p53"/>
          <p:cNvGrpSpPr/>
          <p:nvPr/>
        </p:nvGrpSpPr>
        <p:grpSpPr>
          <a:xfrm>
            <a:off x="4593715" y="3542000"/>
            <a:ext cx="332881" cy="332881"/>
            <a:chOff x="6239925" y="2032450"/>
            <a:chExt cx="472775" cy="472775"/>
          </a:xfrm>
        </p:grpSpPr>
        <p:sp>
          <p:nvSpPr>
            <p:cNvPr id="6025" name="Google Shape;6025;p53"/>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26" name="Google Shape;6026;p53"/>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27" name="Google Shape;6027;p53"/>
          <p:cNvGrpSpPr/>
          <p:nvPr/>
        </p:nvGrpSpPr>
        <p:grpSpPr>
          <a:xfrm>
            <a:off x="5042807" y="2364092"/>
            <a:ext cx="334641" cy="185425"/>
            <a:chOff x="903075" y="2730000"/>
            <a:chExt cx="475275" cy="263350"/>
          </a:xfrm>
        </p:grpSpPr>
        <p:sp>
          <p:nvSpPr>
            <p:cNvPr id="6028" name="Google Shape;6028;p53"/>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29" name="Google Shape;6029;p53"/>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30" name="Google Shape;6030;p53"/>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31" name="Google Shape;6031;p53"/>
          <p:cNvGrpSpPr/>
          <p:nvPr/>
        </p:nvGrpSpPr>
        <p:grpSpPr>
          <a:xfrm>
            <a:off x="1247198" y="3538814"/>
            <a:ext cx="339253" cy="339253"/>
            <a:chOff x="1492675" y="2027925"/>
            <a:chExt cx="481825" cy="481825"/>
          </a:xfrm>
        </p:grpSpPr>
        <p:sp>
          <p:nvSpPr>
            <p:cNvPr id="6032" name="Google Shape;6032;p53"/>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33" name="Google Shape;6033;p53"/>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34" name="Google Shape;6034;p53"/>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35" name="Google Shape;6035;p53"/>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36" name="Google Shape;6036;p53"/>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37" name="Google Shape;6037;p53"/>
          <p:cNvGrpSpPr/>
          <p:nvPr/>
        </p:nvGrpSpPr>
        <p:grpSpPr>
          <a:xfrm>
            <a:off x="5473575" y="2287178"/>
            <a:ext cx="339253" cy="339253"/>
            <a:chOff x="1492675" y="2620775"/>
            <a:chExt cx="481825" cy="481825"/>
          </a:xfrm>
        </p:grpSpPr>
        <p:sp>
          <p:nvSpPr>
            <p:cNvPr id="6038" name="Google Shape;6038;p53"/>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39" name="Google Shape;6039;p53"/>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040" name="Google Shape;6040;p53"/>
          <p:cNvSpPr/>
          <p:nvPr/>
        </p:nvSpPr>
        <p:spPr>
          <a:xfrm>
            <a:off x="5873522" y="2287094"/>
            <a:ext cx="352508" cy="339253"/>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041" name="Google Shape;6041;p53"/>
          <p:cNvGrpSpPr/>
          <p:nvPr/>
        </p:nvGrpSpPr>
        <p:grpSpPr>
          <a:xfrm>
            <a:off x="6297328" y="2303161"/>
            <a:ext cx="333585" cy="307287"/>
            <a:chOff x="2682350" y="2643425"/>
            <a:chExt cx="473775" cy="436425"/>
          </a:xfrm>
        </p:grpSpPr>
        <p:sp>
          <p:nvSpPr>
            <p:cNvPr id="6042" name="Google Shape;6042;p53"/>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43" name="Google Shape;6043;p53"/>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44" name="Google Shape;6044;p53"/>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45" name="Google Shape;6045;p53"/>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46" name="Google Shape;6046;p53"/>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47" name="Google Shape;6047;p53"/>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48" name="Google Shape;6048;p53"/>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49" name="Google Shape;6049;p53"/>
          <p:cNvGrpSpPr/>
          <p:nvPr/>
        </p:nvGrpSpPr>
        <p:grpSpPr>
          <a:xfrm>
            <a:off x="6762818" y="2287178"/>
            <a:ext cx="238531" cy="339253"/>
            <a:chOff x="3342725" y="2620775"/>
            <a:chExt cx="338775" cy="481825"/>
          </a:xfrm>
        </p:grpSpPr>
        <p:sp>
          <p:nvSpPr>
            <p:cNvPr id="6050" name="Google Shape;6050;p53"/>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51" name="Google Shape;6051;p53"/>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52" name="Google Shape;6052;p53"/>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53" name="Google Shape;6053;p53"/>
          <p:cNvGrpSpPr/>
          <p:nvPr/>
        </p:nvGrpSpPr>
        <p:grpSpPr>
          <a:xfrm>
            <a:off x="7156568" y="2287178"/>
            <a:ext cx="278296" cy="339253"/>
            <a:chOff x="3907325" y="2620775"/>
            <a:chExt cx="395250" cy="481825"/>
          </a:xfrm>
        </p:grpSpPr>
        <p:sp>
          <p:nvSpPr>
            <p:cNvPr id="6054" name="Google Shape;6054;p53"/>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55" name="Google Shape;6055;p53"/>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56" name="Google Shape;6056;p53"/>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57" name="Google Shape;6057;p53"/>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58" name="Google Shape;6058;p53"/>
          <p:cNvGrpSpPr/>
          <p:nvPr/>
        </p:nvGrpSpPr>
        <p:grpSpPr>
          <a:xfrm>
            <a:off x="7549755" y="2297783"/>
            <a:ext cx="339253" cy="318042"/>
            <a:chOff x="4456875" y="2635825"/>
            <a:chExt cx="481825" cy="451700"/>
          </a:xfrm>
        </p:grpSpPr>
        <p:sp>
          <p:nvSpPr>
            <p:cNvPr id="6059" name="Google Shape;6059;p53"/>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0" name="Google Shape;6060;p53"/>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1" name="Google Shape;6061;p53"/>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2" name="Google Shape;6062;p53"/>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3" name="Google Shape;6063;p53"/>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4" name="Google Shape;6064;p53"/>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65" name="Google Shape;6065;p53"/>
          <p:cNvGrpSpPr/>
          <p:nvPr/>
        </p:nvGrpSpPr>
        <p:grpSpPr>
          <a:xfrm>
            <a:off x="7974679" y="2297783"/>
            <a:ext cx="339253" cy="318042"/>
            <a:chOff x="5049725" y="2635825"/>
            <a:chExt cx="481825" cy="451700"/>
          </a:xfrm>
        </p:grpSpPr>
        <p:sp>
          <p:nvSpPr>
            <p:cNvPr id="6066" name="Google Shape;6066;p53"/>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7" name="Google Shape;6067;p53"/>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68" name="Google Shape;6068;p53"/>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69" name="Google Shape;6069;p53"/>
          <p:cNvGrpSpPr/>
          <p:nvPr/>
        </p:nvGrpSpPr>
        <p:grpSpPr>
          <a:xfrm>
            <a:off x="2375386" y="3952243"/>
            <a:ext cx="338566" cy="338373"/>
            <a:chOff x="5643000" y="2621375"/>
            <a:chExt cx="480850" cy="480575"/>
          </a:xfrm>
        </p:grpSpPr>
        <p:sp>
          <p:nvSpPr>
            <p:cNvPr id="6070" name="Google Shape;6070;p53"/>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1" name="Google Shape;6071;p53"/>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2" name="Google Shape;6072;p53"/>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3" name="Google Shape;6073;p53"/>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4" name="Google Shape;6074;p53"/>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5" name="Google Shape;6075;p53"/>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6" name="Google Shape;6076;p53"/>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77" name="Google Shape;6077;p53"/>
          <p:cNvGrpSpPr/>
          <p:nvPr/>
        </p:nvGrpSpPr>
        <p:grpSpPr>
          <a:xfrm>
            <a:off x="4192782" y="3951803"/>
            <a:ext cx="339359" cy="339253"/>
            <a:chOff x="6235250" y="2620775"/>
            <a:chExt cx="481975" cy="481825"/>
          </a:xfrm>
        </p:grpSpPr>
        <p:sp>
          <p:nvSpPr>
            <p:cNvPr id="6078" name="Google Shape;6078;p53"/>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79" name="Google Shape;6079;p53"/>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80" name="Google Shape;6080;p53"/>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81" name="Google Shape;6081;p53"/>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82" name="Google Shape;6082;p53"/>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083" name="Google Shape;6083;p53"/>
          <p:cNvSpPr/>
          <p:nvPr/>
        </p:nvSpPr>
        <p:spPr>
          <a:xfrm>
            <a:off x="5037584" y="2720693"/>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084" name="Google Shape;6084;p53"/>
          <p:cNvGrpSpPr/>
          <p:nvPr/>
        </p:nvGrpSpPr>
        <p:grpSpPr>
          <a:xfrm>
            <a:off x="5472652" y="2711317"/>
            <a:ext cx="341101" cy="339253"/>
            <a:chOff x="1535000" y="3223325"/>
            <a:chExt cx="484450" cy="481825"/>
          </a:xfrm>
        </p:grpSpPr>
        <p:sp>
          <p:nvSpPr>
            <p:cNvPr id="6085" name="Google Shape;6085;p53"/>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86" name="Google Shape;6086;p53"/>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87" name="Google Shape;6087;p53"/>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88" name="Google Shape;6088;p53"/>
          <p:cNvGrpSpPr/>
          <p:nvPr/>
        </p:nvGrpSpPr>
        <p:grpSpPr>
          <a:xfrm>
            <a:off x="5880219" y="2746618"/>
            <a:ext cx="339253" cy="268649"/>
            <a:chOff x="2085525" y="3263750"/>
            <a:chExt cx="481825" cy="381550"/>
          </a:xfrm>
        </p:grpSpPr>
        <p:sp>
          <p:nvSpPr>
            <p:cNvPr id="6089" name="Google Shape;6089;p53"/>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90" name="Google Shape;6090;p53"/>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091" name="Google Shape;6091;p53"/>
          <p:cNvSpPr/>
          <p:nvPr/>
        </p:nvSpPr>
        <p:spPr>
          <a:xfrm>
            <a:off x="6294404" y="2778690"/>
            <a:ext cx="339253" cy="204295"/>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092" name="Google Shape;6092;p53"/>
          <p:cNvGrpSpPr/>
          <p:nvPr/>
        </p:nvGrpSpPr>
        <p:grpSpPr>
          <a:xfrm>
            <a:off x="6711982" y="2711308"/>
            <a:ext cx="340204" cy="339271"/>
            <a:chOff x="3270450" y="3213625"/>
            <a:chExt cx="483175" cy="481850"/>
          </a:xfrm>
        </p:grpSpPr>
        <p:sp>
          <p:nvSpPr>
            <p:cNvPr id="6093" name="Google Shape;6093;p53"/>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94" name="Google Shape;6094;p53"/>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095" name="Google Shape;6095;p53"/>
          <p:cNvGrpSpPr/>
          <p:nvPr/>
        </p:nvGrpSpPr>
        <p:grpSpPr>
          <a:xfrm>
            <a:off x="7211250" y="2711317"/>
            <a:ext cx="168931" cy="339253"/>
            <a:chOff x="3984950" y="3213600"/>
            <a:chExt cx="239925" cy="481825"/>
          </a:xfrm>
        </p:grpSpPr>
        <p:sp>
          <p:nvSpPr>
            <p:cNvPr id="6096" name="Google Shape;6096;p53"/>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97" name="Google Shape;6097;p53"/>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098" name="Google Shape;6098;p53"/>
          <p:cNvSpPr/>
          <p:nvPr/>
        </p:nvSpPr>
        <p:spPr>
          <a:xfrm>
            <a:off x="7549578" y="2711214"/>
            <a:ext cx="339306" cy="339253"/>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099" name="Google Shape;6099;p53"/>
          <p:cNvSpPr/>
          <p:nvPr/>
        </p:nvSpPr>
        <p:spPr>
          <a:xfrm>
            <a:off x="7974508" y="2731069"/>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100" name="Google Shape;6100;p53"/>
          <p:cNvGrpSpPr/>
          <p:nvPr/>
        </p:nvGrpSpPr>
        <p:grpSpPr>
          <a:xfrm>
            <a:off x="1874281" y="3981487"/>
            <a:ext cx="355218" cy="279880"/>
            <a:chOff x="5629975" y="3255775"/>
            <a:chExt cx="504500" cy="397500"/>
          </a:xfrm>
        </p:grpSpPr>
        <p:sp>
          <p:nvSpPr>
            <p:cNvPr id="6101" name="Google Shape;6101;p53"/>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2" name="Google Shape;6102;p53"/>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3" name="Google Shape;6103;p53"/>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4" name="Google Shape;6104;p53"/>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5" name="Google Shape;6105;p53"/>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06" name="Google Shape;6106;p53"/>
          <p:cNvGrpSpPr/>
          <p:nvPr/>
        </p:nvGrpSpPr>
        <p:grpSpPr>
          <a:xfrm>
            <a:off x="3755839" y="3981593"/>
            <a:ext cx="340256" cy="279669"/>
            <a:chOff x="6234950" y="3255925"/>
            <a:chExt cx="483250" cy="397200"/>
          </a:xfrm>
        </p:grpSpPr>
        <p:sp>
          <p:nvSpPr>
            <p:cNvPr id="6107" name="Google Shape;6107;p53"/>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8" name="Google Shape;6108;p53"/>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09" name="Google Shape;6109;p53"/>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0" name="Google Shape;6110;p53"/>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1" name="Google Shape;6111;p53"/>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2" name="Google Shape;6112;p53"/>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13" name="Google Shape;6113;p53"/>
          <p:cNvGrpSpPr/>
          <p:nvPr/>
        </p:nvGrpSpPr>
        <p:grpSpPr>
          <a:xfrm>
            <a:off x="5051107" y="3125970"/>
            <a:ext cx="318042" cy="339253"/>
            <a:chOff x="914900" y="3806450"/>
            <a:chExt cx="451700" cy="481825"/>
          </a:xfrm>
        </p:grpSpPr>
        <p:sp>
          <p:nvSpPr>
            <p:cNvPr id="6114" name="Google Shape;6114;p53"/>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5" name="Google Shape;6115;p53"/>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6" name="Google Shape;6116;p53"/>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7" name="Google Shape;6117;p53"/>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18" name="Google Shape;6118;p53"/>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19" name="Google Shape;6119;p53"/>
          <p:cNvGrpSpPr/>
          <p:nvPr/>
        </p:nvGrpSpPr>
        <p:grpSpPr>
          <a:xfrm>
            <a:off x="5470028" y="3125785"/>
            <a:ext cx="346347" cy="339623"/>
            <a:chOff x="1490050" y="3805975"/>
            <a:chExt cx="491900" cy="482350"/>
          </a:xfrm>
        </p:grpSpPr>
        <p:sp>
          <p:nvSpPr>
            <p:cNvPr id="6120" name="Google Shape;6120;p53"/>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21" name="Google Shape;6121;p53"/>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22" name="Google Shape;6122;p53"/>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23" name="Google Shape;6123;p53"/>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24" name="Google Shape;6124;p53"/>
          <p:cNvGrpSpPr/>
          <p:nvPr/>
        </p:nvGrpSpPr>
        <p:grpSpPr>
          <a:xfrm>
            <a:off x="5893896" y="3125970"/>
            <a:ext cx="311899" cy="339253"/>
            <a:chOff x="2104275" y="3806450"/>
            <a:chExt cx="442975" cy="481825"/>
          </a:xfrm>
        </p:grpSpPr>
        <p:sp>
          <p:nvSpPr>
            <p:cNvPr id="6125" name="Google Shape;6125;p53"/>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26" name="Google Shape;6126;p53"/>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27" name="Google Shape;6127;p53"/>
          <p:cNvGrpSpPr/>
          <p:nvPr/>
        </p:nvGrpSpPr>
        <p:grpSpPr>
          <a:xfrm>
            <a:off x="6317413" y="3125970"/>
            <a:ext cx="293416" cy="339253"/>
            <a:chOff x="2710875" y="3806450"/>
            <a:chExt cx="416725" cy="481825"/>
          </a:xfrm>
        </p:grpSpPr>
        <p:sp>
          <p:nvSpPr>
            <p:cNvPr id="6128" name="Google Shape;6128;p53"/>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29" name="Google Shape;6129;p53"/>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30" name="Google Shape;6130;p53"/>
          <p:cNvGrpSpPr/>
          <p:nvPr/>
        </p:nvGrpSpPr>
        <p:grpSpPr>
          <a:xfrm>
            <a:off x="6712457" y="3166412"/>
            <a:ext cx="339253" cy="258369"/>
            <a:chOff x="3271200" y="3863875"/>
            <a:chExt cx="481825" cy="366950"/>
          </a:xfrm>
        </p:grpSpPr>
        <p:sp>
          <p:nvSpPr>
            <p:cNvPr id="6131" name="Google Shape;6131;p53"/>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32" name="Google Shape;6132;p53"/>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33" name="Google Shape;6133;p53"/>
          <p:cNvGrpSpPr/>
          <p:nvPr/>
        </p:nvGrpSpPr>
        <p:grpSpPr>
          <a:xfrm>
            <a:off x="7147952" y="3126199"/>
            <a:ext cx="295528" cy="338795"/>
            <a:chOff x="3895050" y="3806775"/>
            <a:chExt cx="419725" cy="481175"/>
          </a:xfrm>
        </p:grpSpPr>
        <p:sp>
          <p:nvSpPr>
            <p:cNvPr id="6134" name="Google Shape;6134;p53"/>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35" name="Google Shape;6135;p53"/>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36" name="Google Shape;6136;p53"/>
          <p:cNvGrpSpPr/>
          <p:nvPr/>
        </p:nvGrpSpPr>
        <p:grpSpPr>
          <a:xfrm>
            <a:off x="7551234" y="3125979"/>
            <a:ext cx="336296" cy="339235"/>
            <a:chOff x="4464775" y="3806475"/>
            <a:chExt cx="477625" cy="481800"/>
          </a:xfrm>
        </p:grpSpPr>
        <p:sp>
          <p:nvSpPr>
            <p:cNvPr id="6137" name="Google Shape;6137;p53"/>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38" name="Google Shape;6138;p53"/>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39" name="Google Shape;6139;p53"/>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0" name="Google Shape;6140;p53"/>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1" name="Google Shape;6141;p53"/>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2" name="Google Shape;6142;p53"/>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43" name="Google Shape;6143;p53"/>
          <p:cNvGrpSpPr/>
          <p:nvPr/>
        </p:nvGrpSpPr>
        <p:grpSpPr>
          <a:xfrm>
            <a:off x="7974679" y="3125970"/>
            <a:ext cx="339253" cy="339253"/>
            <a:chOff x="5049725" y="3806450"/>
            <a:chExt cx="481825" cy="481825"/>
          </a:xfrm>
        </p:grpSpPr>
        <p:sp>
          <p:nvSpPr>
            <p:cNvPr id="6144" name="Google Shape;6144;p53"/>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5" name="Google Shape;6145;p53"/>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6" name="Google Shape;6146;p53"/>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47" name="Google Shape;6147;p53"/>
          <p:cNvGrpSpPr/>
          <p:nvPr/>
        </p:nvGrpSpPr>
        <p:grpSpPr>
          <a:xfrm>
            <a:off x="1461983" y="3951798"/>
            <a:ext cx="339253" cy="339253"/>
            <a:chOff x="5651375" y="3806450"/>
            <a:chExt cx="481825" cy="481825"/>
          </a:xfrm>
        </p:grpSpPr>
        <p:sp>
          <p:nvSpPr>
            <p:cNvPr id="6148" name="Google Shape;6148;p53"/>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49" name="Google Shape;6149;p53"/>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50" name="Google Shape;6150;p53"/>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51" name="Google Shape;6151;p53"/>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52" name="Google Shape;6152;p53"/>
          <p:cNvGrpSpPr/>
          <p:nvPr/>
        </p:nvGrpSpPr>
        <p:grpSpPr>
          <a:xfrm>
            <a:off x="3360663" y="3953787"/>
            <a:ext cx="298503" cy="335275"/>
            <a:chOff x="6264300" y="3809300"/>
            <a:chExt cx="423950" cy="476175"/>
          </a:xfrm>
        </p:grpSpPr>
        <p:sp>
          <p:nvSpPr>
            <p:cNvPr id="6153" name="Google Shape;6153;p53"/>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54" name="Google Shape;6154;p53"/>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55" name="Google Shape;6155;p53"/>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56" name="Google Shape;6156;p53"/>
          <p:cNvGrpSpPr/>
          <p:nvPr/>
        </p:nvGrpSpPr>
        <p:grpSpPr>
          <a:xfrm>
            <a:off x="5039841" y="3538881"/>
            <a:ext cx="340573" cy="339271"/>
            <a:chOff x="898875" y="4399275"/>
            <a:chExt cx="483700" cy="481850"/>
          </a:xfrm>
        </p:grpSpPr>
        <p:sp>
          <p:nvSpPr>
            <p:cNvPr id="6157" name="Google Shape;6157;p53"/>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58" name="Google Shape;6158;p53"/>
            <p:cNvSpPr/>
            <p:nvPr/>
          </p:nvSpPr>
          <p:spPr>
            <a:xfrm>
              <a:off x="1138025" y="4763350"/>
              <a:ext cx="25" cy="25"/>
            </a:xfrm>
            <a:custGeom>
              <a:avLst/>
              <a:gdLst/>
              <a:ahLst/>
              <a:cxnLst/>
              <a:rect l="l" t="t" r="r" b="b"/>
              <a:pathLst>
                <a:path w="1" h="1" extrusionOk="0">
                  <a:moveTo>
                    <a:pt x="1" y="0"/>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59" name="Google Shape;6159;p53"/>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0" name="Google Shape;6160;p53"/>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1" name="Google Shape;6161;p53"/>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2" name="Google Shape;6162;p53"/>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3" name="Google Shape;6163;p53"/>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4" name="Google Shape;6164;p53"/>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65" name="Google Shape;6165;p53"/>
          <p:cNvGrpSpPr/>
          <p:nvPr/>
        </p:nvGrpSpPr>
        <p:grpSpPr>
          <a:xfrm>
            <a:off x="5473575" y="3554133"/>
            <a:ext cx="339253" cy="308765"/>
            <a:chOff x="1492675" y="4420975"/>
            <a:chExt cx="481825" cy="438525"/>
          </a:xfrm>
        </p:grpSpPr>
        <p:sp>
          <p:nvSpPr>
            <p:cNvPr id="6166" name="Google Shape;6166;p53"/>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7" name="Google Shape;6167;p53"/>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8" name="Google Shape;6168;p53"/>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69" name="Google Shape;6169;p53"/>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70" name="Google Shape;6170;p53"/>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71" name="Google Shape;6171;p53"/>
          <p:cNvGrpSpPr/>
          <p:nvPr/>
        </p:nvGrpSpPr>
        <p:grpSpPr>
          <a:xfrm>
            <a:off x="5878556" y="3539558"/>
            <a:ext cx="342580" cy="337915"/>
            <a:chOff x="2084100" y="4400250"/>
            <a:chExt cx="486550" cy="479925"/>
          </a:xfrm>
        </p:grpSpPr>
        <p:sp>
          <p:nvSpPr>
            <p:cNvPr id="6172" name="Google Shape;6172;p53"/>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73" name="Google Shape;6173;p53"/>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74" name="Google Shape;6174;p53"/>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75" name="Google Shape;6175;p53"/>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76" name="Google Shape;6176;p53"/>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77" name="Google Shape;6177;p53"/>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78" name="Google Shape;6178;p53"/>
          <p:cNvGrpSpPr/>
          <p:nvPr/>
        </p:nvGrpSpPr>
        <p:grpSpPr>
          <a:xfrm>
            <a:off x="6315036" y="3538907"/>
            <a:ext cx="298169" cy="339218"/>
            <a:chOff x="2707950" y="4399325"/>
            <a:chExt cx="423475" cy="481775"/>
          </a:xfrm>
        </p:grpSpPr>
        <p:sp>
          <p:nvSpPr>
            <p:cNvPr id="6179" name="Google Shape;6179;p53"/>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0" name="Google Shape;6180;p53"/>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1" name="Google Shape;6181;p53"/>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2" name="Google Shape;6182;p53"/>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3" name="Google Shape;6183;p53"/>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4" name="Google Shape;6184;p53"/>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5" name="Google Shape;6185;p53"/>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6" name="Google Shape;6186;p53"/>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7" name="Google Shape;6187;p53"/>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8" name="Google Shape;6188;p53"/>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89" name="Google Shape;6189;p53"/>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0" name="Google Shape;6190;p53"/>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91" name="Google Shape;6191;p53"/>
          <p:cNvGrpSpPr/>
          <p:nvPr/>
        </p:nvGrpSpPr>
        <p:grpSpPr>
          <a:xfrm>
            <a:off x="6744555" y="3538881"/>
            <a:ext cx="275057" cy="339271"/>
            <a:chOff x="3330525" y="4399275"/>
            <a:chExt cx="390650" cy="481850"/>
          </a:xfrm>
        </p:grpSpPr>
        <p:sp>
          <p:nvSpPr>
            <p:cNvPr id="6192" name="Google Shape;6192;p53"/>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3" name="Google Shape;6193;p53"/>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4" name="Google Shape;6194;p53"/>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5" name="Google Shape;6195;p53"/>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6" name="Google Shape;6196;p53"/>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7" name="Google Shape;6197;p53"/>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198" name="Google Shape;6198;p53"/>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199" name="Google Shape;6199;p53"/>
          <p:cNvGrpSpPr/>
          <p:nvPr/>
        </p:nvGrpSpPr>
        <p:grpSpPr>
          <a:xfrm>
            <a:off x="7169084" y="3538890"/>
            <a:ext cx="253265" cy="339253"/>
            <a:chOff x="3938800" y="4399275"/>
            <a:chExt cx="359700" cy="481825"/>
          </a:xfrm>
        </p:grpSpPr>
        <p:sp>
          <p:nvSpPr>
            <p:cNvPr id="6200" name="Google Shape;6200;p53"/>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01" name="Google Shape;6201;p53"/>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02" name="Google Shape;6202;p53"/>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03" name="Google Shape;6203;p53"/>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04" name="Google Shape;6204;p53"/>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05" name="Google Shape;6205;p53"/>
          <p:cNvGrpSpPr/>
          <p:nvPr/>
        </p:nvGrpSpPr>
        <p:grpSpPr>
          <a:xfrm>
            <a:off x="7639862" y="3538890"/>
            <a:ext cx="159039" cy="339253"/>
            <a:chOff x="4584850" y="4399275"/>
            <a:chExt cx="225875" cy="481825"/>
          </a:xfrm>
        </p:grpSpPr>
        <p:sp>
          <p:nvSpPr>
            <p:cNvPr id="6206" name="Google Shape;6206;p53"/>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07" name="Google Shape;6207;p53"/>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208" name="Google Shape;6208;p53"/>
          <p:cNvSpPr/>
          <p:nvPr/>
        </p:nvSpPr>
        <p:spPr>
          <a:xfrm>
            <a:off x="7957998" y="3538820"/>
            <a:ext cx="372275" cy="339112"/>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209" name="Google Shape;6209;p53"/>
          <p:cNvGrpSpPr/>
          <p:nvPr/>
        </p:nvGrpSpPr>
        <p:grpSpPr>
          <a:xfrm>
            <a:off x="1049680" y="3951795"/>
            <a:ext cx="339253" cy="339253"/>
            <a:chOff x="5642550" y="4399275"/>
            <a:chExt cx="481825" cy="481825"/>
          </a:xfrm>
        </p:grpSpPr>
        <p:sp>
          <p:nvSpPr>
            <p:cNvPr id="6210" name="Google Shape;6210;p53"/>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11" name="Google Shape;6211;p53"/>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12" name="Google Shape;6212;p53"/>
          <p:cNvGrpSpPr/>
          <p:nvPr/>
        </p:nvGrpSpPr>
        <p:grpSpPr>
          <a:xfrm>
            <a:off x="2859815" y="3963703"/>
            <a:ext cx="363316" cy="315437"/>
            <a:chOff x="6218300" y="4416175"/>
            <a:chExt cx="516000" cy="448000"/>
          </a:xfrm>
        </p:grpSpPr>
        <p:sp>
          <p:nvSpPr>
            <p:cNvPr id="6213" name="Google Shape;6213;p53"/>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14" name="Google Shape;6214;p53"/>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15" name="Google Shape;6215;p53"/>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16" name="Google Shape;6216;p53"/>
          <p:cNvGrpSpPr/>
          <p:nvPr/>
        </p:nvGrpSpPr>
        <p:grpSpPr>
          <a:xfrm>
            <a:off x="5918879" y="3951792"/>
            <a:ext cx="339253" cy="339253"/>
            <a:chOff x="899850" y="4992125"/>
            <a:chExt cx="481825" cy="481825"/>
          </a:xfrm>
        </p:grpSpPr>
        <p:sp>
          <p:nvSpPr>
            <p:cNvPr id="6217" name="Google Shape;6217;p53"/>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18" name="Google Shape;6218;p53"/>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19" name="Google Shape;6219;p53"/>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20" name="Google Shape;6220;p53"/>
          <p:cNvGrpSpPr/>
          <p:nvPr/>
        </p:nvGrpSpPr>
        <p:grpSpPr>
          <a:xfrm>
            <a:off x="5461708" y="3951792"/>
            <a:ext cx="339253" cy="339253"/>
            <a:chOff x="1492675" y="4992125"/>
            <a:chExt cx="481825" cy="481825"/>
          </a:xfrm>
        </p:grpSpPr>
        <p:sp>
          <p:nvSpPr>
            <p:cNvPr id="6221" name="Google Shape;6221;p53"/>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22" name="Google Shape;6222;p53"/>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23" name="Google Shape;6223;p53"/>
          <p:cNvGrpSpPr/>
          <p:nvPr/>
        </p:nvGrpSpPr>
        <p:grpSpPr>
          <a:xfrm>
            <a:off x="5004462" y="3951792"/>
            <a:ext cx="339253" cy="339253"/>
            <a:chOff x="2085525" y="4992125"/>
            <a:chExt cx="481825" cy="481825"/>
          </a:xfrm>
        </p:grpSpPr>
        <p:sp>
          <p:nvSpPr>
            <p:cNvPr id="6224" name="Google Shape;6224;p53"/>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25" name="Google Shape;6225;p53"/>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26" name="Google Shape;6226;p53"/>
          <p:cNvGrpSpPr/>
          <p:nvPr/>
        </p:nvGrpSpPr>
        <p:grpSpPr>
          <a:xfrm>
            <a:off x="6833221" y="3951792"/>
            <a:ext cx="339253" cy="339253"/>
            <a:chOff x="2678350" y="4992125"/>
            <a:chExt cx="481825" cy="481825"/>
          </a:xfrm>
        </p:grpSpPr>
        <p:sp>
          <p:nvSpPr>
            <p:cNvPr id="6227" name="Google Shape;6227;p53"/>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28" name="Google Shape;6228;p53"/>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29" name="Google Shape;6229;p53"/>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30" name="Google Shape;6230;p53"/>
          <p:cNvGrpSpPr/>
          <p:nvPr/>
        </p:nvGrpSpPr>
        <p:grpSpPr>
          <a:xfrm>
            <a:off x="4628816" y="3951792"/>
            <a:ext cx="339253" cy="339253"/>
            <a:chOff x="3271200" y="4992125"/>
            <a:chExt cx="481825" cy="481825"/>
          </a:xfrm>
        </p:grpSpPr>
        <p:sp>
          <p:nvSpPr>
            <p:cNvPr id="6231" name="Google Shape;6231;p53"/>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32" name="Google Shape;6232;p53"/>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33" name="Google Shape;6233;p53"/>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34" name="Google Shape;6234;p53"/>
          <p:cNvGrpSpPr/>
          <p:nvPr/>
        </p:nvGrpSpPr>
        <p:grpSpPr>
          <a:xfrm>
            <a:off x="7290263" y="3952822"/>
            <a:ext cx="339411" cy="337193"/>
            <a:chOff x="3863900" y="4993625"/>
            <a:chExt cx="482050" cy="478900"/>
          </a:xfrm>
        </p:grpSpPr>
        <p:sp>
          <p:nvSpPr>
            <p:cNvPr id="6235" name="Google Shape;6235;p53"/>
            <p:cNvSpPr/>
            <p:nvPr/>
          </p:nvSpPr>
          <p:spPr>
            <a:xfrm>
              <a:off x="3877525"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36" name="Google Shape;6236;p53"/>
            <p:cNvSpPr/>
            <p:nvPr/>
          </p:nvSpPr>
          <p:spPr>
            <a:xfrm>
              <a:off x="4113750" y="5133350"/>
              <a:ext cx="232200" cy="339175"/>
            </a:xfrm>
            <a:custGeom>
              <a:avLst/>
              <a:gdLst/>
              <a:ahLst/>
              <a:cxnLst/>
              <a:rect l="l" t="t" r="r" b="b"/>
              <a:pathLst>
                <a:path w="9288" h="13567" extrusionOk="0">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37" name="Google Shape;6237;p53"/>
            <p:cNvSpPr/>
            <p:nvPr/>
          </p:nvSpPr>
          <p:spPr>
            <a:xfrm>
              <a:off x="3998800" y="4993625"/>
              <a:ext cx="334125" cy="168500"/>
            </a:xfrm>
            <a:custGeom>
              <a:avLst/>
              <a:gdLst/>
              <a:ahLst/>
              <a:cxnLst/>
              <a:rect l="l" t="t" r="r" b="b"/>
              <a:pathLst>
                <a:path w="13365" h="6740" extrusionOk="0">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38" name="Google Shape;6238;p53"/>
            <p:cNvSpPr/>
            <p:nvPr/>
          </p:nvSpPr>
          <p:spPr>
            <a:xfrm>
              <a:off x="3863900" y="5132450"/>
              <a:ext cx="221650" cy="339925"/>
            </a:xfrm>
            <a:custGeom>
              <a:avLst/>
              <a:gdLst/>
              <a:ahLst/>
              <a:cxnLst/>
              <a:rect l="l" t="t" r="r" b="b"/>
              <a:pathLst>
                <a:path w="8866" h="13597" extrusionOk="0">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39" name="Google Shape;6239;p53"/>
          <p:cNvGrpSpPr/>
          <p:nvPr/>
        </p:nvGrpSpPr>
        <p:grpSpPr>
          <a:xfrm>
            <a:off x="7747437" y="3952822"/>
            <a:ext cx="339411" cy="337193"/>
            <a:chOff x="4456725" y="4993625"/>
            <a:chExt cx="482050" cy="478900"/>
          </a:xfrm>
        </p:grpSpPr>
        <p:sp>
          <p:nvSpPr>
            <p:cNvPr id="6240" name="Google Shape;6240;p53"/>
            <p:cNvSpPr/>
            <p:nvPr/>
          </p:nvSpPr>
          <p:spPr>
            <a:xfrm>
              <a:off x="4470350" y="5058825"/>
              <a:ext cx="315450" cy="164750"/>
            </a:xfrm>
            <a:custGeom>
              <a:avLst/>
              <a:gdLst/>
              <a:ahLst/>
              <a:cxnLst/>
              <a:rect l="l" t="t" r="r" b="b"/>
              <a:pathLst>
                <a:path w="12618" h="6590" extrusionOk="0">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1" name="Google Shape;6241;p53"/>
            <p:cNvSpPr/>
            <p:nvPr/>
          </p:nvSpPr>
          <p:spPr>
            <a:xfrm>
              <a:off x="4706575" y="5133350"/>
              <a:ext cx="232200" cy="339175"/>
            </a:xfrm>
            <a:custGeom>
              <a:avLst/>
              <a:gdLst/>
              <a:ahLst/>
              <a:cxnLst/>
              <a:rect l="l" t="t" r="r" b="b"/>
              <a:pathLst>
                <a:path w="9288" h="13567" extrusionOk="0">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2" name="Google Shape;6242;p53"/>
            <p:cNvSpPr/>
            <p:nvPr/>
          </p:nvSpPr>
          <p:spPr>
            <a:xfrm>
              <a:off x="4591625" y="4993625"/>
              <a:ext cx="334125" cy="168500"/>
            </a:xfrm>
            <a:custGeom>
              <a:avLst/>
              <a:gdLst/>
              <a:ahLst/>
              <a:cxnLst/>
              <a:rect l="l" t="t" r="r" b="b"/>
              <a:pathLst>
                <a:path w="13365" h="6740" extrusionOk="0">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3" name="Google Shape;6243;p53"/>
            <p:cNvSpPr/>
            <p:nvPr/>
          </p:nvSpPr>
          <p:spPr>
            <a:xfrm>
              <a:off x="4456725" y="5132450"/>
              <a:ext cx="221650" cy="339925"/>
            </a:xfrm>
            <a:custGeom>
              <a:avLst/>
              <a:gdLst/>
              <a:ahLst/>
              <a:cxnLst/>
              <a:rect l="l" t="t" r="r" b="b"/>
              <a:pathLst>
                <a:path w="8866" h="13597" extrusionOk="0">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244" name="Google Shape;6244;p53"/>
          <p:cNvGrpSpPr/>
          <p:nvPr/>
        </p:nvGrpSpPr>
        <p:grpSpPr>
          <a:xfrm>
            <a:off x="6376030" y="3952813"/>
            <a:ext cx="339411" cy="337211"/>
            <a:chOff x="5049575" y="4993600"/>
            <a:chExt cx="482050" cy="478925"/>
          </a:xfrm>
        </p:grpSpPr>
        <p:sp>
          <p:nvSpPr>
            <p:cNvPr id="6245" name="Google Shape;6245;p53"/>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6" name="Google Shape;6246;p53"/>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7" name="Google Shape;6247;p53"/>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248" name="Google Shape;6248;p53"/>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6252"/>
        <p:cNvGrpSpPr/>
        <p:nvPr/>
      </p:nvGrpSpPr>
      <p:grpSpPr>
        <a:xfrm>
          <a:off x="0" y="0"/>
          <a:ext cx="0" cy="0"/>
          <a:chOff x="0" y="0"/>
          <a:chExt cx="0" cy="0"/>
        </a:xfrm>
      </p:grpSpPr>
      <p:sp>
        <p:nvSpPr>
          <p:cNvPr id="6253" name="Google Shape;6253;p54"/>
          <p:cNvSpPr txBox="1">
            <a:spLocks noGrp="1"/>
          </p:cNvSpPr>
          <p:nvPr>
            <p:ph type="title" idx="4294967295"/>
          </p:nvPr>
        </p:nvSpPr>
        <p:spPr>
          <a:xfrm>
            <a:off x="849675"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latin typeface="Arial"/>
                <a:ea typeface="Arial"/>
                <a:cs typeface="Arial"/>
                <a:sym typeface="Arial"/>
              </a:rPr>
              <a:t>Educational I</a:t>
            </a:r>
            <a:r>
              <a:rPr lang="es">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6254" name="Google Shape;6254;p54"/>
          <p:cNvSpPr txBox="1">
            <a:spLocks noGrp="1"/>
          </p:cNvSpPr>
          <p:nvPr>
            <p:ph type="title" idx="4294967295"/>
          </p:nvPr>
        </p:nvSpPr>
        <p:spPr>
          <a:xfrm>
            <a:off x="4858400"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latin typeface="Arial"/>
                <a:ea typeface="Arial"/>
                <a:cs typeface="Arial"/>
                <a:sym typeface="Arial"/>
              </a:rPr>
              <a:t>Medical Icons</a:t>
            </a:r>
            <a:endParaRPr>
              <a:solidFill>
                <a:srgbClr val="FFFFFF"/>
              </a:solidFill>
              <a:latin typeface="Arial"/>
              <a:ea typeface="Arial"/>
              <a:cs typeface="Arial"/>
              <a:sym typeface="Arial"/>
            </a:endParaRPr>
          </a:p>
        </p:txBody>
      </p:sp>
      <p:grpSp>
        <p:nvGrpSpPr>
          <p:cNvPr id="6255" name="Google Shape;6255;p54"/>
          <p:cNvGrpSpPr/>
          <p:nvPr/>
        </p:nvGrpSpPr>
        <p:grpSpPr>
          <a:xfrm>
            <a:off x="876361" y="1533504"/>
            <a:ext cx="322099" cy="370529"/>
            <a:chOff x="-42971725" y="3217825"/>
            <a:chExt cx="275675" cy="317125"/>
          </a:xfrm>
        </p:grpSpPr>
        <p:sp>
          <p:nvSpPr>
            <p:cNvPr id="6256" name="Google Shape;6256;p54"/>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54"/>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54"/>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9" name="Google Shape;6259;p54"/>
          <p:cNvGrpSpPr/>
          <p:nvPr/>
        </p:nvGrpSpPr>
        <p:grpSpPr>
          <a:xfrm>
            <a:off x="848276" y="2002160"/>
            <a:ext cx="378270" cy="337551"/>
            <a:chOff x="-42996150" y="3612600"/>
            <a:chExt cx="323750" cy="288900"/>
          </a:xfrm>
        </p:grpSpPr>
        <p:sp>
          <p:nvSpPr>
            <p:cNvPr id="6260" name="Google Shape;6260;p54"/>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54"/>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54"/>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3" name="Google Shape;6263;p54"/>
          <p:cNvGrpSpPr/>
          <p:nvPr/>
        </p:nvGrpSpPr>
        <p:grpSpPr>
          <a:xfrm>
            <a:off x="851036" y="2411530"/>
            <a:ext cx="372749" cy="370909"/>
            <a:chOff x="-42994575" y="3950300"/>
            <a:chExt cx="319025" cy="317450"/>
          </a:xfrm>
        </p:grpSpPr>
        <p:sp>
          <p:nvSpPr>
            <p:cNvPr id="6264" name="Google Shape;6264;p54"/>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54"/>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54"/>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7" name="Google Shape;6267;p54"/>
          <p:cNvGrpSpPr/>
          <p:nvPr/>
        </p:nvGrpSpPr>
        <p:grpSpPr>
          <a:xfrm>
            <a:off x="3004431" y="1558362"/>
            <a:ext cx="371785" cy="370879"/>
            <a:chOff x="-41111350" y="3239100"/>
            <a:chExt cx="318200" cy="317425"/>
          </a:xfrm>
        </p:grpSpPr>
        <p:sp>
          <p:nvSpPr>
            <p:cNvPr id="6268" name="Google Shape;6268;p54"/>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54"/>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54"/>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54"/>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2" name="Google Shape;6272;p54"/>
          <p:cNvGrpSpPr/>
          <p:nvPr/>
        </p:nvGrpSpPr>
        <p:grpSpPr>
          <a:xfrm>
            <a:off x="3000751" y="1993894"/>
            <a:ext cx="379146" cy="370967"/>
            <a:chOff x="-41117650" y="3605525"/>
            <a:chExt cx="324500" cy="317500"/>
          </a:xfrm>
        </p:grpSpPr>
        <p:sp>
          <p:nvSpPr>
            <p:cNvPr id="6273" name="Google Shape;6273;p54"/>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54"/>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54"/>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76" name="Google Shape;6276;p54"/>
          <p:cNvSpPr/>
          <p:nvPr/>
        </p:nvSpPr>
        <p:spPr>
          <a:xfrm>
            <a:off x="3006881" y="2443479"/>
            <a:ext cx="372720" cy="361678"/>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77" name="Google Shape;6277;p54"/>
          <p:cNvGrpSpPr/>
          <p:nvPr/>
        </p:nvGrpSpPr>
        <p:grpSpPr>
          <a:xfrm>
            <a:off x="1827005" y="2885417"/>
            <a:ext cx="216271" cy="371814"/>
            <a:chOff x="-39205300" y="3220175"/>
            <a:chExt cx="185100" cy="318225"/>
          </a:xfrm>
        </p:grpSpPr>
        <p:sp>
          <p:nvSpPr>
            <p:cNvPr id="6278" name="Google Shape;6278;p54"/>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54"/>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0" name="Google Shape;6280;p54"/>
          <p:cNvGrpSpPr/>
          <p:nvPr/>
        </p:nvGrpSpPr>
        <p:grpSpPr>
          <a:xfrm>
            <a:off x="1792533" y="3345488"/>
            <a:ext cx="300016" cy="369273"/>
            <a:chOff x="-39248625" y="3588600"/>
            <a:chExt cx="256775" cy="316050"/>
          </a:xfrm>
        </p:grpSpPr>
        <p:sp>
          <p:nvSpPr>
            <p:cNvPr id="6281" name="Google Shape;6281;p54"/>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54"/>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3" name="Google Shape;6283;p54"/>
          <p:cNvSpPr/>
          <p:nvPr/>
        </p:nvSpPr>
        <p:spPr>
          <a:xfrm>
            <a:off x="1763554" y="3801114"/>
            <a:ext cx="363548" cy="370909"/>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54"/>
          <p:cNvSpPr/>
          <p:nvPr/>
        </p:nvSpPr>
        <p:spPr>
          <a:xfrm>
            <a:off x="3953101" y="2872552"/>
            <a:ext cx="369974" cy="368601"/>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85" name="Google Shape;6285;p54"/>
          <p:cNvGrpSpPr/>
          <p:nvPr/>
        </p:nvGrpSpPr>
        <p:grpSpPr>
          <a:xfrm>
            <a:off x="1243246" y="1533504"/>
            <a:ext cx="429504" cy="370879"/>
            <a:chOff x="-42651700" y="3217825"/>
            <a:chExt cx="367600" cy="317425"/>
          </a:xfrm>
        </p:grpSpPr>
        <p:sp>
          <p:nvSpPr>
            <p:cNvPr id="6286" name="Google Shape;6286;p54"/>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54"/>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8" name="Google Shape;6288;p54"/>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54"/>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0" name="Google Shape;6290;p54"/>
          <p:cNvGrpSpPr/>
          <p:nvPr/>
        </p:nvGrpSpPr>
        <p:grpSpPr>
          <a:xfrm>
            <a:off x="1278678" y="1973154"/>
            <a:ext cx="358640" cy="363226"/>
            <a:chOff x="-42617300" y="3587775"/>
            <a:chExt cx="306950" cy="310875"/>
          </a:xfrm>
        </p:grpSpPr>
        <p:sp>
          <p:nvSpPr>
            <p:cNvPr id="6291" name="Google Shape;6291;p54"/>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54"/>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93" name="Google Shape;6293;p54"/>
          <p:cNvSpPr/>
          <p:nvPr/>
        </p:nvSpPr>
        <p:spPr>
          <a:xfrm>
            <a:off x="1275131" y="2412197"/>
            <a:ext cx="371785" cy="369974"/>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94" name="Google Shape;6294;p54"/>
          <p:cNvGrpSpPr/>
          <p:nvPr/>
        </p:nvGrpSpPr>
        <p:grpSpPr>
          <a:xfrm>
            <a:off x="3450506" y="1557895"/>
            <a:ext cx="376926" cy="370324"/>
            <a:chOff x="-40748275" y="3238700"/>
            <a:chExt cx="322600" cy="316950"/>
          </a:xfrm>
        </p:grpSpPr>
        <p:sp>
          <p:nvSpPr>
            <p:cNvPr id="6295" name="Google Shape;6295;p54"/>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54"/>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54"/>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54"/>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54"/>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54"/>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1" name="Google Shape;6301;p54"/>
          <p:cNvGrpSpPr/>
          <p:nvPr/>
        </p:nvGrpSpPr>
        <p:grpSpPr>
          <a:xfrm>
            <a:off x="3453062" y="2025879"/>
            <a:ext cx="371814" cy="338690"/>
            <a:chOff x="-40745125" y="3632900"/>
            <a:chExt cx="318225" cy="289875"/>
          </a:xfrm>
        </p:grpSpPr>
        <p:sp>
          <p:nvSpPr>
            <p:cNvPr id="6302" name="Google Shape;6302;p54"/>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54"/>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54"/>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54"/>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54"/>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54"/>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54"/>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9" name="Google Shape;6309;p54"/>
          <p:cNvGrpSpPr/>
          <p:nvPr/>
        </p:nvGrpSpPr>
        <p:grpSpPr>
          <a:xfrm>
            <a:off x="3457209" y="2437089"/>
            <a:ext cx="363518" cy="370178"/>
            <a:chOff x="-40742750" y="3972175"/>
            <a:chExt cx="311125" cy="316825"/>
          </a:xfrm>
        </p:grpSpPr>
        <p:sp>
          <p:nvSpPr>
            <p:cNvPr id="6310" name="Google Shape;6310;p54"/>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54"/>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2" name="Google Shape;6312;p54"/>
          <p:cNvGrpSpPr/>
          <p:nvPr/>
        </p:nvGrpSpPr>
        <p:grpSpPr>
          <a:xfrm>
            <a:off x="2239871" y="2887257"/>
            <a:ext cx="266892" cy="369974"/>
            <a:chOff x="-38860325" y="3221750"/>
            <a:chExt cx="228425" cy="316650"/>
          </a:xfrm>
        </p:grpSpPr>
        <p:sp>
          <p:nvSpPr>
            <p:cNvPr id="6313" name="Google Shape;6313;p54"/>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54"/>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54"/>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54"/>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7" name="Google Shape;6317;p54"/>
          <p:cNvGrpSpPr/>
          <p:nvPr/>
        </p:nvGrpSpPr>
        <p:grpSpPr>
          <a:xfrm>
            <a:off x="2190678" y="3349314"/>
            <a:ext cx="380081" cy="367111"/>
            <a:chOff x="-38905225" y="3591875"/>
            <a:chExt cx="325300" cy="314200"/>
          </a:xfrm>
        </p:grpSpPr>
        <p:sp>
          <p:nvSpPr>
            <p:cNvPr id="6318" name="Google Shape;6318;p54"/>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54"/>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54"/>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21" name="Google Shape;6321;p54"/>
          <p:cNvSpPr/>
          <p:nvPr/>
        </p:nvSpPr>
        <p:spPr>
          <a:xfrm>
            <a:off x="2198491" y="3859092"/>
            <a:ext cx="369974" cy="312927"/>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2" name="Google Shape;6322;p54"/>
          <p:cNvGrpSpPr/>
          <p:nvPr/>
        </p:nvGrpSpPr>
        <p:grpSpPr>
          <a:xfrm>
            <a:off x="3997427" y="3334394"/>
            <a:ext cx="290815" cy="369740"/>
            <a:chOff x="-37370925" y="3579105"/>
            <a:chExt cx="248900" cy="316450"/>
          </a:xfrm>
        </p:grpSpPr>
        <p:sp>
          <p:nvSpPr>
            <p:cNvPr id="6323" name="Google Shape;6323;p54"/>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54"/>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25" name="Google Shape;6325;p54"/>
          <p:cNvSpPr/>
          <p:nvPr/>
        </p:nvSpPr>
        <p:spPr>
          <a:xfrm>
            <a:off x="1697481" y="1534192"/>
            <a:ext cx="364453" cy="369419"/>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54"/>
          <p:cNvSpPr/>
          <p:nvPr/>
        </p:nvSpPr>
        <p:spPr>
          <a:xfrm>
            <a:off x="1722323" y="1969494"/>
            <a:ext cx="314767" cy="371814"/>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27" name="Google Shape;6327;p54"/>
          <p:cNvGrpSpPr/>
          <p:nvPr/>
        </p:nvGrpSpPr>
        <p:grpSpPr>
          <a:xfrm>
            <a:off x="1690803" y="2412465"/>
            <a:ext cx="371814" cy="369974"/>
            <a:chOff x="-42259725" y="3951100"/>
            <a:chExt cx="318225" cy="316650"/>
          </a:xfrm>
        </p:grpSpPr>
        <p:sp>
          <p:nvSpPr>
            <p:cNvPr id="6328" name="Google Shape;6328;p54"/>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54"/>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0" name="Google Shape;6330;p54"/>
          <p:cNvGrpSpPr/>
          <p:nvPr/>
        </p:nvGrpSpPr>
        <p:grpSpPr>
          <a:xfrm>
            <a:off x="3889164" y="1591486"/>
            <a:ext cx="370879" cy="337755"/>
            <a:chOff x="-40378075" y="3267450"/>
            <a:chExt cx="317425" cy="289075"/>
          </a:xfrm>
        </p:grpSpPr>
        <p:sp>
          <p:nvSpPr>
            <p:cNvPr id="6331" name="Google Shape;6331;p54"/>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54"/>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54"/>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54"/>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5" name="Google Shape;6335;p54"/>
          <p:cNvGrpSpPr/>
          <p:nvPr/>
        </p:nvGrpSpPr>
        <p:grpSpPr>
          <a:xfrm>
            <a:off x="3892830" y="1992754"/>
            <a:ext cx="363548" cy="369974"/>
            <a:chOff x="-40372575" y="3604550"/>
            <a:chExt cx="311150" cy="316650"/>
          </a:xfrm>
        </p:grpSpPr>
        <p:sp>
          <p:nvSpPr>
            <p:cNvPr id="6336" name="Google Shape;6336;p54"/>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54"/>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54"/>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39" name="Google Shape;6339;p54"/>
          <p:cNvSpPr/>
          <p:nvPr/>
        </p:nvSpPr>
        <p:spPr>
          <a:xfrm>
            <a:off x="3896162" y="2436031"/>
            <a:ext cx="362613" cy="371902"/>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40" name="Google Shape;6340;p54"/>
          <p:cNvGrpSpPr/>
          <p:nvPr/>
        </p:nvGrpSpPr>
        <p:grpSpPr>
          <a:xfrm>
            <a:off x="2616780" y="2885417"/>
            <a:ext cx="399038" cy="372165"/>
            <a:chOff x="-38542250" y="3220175"/>
            <a:chExt cx="341525" cy="318525"/>
          </a:xfrm>
        </p:grpSpPr>
        <p:sp>
          <p:nvSpPr>
            <p:cNvPr id="6341" name="Google Shape;6341;p54"/>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54"/>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54"/>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4" name="Google Shape;6344;p54"/>
          <p:cNvGrpSpPr/>
          <p:nvPr/>
        </p:nvGrpSpPr>
        <p:grpSpPr>
          <a:xfrm>
            <a:off x="2638712" y="3344787"/>
            <a:ext cx="369974" cy="369068"/>
            <a:chOff x="-38537400" y="3588000"/>
            <a:chExt cx="316650" cy="315875"/>
          </a:xfrm>
        </p:grpSpPr>
        <p:sp>
          <p:nvSpPr>
            <p:cNvPr id="6345" name="Google Shape;6345;p54"/>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54"/>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54"/>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54"/>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9" name="Google Shape;6349;p54"/>
          <p:cNvGrpSpPr/>
          <p:nvPr/>
        </p:nvGrpSpPr>
        <p:grpSpPr>
          <a:xfrm>
            <a:off x="2637792" y="3802316"/>
            <a:ext cx="371814" cy="369974"/>
            <a:chOff x="-38538975" y="3954250"/>
            <a:chExt cx="318225" cy="316650"/>
          </a:xfrm>
        </p:grpSpPr>
        <p:sp>
          <p:nvSpPr>
            <p:cNvPr id="6350" name="Google Shape;6350;p54"/>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54"/>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2" name="Google Shape;6352;p54"/>
          <p:cNvGrpSpPr/>
          <p:nvPr/>
        </p:nvGrpSpPr>
        <p:grpSpPr>
          <a:xfrm>
            <a:off x="3955104" y="3797243"/>
            <a:ext cx="375465" cy="371814"/>
            <a:chOff x="-37385100" y="3949908"/>
            <a:chExt cx="321350" cy="318225"/>
          </a:xfrm>
        </p:grpSpPr>
        <p:sp>
          <p:nvSpPr>
            <p:cNvPr id="6353" name="Google Shape;6353;p54"/>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54"/>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5" name="Google Shape;6355;p54"/>
          <p:cNvGrpSpPr/>
          <p:nvPr/>
        </p:nvGrpSpPr>
        <p:grpSpPr>
          <a:xfrm>
            <a:off x="2130763" y="1532803"/>
            <a:ext cx="370909" cy="370675"/>
            <a:chOff x="-41895050" y="3217225"/>
            <a:chExt cx="317450" cy="317250"/>
          </a:xfrm>
        </p:grpSpPr>
        <p:sp>
          <p:nvSpPr>
            <p:cNvPr id="6356" name="Google Shape;6356;p54"/>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54"/>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54"/>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54"/>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54"/>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1" name="Google Shape;6361;p54"/>
          <p:cNvGrpSpPr/>
          <p:nvPr/>
        </p:nvGrpSpPr>
        <p:grpSpPr>
          <a:xfrm>
            <a:off x="2130310" y="1969737"/>
            <a:ext cx="371814" cy="369974"/>
            <a:chOff x="-41893475" y="3584850"/>
            <a:chExt cx="318225" cy="316650"/>
          </a:xfrm>
        </p:grpSpPr>
        <p:sp>
          <p:nvSpPr>
            <p:cNvPr id="6362" name="Google Shape;6362;p54"/>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54"/>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54"/>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54"/>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66" name="Google Shape;6366;p54"/>
          <p:cNvSpPr/>
          <p:nvPr/>
        </p:nvSpPr>
        <p:spPr>
          <a:xfrm>
            <a:off x="2133283" y="2414037"/>
            <a:ext cx="371814" cy="369302"/>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54"/>
          <p:cNvSpPr/>
          <p:nvPr/>
        </p:nvSpPr>
        <p:spPr>
          <a:xfrm>
            <a:off x="845041" y="2906375"/>
            <a:ext cx="438997" cy="369039"/>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68" name="Google Shape;6368;p54"/>
          <p:cNvGrpSpPr/>
          <p:nvPr/>
        </p:nvGrpSpPr>
        <p:grpSpPr>
          <a:xfrm>
            <a:off x="900338" y="3365029"/>
            <a:ext cx="337522" cy="370909"/>
            <a:chOff x="-39998250" y="3605325"/>
            <a:chExt cx="288875" cy="317450"/>
          </a:xfrm>
        </p:grpSpPr>
        <p:sp>
          <p:nvSpPr>
            <p:cNvPr id="6369" name="Google Shape;6369;p54"/>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54"/>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1" name="Google Shape;6371;p54"/>
          <p:cNvGrpSpPr/>
          <p:nvPr/>
        </p:nvGrpSpPr>
        <p:grpSpPr>
          <a:xfrm>
            <a:off x="884112" y="3823493"/>
            <a:ext cx="369974" cy="369945"/>
            <a:chOff x="-40011050" y="3972375"/>
            <a:chExt cx="316650" cy="316625"/>
          </a:xfrm>
        </p:grpSpPr>
        <p:sp>
          <p:nvSpPr>
            <p:cNvPr id="6372" name="Google Shape;6372;p54"/>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3" name="Google Shape;6373;p54"/>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4" name="Google Shape;6374;p54"/>
          <p:cNvGrpSpPr/>
          <p:nvPr/>
        </p:nvGrpSpPr>
        <p:grpSpPr>
          <a:xfrm>
            <a:off x="3116043" y="2888192"/>
            <a:ext cx="266921" cy="369039"/>
            <a:chOff x="-38129425" y="3222550"/>
            <a:chExt cx="228450" cy="315850"/>
          </a:xfrm>
        </p:grpSpPr>
        <p:sp>
          <p:nvSpPr>
            <p:cNvPr id="6375" name="Google Shape;6375;p54"/>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54"/>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7" name="Google Shape;6377;p54"/>
          <p:cNvGrpSpPr/>
          <p:nvPr/>
        </p:nvGrpSpPr>
        <p:grpSpPr>
          <a:xfrm>
            <a:off x="3071012" y="3344787"/>
            <a:ext cx="371785" cy="369974"/>
            <a:chOff x="-38172725" y="3588000"/>
            <a:chExt cx="318200" cy="316650"/>
          </a:xfrm>
        </p:grpSpPr>
        <p:sp>
          <p:nvSpPr>
            <p:cNvPr id="6378" name="Google Shape;6378;p54"/>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54"/>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54"/>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54"/>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54"/>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54"/>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54"/>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54"/>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6" name="Google Shape;6386;p54"/>
          <p:cNvGrpSpPr/>
          <p:nvPr/>
        </p:nvGrpSpPr>
        <p:grpSpPr>
          <a:xfrm>
            <a:off x="3146914" y="3803222"/>
            <a:ext cx="219981" cy="369974"/>
            <a:chOff x="-38109725" y="3955025"/>
            <a:chExt cx="188275" cy="316650"/>
          </a:xfrm>
        </p:grpSpPr>
        <p:sp>
          <p:nvSpPr>
            <p:cNvPr id="6387" name="Google Shape;6387;p54"/>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8" name="Google Shape;6388;p54"/>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89" name="Google Shape;6389;p54"/>
          <p:cNvSpPr/>
          <p:nvPr/>
        </p:nvSpPr>
        <p:spPr>
          <a:xfrm>
            <a:off x="2248517" y="4262983"/>
            <a:ext cx="383790" cy="370266"/>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90" name="Google Shape;6390;p54"/>
          <p:cNvGrpSpPr/>
          <p:nvPr/>
        </p:nvGrpSpPr>
        <p:grpSpPr>
          <a:xfrm>
            <a:off x="2562313" y="1534643"/>
            <a:ext cx="373654" cy="369068"/>
            <a:chOff x="-41530375" y="3218800"/>
            <a:chExt cx="319800" cy="315875"/>
          </a:xfrm>
        </p:grpSpPr>
        <p:sp>
          <p:nvSpPr>
            <p:cNvPr id="6391" name="Google Shape;6391;p54"/>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54"/>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3" name="Google Shape;6393;p54"/>
          <p:cNvGrpSpPr/>
          <p:nvPr/>
        </p:nvGrpSpPr>
        <p:grpSpPr>
          <a:xfrm>
            <a:off x="2564607" y="2049801"/>
            <a:ext cx="369068" cy="289004"/>
            <a:chOff x="-41526450" y="3653375"/>
            <a:chExt cx="315875" cy="247350"/>
          </a:xfrm>
        </p:grpSpPr>
        <p:sp>
          <p:nvSpPr>
            <p:cNvPr id="6394" name="Google Shape;6394;p54"/>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5" name="Google Shape;6395;p54"/>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6" name="Google Shape;6396;p54"/>
          <p:cNvGrpSpPr/>
          <p:nvPr/>
        </p:nvGrpSpPr>
        <p:grpSpPr>
          <a:xfrm>
            <a:off x="2565994" y="2412465"/>
            <a:ext cx="366293" cy="369974"/>
            <a:chOff x="-41526450" y="3951100"/>
            <a:chExt cx="313500" cy="316650"/>
          </a:xfrm>
        </p:grpSpPr>
        <p:sp>
          <p:nvSpPr>
            <p:cNvPr id="6397" name="Google Shape;6397;p54"/>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54"/>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54"/>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0" name="Google Shape;6400;p54"/>
          <p:cNvGrpSpPr/>
          <p:nvPr/>
        </p:nvGrpSpPr>
        <p:grpSpPr>
          <a:xfrm>
            <a:off x="1331249" y="2906594"/>
            <a:ext cx="339595" cy="371814"/>
            <a:chOff x="-39625900" y="3238300"/>
            <a:chExt cx="290650" cy="318225"/>
          </a:xfrm>
        </p:grpSpPr>
        <p:sp>
          <p:nvSpPr>
            <p:cNvPr id="6401" name="Google Shape;6401;p54"/>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54"/>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3" name="Google Shape;6403;p54"/>
          <p:cNvSpPr/>
          <p:nvPr/>
        </p:nvSpPr>
        <p:spPr>
          <a:xfrm>
            <a:off x="1353422" y="3365720"/>
            <a:ext cx="315672" cy="369974"/>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04" name="Google Shape;6404;p54"/>
          <p:cNvGrpSpPr/>
          <p:nvPr/>
        </p:nvGrpSpPr>
        <p:grpSpPr>
          <a:xfrm>
            <a:off x="1325300" y="3823055"/>
            <a:ext cx="366293" cy="370441"/>
            <a:chOff x="-39647175" y="3972000"/>
            <a:chExt cx="313500" cy="317050"/>
          </a:xfrm>
        </p:grpSpPr>
        <p:sp>
          <p:nvSpPr>
            <p:cNvPr id="6405" name="Google Shape;6405;p54"/>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6" name="Google Shape;6406;p54"/>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7" name="Google Shape;6407;p54"/>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8" name="Google Shape;6408;p54"/>
          <p:cNvGrpSpPr/>
          <p:nvPr/>
        </p:nvGrpSpPr>
        <p:grpSpPr>
          <a:xfrm>
            <a:off x="3494427" y="2887053"/>
            <a:ext cx="375495" cy="370879"/>
            <a:chOff x="-37808850" y="3221575"/>
            <a:chExt cx="321375" cy="317425"/>
          </a:xfrm>
        </p:grpSpPr>
        <p:sp>
          <p:nvSpPr>
            <p:cNvPr id="6409" name="Google Shape;6409;p54"/>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54"/>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1" name="Google Shape;6411;p54"/>
          <p:cNvGrpSpPr/>
          <p:nvPr/>
        </p:nvGrpSpPr>
        <p:grpSpPr>
          <a:xfrm>
            <a:off x="3503201" y="3409084"/>
            <a:ext cx="372749" cy="241158"/>
            <a:chOff x="-37806500" y="3643030"/>
            <a:chExt cx="319025" cy="206400"/>
          </a:xfrm>
        </p:grpSpPr>
        <p:sp>
          <p:nvSpPr>
            <p:cNvPr id="6412" name="Google Shape;6412;p54"/>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54"/>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4" name="Google Shape;6414;p54"/>
          <p:cNvGrpSpPr/>
          <p:nvPr/>
        </p:nvGrpSpPr>
        <p:grpSpPr>
          <a:xfrm>
            <a:off x="3505508" y="3801381"/>
            <a:ext cx="368134" cy="371814"/>
            <a:chOff x="-37804925" y="3953450"/>
            <a:chExt cx="315075" cy="318225"/>
          </a:xfrm>
        </p:grpSpPr>
        <p:sp>
          <p:nvSpPr>
            <p:cNvPr id="6415" name="Google Shape;6415;p54"/>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6" name="Google Shape;6416;p54"/>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54"/>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18" name="Google Shape;6418;p54"/>
          <p:cNvSpPr/>
          <p:nvPr/>
        </p:nvSpPr>
        <p:spPr>
          <a:xfrm>
            <a:off x="2754452" y="4266125"/>
            <a:ext cx="265986" cy="36903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19" name="Google Shape;6419;p54"/>
          <p:cNvGrpSpPr/>
          <p:nvPr/>
        </p:nvGrpSpPr>
        <p:grpSpPr>
          <a:xfrm>
            <a:off x="4860977" y="1553988"/>
            <a:ext cx="355663" cy="308725"/>
            <a:chOff x="-28462125" y="3199700"/>
            <a:chExt cx="298550" cy="259150"/>
          </a:xfrm>
        </p:grpSpPr>
        <p:sp>
          <p:nvSpPr>
            <p:cNvPr id="6420" name="Google Shape;6420;p54"/>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54"/>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54"/>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3" name="Google Shape;6423;p54"/>
          <p:cNvGrpSpPr/>
          <p:nvPr/>
        </p:nvGrpSpPr>
        <p:grpSpPr>
          <a:xfrm>
            <a:off x="4861930" y="1988678"/>
            <a:ext cx="353757" cy="352833"/>
            <a:chOff x="-28461325" y="3545475"/>
            <a:chExt cx="296950" cy="296175"/>
          </a:xfrm>
        </p:grpSpPr>
        <p:sp>
          <p:nvSpPr>
            <p:cNvPr id="6424" name="Google Shape;6424;p54"/>
            <p:cNvSpPr/>
            <p:nvPr/>
          </p:nvSpPr>
          <p:spPr>
            <a:xfrm>
              <a:off x="-28461325" y="3666775"/>
              <a:ext cx="34675" cy="52775"/>
            </a:xfrm>
            <a:custGeom>
              <a:avLst/>
              <a:gdLst/>
              <a:ahLst/>
              <a:cxnLst/>
              <a:rect l="l" t="t" r="r" b="b"/>
              <a:pathLst>
                <a:path w="1387" h="2111" extrusionOk="0">
                  <a:moveTo>
                    <a:pt x="0" y="0"/>
                  </a:moveTo>
                  <a:lnTo>
                    <a:pt x="0" y="2111"/>
                  </a:lnTo>
                  <a:lnTo>
                    <a:pt x="1386" y="2111"/>
                  </a:lnTo>
                  <a:lnTo>
                    <a:pt x="13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54"/>
            <p:cNvSpPr/>
            <p:nvPr/>
          </p:nvSpPr>
          <p:spPr>
            <a:xfrm>
              <a:off x="-28461325" y="3737650"/>
              <a:ext cx="52775" cy="17350"/>
            </a:xfrm>
            <a:custGeom>
              <a:avLst/>
              <a:gdLst/>
              <a:ahLst/>
              <a:cxnLst/>
              <a:rect l="l" t="t" r="r" b="b"/>
              <a:pathLst>
                <a:path w="2111" h="694" extrusionOk="0">
                  <a:moveTo>
                    <a:pt x="0" y="1"/>
                  </a:moveTo>
                  <a:lnTo>
                    <a:pt x="0" y="694"/>
                  </a:lnTo>
                  <a:lnTo>
                    <a:pt x="1733" y="694"/>
                  </a:lnTo>
                  <a:cubicBezTo>
                    <a:pt x="1954" y="694"/>
                    <a:pt x="2111" y="536"/>
                    <a:pt x="2111" y="347"/>
                  </a:cubicBezTo>
                  <a:cubicBezTo>
                    <a:pt x="2111" y="158"/>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54"/>
            <p:cNvSpPr/>
            <p:nvPr/>
          </p:nvSpPr>
          <p:spPr>
            <a:xfrm>
              <a:off x="-28461325" y="3632100"/>
              <a:ext cx="52775" cy="17375"/>
            </a:xfrm>
            <a:custGeom>
              <a:avLst/>
              <a:gdLst/>
              <a:ahLst/>
              <a:cxnLst/>
              <a:rect l="l" t="t" r="r" b="b"/>
              <a:pathLst>
                <a:path w="2111" h="695" extrusionOk="0">
                  <a:moveTo>
                    <a:pt x="0" y="1"/>
                  </a:moveTo>
                  <a:lnTo>
                    <a:pt x="0" y="694"/>
                  </a:lnTo>
                  <a:lnTo>
                    <a:pt x="1733" y="694"/>
                  </a:lnTo>
                  <a:cubicBezTo>
                    <a:pt x="1954" y="694"/>
                    <a:pt x="2111" y="537"/>
                    <a:pt x="2111" y="348"/>
                  </a:cubicBezTo>
                  <a:cubicBezTo>
                    <a:pt x="2111" y="159"/>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54"/>
            <p:cNvSpPr/>
            <p:nvPr/>
          </p:nvSpPr>
          <p:spPr>
            <a:xfrm>
              <a:off x="-28460550" y="3545475"/>
              <a:ext cx="296175" cy="296175"/>
            </a:xfrm>
            <a:custGeom>
              <a:avLst/>
              <a:gdLst/>
              <a:ahLst/>
              <a:cxnLst/>
              <a:rect l="l" t="t" r="r" b="b"/>
              <a:pathLst>
                <a:path w="11847" h="11847" extrusionOk="0">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54"/>
            <p:cNvSpPr/>
            <p:nvPr/>
          </p:nvSpPr>
          <p:spPr>
            <a:xfrm>
              <a:off x="-28347925" y="3649450"/>
              <a:ext cx="86675" cy="86650"/>
            </a:xfrm>
            <a:custGeom>
              <a:avLst/>
              <a:gdLst/>
              <a:ahLst/>
              <a:cxnLst/>
              <a:rect l="l" t="t" r="r" b="b"/>
              <a:pathLst>
                <a:path w="3467" h="3466" extrusionOk="0">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54"/>
            <p:cNvSpPr/>
            <p:nvPr/>
          </p:nvSpPr>
          <p:spPr>
            <a:xfrm>
              <a:off x="-28408550" y="3597450"/>
              <a:ext cx="191400" cy="192200"/>
            </a:xfrm>
            <a:custGeom>
              <a:avLst/>
              <a:gdLst/>
              <a:ahLst/>
              <a:cxnLst/>
              <a:rect l="l" t="t" r="r" b="b"/>
              <a:pathLst>
                <a:path w="7656" h="7688" extrusionOk="0">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0" name="Google Shape;6430;p54"/>
          <p:cNvGrpSpPr/>
          <p:nvPr/>
        </p:nvGrpSpPr>
        <p:grpSpPr>
          <a:xfrm>
            <a:off x="4858162" y="2438722"/>
            <a:ext cx="361292" cy="352803"/>
            <a:chOff x="-28463700" y="3914875"/>
            <a:chExt cx="303275" cy="296150"/>
          </a:xfrm>
        </p:grpSpPr>
        <p:sp>
          <p:nvSpPr>
            <p:cNvPr id="6431" name="Google Shape;6431;p54"/>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54"/>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3" name="Google Shape;6433;p54"/>
          <p:cNvGrpSpPr/>
          <p:nvPr/>
        </p:nvGrpSpPr>
        <p:grpSpPr>
          <a:xfrm>
            <a:off x="7092947" y="1594805"/>
            <a:ext cx="351880" cy="227092"/>
            <a:chOff x="-26573400" y="3224125"/>
            <a:chExt cx="295375" cy="190625"/>
          </a:xfrm>
        </p:grpSpPr>
        <p:sp>
          <p:nvSpPr>
            <p:cNvPr id="6434" name="Google Shape;6434;p54"/>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54"/>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6" name="Google Shape;6436;p54"/>
          <p:cNvGrpSpPr/>
          <p:nvPr/>
        </p:nvGrpSpPr>
        <p:grpSpPr>
          <a:xfrm>
            <a:off x="7092947" y="1989140"/>
            <a:ext cx="351880" cy="351910"/>
            <a:chOff x="-26573400" y="3546250"/>
            <a:chExt cx="295375" cy="295400"/>
          </a:xfrm>
        </p:grpSpPr>
        <p:sp>
          <p:nvSpPr>
            <p:cNvPr id="6437" name="Google Shape;6437;p54"/>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8" name="Google Shape;6438;p54"/>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54"/>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54"/>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54"/>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2" name="Google Shape;6442;p54"/>
          <p:cNvGrpSpPr/>
          <p:nvPr/>
        </p:nvGrpSpPr>
        <p:grpSpPr>
          <a:xfrm>
            <a:off x="7081228" y="2439049"/>
            <a:ext cx="375319" cy="352148"/>
            <a:chOff x="-26583625" y="3917025"/>
            <a:chExt cx="315050" cy="295600"/>
          </a:xfrm>
        </p:grpSpPr>
        <p:sp>
          <p:nvSpPr>
            <p:cNvPr id="6443" name="Google Shape;6443;p54"/>
            <p:cNvSpPr/>
            <p:nvPr/>
          </p:nvSpPr>
          <p:spPr>
            <a:xfrm>
              <a:off x="-26413500" y="3918400"/>
              <a:ext cx="144925" cy="135125"/>
            </a:xfrm>
            <a:custGeom>
              <a:avLst/>
              <a:gdLst/>
              <a:ahLst/>
              <a:cxnLst/>
              <a:rect l="l" t="t" r="r" b="b"/>
              <a:pathLst>
                <a:path w="5797" h="5405" extrusionOk="0">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54"/>
            <p:cNvSpPr/>
            <p:nvPr/>
          </p:nvSpPr>
          <p:spPr>
            <a:xfrm>
              <a:off x="-26466275" y="4026700"/>
              <a:ext cx="78775" cy="77225"/>
            </a:xfrm>
            <a:custGeom>
              <a:avLst/>
              <a:gdLst/>
              <a:ahLst/>
              <a:cxnLst/>
              <a:rect l="l" t="t" r="r" b="b"/>
              <a:pathLst>
                <a:path w="3151" h="3089" extrusionOk="0">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54"/>
            <p:cNvSpPr/>
            <p:nvPr/>
          </p:nvSpPr>
          <p:spPr>
            <a:xfrm>
              <a:off x="-26583625" y="4077125"/>
              <a:ext cx="144925" cy="134700"/>
            </a:xfrm>
            <a:custGeom>
              <a:avLst/>
              <a:gdLst/>
              <a:ahLst/>
              <a:cxnLst/>
              <a:rect l="l" t="t" r="r" b="b"/>
              <a:pathLst>
                <a:path w="5797" h="5388" extrusionOk="0">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6" name="Google Shape;6446;p54"/>
            <p:cNvSpPr/>
            <p:nvPr/>
          </p:nvSpPr>
          <p:spPr>
            <a:xfrm>
              <a:off x="-26581275" y="3917025"/>
              <a:ext cx="311125" cy="295600"/>
            </a:xfrm>
            <a:custGeom>
              <a:avLst/>
              <a:gdLst/>
              <a:ahLst/>
              <a:cxnLst/>
              <a:rect l="l" t="t" r="r" b="b"/>
              <a:pathLst>
                <a:path w="12445" h="11824" extrusionOk="0">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47" name="Google Shape;6447;p54"/>
          <p:cNvSpPr/>
          <p:nvPr/>
        </p:nvSpPr>
        <p:spPr>
          <a:xfrm>
            <a:off x="5748315" y="2919564"/>
            <a:ext cx="352833" cy="351880"/>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48" name="Google Shape;6448;p54"/>
          <p:cNvGrpSpPr/>
          <p:nvPr/>
        </p:nvGrpSpPr>
        <p:grpSpPr>
          <a:xfrm>
            <a:off x="5779742" y="3398079"/>
            <a:ext cx="289039" cy="352833"/>
            <a:chOff x="-24694925" y="3518700"/>
            <a:chExt cx="242625" cy="296175"/>
          </a:xfrm>
        </p:grpSpPr>
        <p:sp>
          <p:nvSpPr>
            <p:cNvPr id="6449" name="Google Shape;6449;p54"/>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54"/>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54"/>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2" name="Google Shape;6452;p54"/>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3" name="Google Shape;6453;p54"/>
          <p:cNvGrpSpPr/>
          <p:nvPr/>
        </p:nvGrpSpPr>
        <p:grpSpPr>
          <a:xfrm>
            <a:off x="5779280" y="3848107"/>
            <a:ext cx="289962" cy="352833"/>
            <a:chOff x="-24709100" y="3888875"/>
            <a:chExt cx="243400" cy="296175"/>
          </a:xfrm>
        </p:grpSpPr>
        <p:sp>
          <p:nvSpPr>
            <p:cNvPr id="6454" name="Google Shape;6454;p54"/>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5" name="Google Shape;6455;p54"/>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54"/>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7" name="Google Shape;6457;p54"/>
          <p:cNvGrpSpPr/>
          <p:nvPr/>
        </p:nvGrpSpPr>
        <p:grpSpPr>
          <a:xfrm>
            <a:off x="7979280" y="2920770"/>
            <a:ext cx="356556" cy="349557"/>
            <a:chOff x="-22863675" y="3131775"/>
            <a:chExt cx="299300" cy="293425"/>
          </a:xfrm>
        </p:grpSpPr>
        <p:sp>
          <p:nvSpPr>
            <p:cNvPr id="6458" name="Google Shape;6458;p54"/>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9" name="Google Shape;6459;p54"/>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54"/>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1" name="Google Shape;6461;p54"/>
          <p:cNvGrpSpPr/>
          <p:nvPr/>
        </p:nvGrpSpPr>
        <p:grpSpPr>
          <a:xfrm>
            <a:off x="5322144" y="1531949"/>
            <a:ext cx="310602" cy="352803"/>
            <a:chOff x="-28069875" y="3175300"/>
            <a:chExt cx="260725" cy="296150"/>
          </a:xfrm>
        </p:grpSpPr>
        <p:sp>
          <p:nvSpPr>
            <p:cNvPr id="6462" name="Google Shape;6462;p54"/>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3" name="Google Shape;6463;p54"/>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54"/>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5" name="Google Shape;6465;p54"/>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6" name="Google Shape;6466;p54"/>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54"/>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54"/>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9" name="Google Shape;6469;p54"/>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0" name="Google Shape;6470;p54"/>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71" name="Google Shape;6471;p54"/>
          <p:cNvSpPr/>
          <p:nvPr/>
        </p:nvSpPr>
        <p:spPr>
          <a:xfrm>
            <a:off x="5301578" y="1989685"/>
            <a:ext cx="352803" cy="350719"/>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72" name="Google Shape;6472;p54"/>
          <p:cNvGrpSpPr/>
          <p:nvPr/>
        </p:nvGrpSpPr>
        <p:grpSpPr>
          <a:xfrm>
            <a:off x="5363423" y="2439183"/>
            <a:ext cx="228045" cy="351880"/>
            <a:chOff x="-28032075" y="3916450"/>
            <a:chExt cx="191425" cy="295375"/>
          </a:xfrm>
        </p:grpSpPr>
        <p:sp>
          <p:nvSpPr>
            <p:cNvPr id="6473" name="Google Shape;6473;p54"/>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54"/>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5" name="Google Shape;6475;p54"/>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6" name="Google Shape;6476;p54"/>
          <p:cNvGrpSpPr/>
          <p:nvPr/>
        </p:nvGrpSpPr>
        <p:grpSpPr>
          <a:xfrm>
            <a:off x="7528769" y="1531934"/>
            <a:ext cx="352833" cy="352833"/>
            <a:chOff x="-26201650" y="3176075"/>
            <a:chExt cx="296175" cy="296175"/>
          </a:xfrm>
        </p:grpSpPr>
        <p:sp>
          <p:nvSpPr>
            <p:cNvPr id="6477" name="Google Shape;6477;p54"/>
            <p:cNvSpPr/>
            <p:nvPr/>
          </p:nvSpPr>
          <p:spPr>
            <a:xfrm>
              <a:off x="-26082700" y="3176075"/>
              <a:ext cx="51200" cy="226875"/>
            </a:xfrm>
            <a:custGeom>
              <a:avLst/>
              <a:gdLst/>
              <a:ahLst/>
              <a:cxnLst/>
              <a:rect l="l" t="t" r="r" b="b"/>
              <a:pathLst>
                <a:path w="2048" h="9075" extrusionOk="0">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54"/>
            <p:cNvSpPr/>
            <p:nvPr/>
          </p:nvSpPr>
          <p:spPr>
            <a:xfrm>
              <a:off x="-26201650" y="3317075"/>
              <a:ext cx="296175" cy="155175"/>
            </a:xfrm>
            <a:custGeom>
              <a:avLst/>
              <a:gdLst/>
              <a:ahLst/>
              <a:cxnLst/>
              <a:rect l="l" t="t" r="r" b="b"/>
              <a:pathLst>
                <a:path w="11847" h="6207" extrusionOk="0">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9" name="Google Shape;6479;p54"/>
          <p:cNvGrpSpPr/>
          <p:nvPr/>
        </p:nvGrpSpPr>
        <p:grpSpPr>
          <a:xfrm>
            <a:off x="7528293" y="1989155"/>
            <a:ext cx="353786" cy="351880"/>
            <a:chOff x="-26204800" y="3547050"/>
            <a:chExt cx="296975" cy="295375"/>
          </a:xfrm>
        </p:grpSpPr>
        <p:sp>
          <p:nvSpPr>
            <p:cNvPr id="6480" name="Google Shape;6480;p54"/>
            <p:cNvSpPr/>
            <p:nvPr/>
          </p:nvSpPr>
          <p:spPr>
            <a:xfrm>
              <a:off x="-26204000" y="3669125"/>
              <a:ext cx="296175" cy="173300"/>
            </a:xfrm>
            <a:custGeom>
              <a:avLst/>
              <a:gdLst/>
              <a:ahLst/>
              <a:cxnLst/>
              <a:rect l="l" t="t" r="r" b="b"/>
              <a:pathLst>
                <a:path w="11847" h="6932" extrusionOk="0">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1" name="Google Shape;6481;p54"/>
            <p:cNvSpPr/>
            <p:nvPr/>
          </p:nvSpPr>
          <p:spPr>
            <a:xfrm>
              <a:off x="-26204800" y="3547050"/>
              <a:ext cx="296975" cy="122100"/>
            </a:xfrm>
            <a:custGeom>
              <a:avLst/>
              <a:gdLst/>
              <a:ahLst/>
              <a:cxnLst/>
              <a:rect l="l" t="t" r="r" b="b"/>
              <a:pathLst>
                <a:path w="11879" h="4884" extrusionOk="0">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82" name="Google Shape;6482;p54"/>
          <p:cNvSpPr/>
          <p:nvPr/>
        </p:nvSpPr>
        <p:spPr>
          <a:xfrm>
            <a:off x="7561179" y="2438650"/>
            <a:ext cx="289009" cy="352833"/>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83" name="Google Shape;6483;p54"/>
          <p:cNvGrpSpPr/>
          <p:nvPr/>
        </p:nvGrpSpPr>
        <p:grpSpPr>
          <a:xfrm>
            <a:off x="6199548" y="2919133"/>
            <a:ext cx="345328" cy="352833"/>
            <a:chOff x="-24353875" y="3147725"/>
            <a:chExt cx="289875" cy="296175"/>
          </a:xfrm>
        </p:grpSpPr>
        <p:sp>
          <p:nvSpPr>
            <p:cNvPr id="6484" name="Google Shape;6484;p54"/>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5" name="Google Shape;6485;p54"/>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6" name="Google Shape;6486;p54"/>
          <p:cNvGrpSpPr/>
          <p:nvPr/>
        </p:nvGrpSpPr>
        <p:grpSpPr>
          <a:xfrm>
            <a:off x="6207530" y="3398540"/>
            <a:ext cx="329365" cy="351910"/>
            <a:chOff x="-24344425" y="3519475"/>
            <a:chExt cx="276475" cy="295400"/>
          </a:xfrm>
        </p:grpSpPr>
        <p:sp>
          <p:nvSpPr>
            <p:cNvPr id="6487" name="Google Shape;6487;p54"/>
            <p:cNvSpPr/>
            <p:nvPr/>
          </p:nvSpPr>
          <p:spPr>
            <a:xfrm>
              <a:off x="-24240450" y="3554150"/>
              <a:ext cx="69325" cy="34450"/>
            </a:xfrm>
            <a:custGeom>
              <a:avLst/>
              <a:gdLst/>
              <a:ahLst/>
              <a:cxnLst/>
              <a:rect l="l" t="t" r="r" b="b"/>
              <a:pathLst>
                <a:path w="2773" h="1378" extrusionOk="0">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8" name="Google Shape;6488;p54"/>
            <p:cNvSpPr/>
            <p:nvPr/>
          </p:nvSpPr>
          <p:spPr>
            <a:xfrm>
              <a:off x="-24344425" y="3519475"/>
              <a:ext cx="276475" cy="295400"/>
            </a:xfrm>
            <a:custGeom>
              <a:avLst/>
              <a:gdLst/>
              <a:ahLst/>
              <a:cxnLst/>
              <a:rect l="l" t="t" r="r" b="b"/>
              <a:pathLst>
                <a:path w="11059" h="11816" extrusionOk="0">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9" name="Google Shape;6489;p54"/>
          <p:cNvGrpSpPr/>
          <p:nvPr/>
        </p:nvGrpSpPr>
        <p:grpSpPr>
          <a:xfrm>
            <a:off x="6197210" y="3850460"/>
            <a:ext cx="350004" cy="348128"/>
            <a:chOff x="-24353075" y="3891250"/>
            <a:chExt cx="293800" cy="292225"/>
          </a:xfrm>
        </p:grpSpPr>
        <p:sp>
          <p:nvSpPr>
            <p:cNvPr id="6490" name="Google Shape;6490;p54"/>
            <p:cNvSpPr/>
            <p:nvPr/>
          </p:nvSpPr>
          <p:spPr>
            <a:xfrm>
              <a:off x="-24251475" y="4012525"/>
              <a:ext cx="88225" cy="65400"/>
            </a:xfrm>
            <a:custGeom>
              <a:avLst/>
              <a:gdLst/>
              <a:ahLst/>
              <a:cxnLst/>
              <a:rect l="l" t="t" r="r" b="b"/>
              <a:pathLst>
                <a:path w="3529" h="2616" extrusionOk="0">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54"/>
            <p:cNvSpPr/>
            <p:nvPr/>
          </p:nvSpPr>
          <p:spPr>
            <a:xfrm>
              <a:off x="-24353075" y="3891250"/>
              <a:ext cx="293800" cy="292225"/>
            </a:xfrm>
            <a:custGeom>
              <a:avLst/>
              <a:gdLst/>
              <a:ahLst/>
              <a:cxnLst/>
              <a:rect l="l" t="t" r="r" b="b"/>
              <a:pathLst>
                <a:path w="11752" h="11689" extrusionOk="0">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2" name="Google Shape;6492;p54"/>
          <p:cNvGrpSpPr/>
          <p:nvPr/>
        </p:nvGrpSpPr>
        <p:grpSpPr>
          <a:xfrm>
            <a:off x="7980681" y="3398763"/>
            <a:ext cx="353757" cy="351463"/>
            <a:chOff x="-22845575" y="3504075"/>
            <a:chExt cx="296950" cy="295025"/>
          </a:xfrm>
        </p:grpSpPr>
        <p:sp>
          <p:nvSpPr>
            <p:cNvPr id="6493" name="Google Shape;6493;p54"/>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4" name="Google Shape;6494;p54"/>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5" name="Google Shape;6495;p54"/>
          <p:cNvGrpSpPr/>
          <p:nvPr/>
        </p:nvGrpSpPr>
        <p:grpSpPr>
          <a:xfrm>
            <a:off x="5773862" y="1532411"/>
            <a:ext cx="299344" cy="351880"/>
            <a:chOff x="-27691025" y="3175300"/>
            <a:chExt cx="251275" cy="295375"/>
          </a:xfrm>
        </p:grpSpPr>
        <p:sp>
          <p:nvSpPr>
            <p:cNvPr id="6496" name="Google Shape;6496;p54"/>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54"/>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54"/>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54"/>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0" name="Google Shape;6500;p54"/>
          <p:cNvGrpSpPr/>
          <p:nvPr/>
        </p:nvGrpSpPr>
        <p:grpSpPr>
          <a:xfrm>
            <a:off x="5746179" y="2051087"/>
            <a:ext cx="354710" cy="228015"/>
            <a:chOff x="-27721750" y="3598250"/>
            <a:chExt cx="297750" cy="191400"/>
          </a:xfrm>
        </p:grpSpPr>
        <p:sp>
          <p:nvSpPr>
            <p:cNvPr id="6501" name="Google Shape;6501;p54"/>
            <p:cNvSpPr/>
            <p:nvPr/>
          </p:nvSpPr>
          <p:spPr>
            <a:xfrm>
              <a:off x="-27616200" y="3651800"/>
              <a:ext cx="86650" cy="86675"/>
            </a:xfrm>
            <a:custGeom>
              <a:avLst/>
              <a:gdLst/>
              <a:ahLst/>
              <a:cxnLst/>
              <a:rect l="l" t="t" r="r" b="b"/>
              <a:pathLst>
                <a:path w="3466" h="3467" extrusionOk="0">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54"/>
            <p:cNvSpPr/>
            <p:nvPr/>
          </p:nvSpPr>
          <p:spPr>
            <a:xfrm>
              <a:off x="-27721750" y="3598250"/>
              <a:ext cx="297750" cy="191400"/>
            </a:xfrm>
            <a:custGeom>
              <a:avLst/>
              <a:gdLst/>
              <a:ahLst/>
              <a:cxnLst/>
              <a:rect l="l" t="t" r="r" b="b"/>
              <a:pathLst>
                <a:path w="11910" h="7656" extrusionOk="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3" name="Google Shape;6503;p54"/>
          <p:cNvGrpSpPr/>
          <p:nvPr/>
        </p:nvGrpSpPr>
        <p:grpSpPr>
          <a:xfrm>
            <a:off x="5747579" y="2444633"/>
            <a:ext cx="351910" cy="340980"/>
            <a:chOff x="-27719400" y="3925600"/>
            <a:chExt cx="295400" cy="286225"/>
          </a:xfrm>
        </p:grpSpPr>
        <p:sp>
          <p:nvSpPr>
            <p:cNvPr id="6504" name="Google Shape;6504;p54"/>
            <p:cNvSpPr/>
            <p:nvPr/>
          </p:nvSpPr>
          <p:spPr>
            <a:xfrm>
              <a:off x="-27596525" y="3925600"/>
              <a:ext cx="172525" cy="162575"/>
            </a:xfrm>
            <a:custGeom>
              <a:avLst/>
              <a:gdLst/>
              <a:ahLst/>
              <a:cxnLst/>
              <a:rect l="l" t="t" r="r" b="b"/>
              <a:pathLst>
                <a:path w="6901" h="6503" extrusionOk="0">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5" name="Google Shape;6505;p54"/>
            <p:cNvSpPr/>
            <p:nvPr/>
          </p:nvSpPr>
          <p:spPr>
            <a:xfrm>
              <a:off x="-27719400" y="4054275"/>
              <a:ext cx="157550" cy="157550"/>
            </a:xfrm>
            <a:custGeom>
              <a:avLst/>
              <a:gdLst/>
              <a:ahLst/>
              <a:cxnLst/>
              <a:rect l="l" t="t" r="r" b="b"/>
              <a:pathLst>
                <a:path w="6302" h="6302" extrusionOk="0">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6" name="Google Shape;6506;p54"/>
          <p:cNvGrpSpPr/>
          <p:nvPr/>
        </p:nvGrpSpPr>
        <p:grpSpPr>
          <a:xfrm>
            <a:off x="7968851" y="1531473"/>
            <a:ext cx="353757" cy="353757"/>
            <a:chOff x="-25834600" y="3176875"/>
            <a:chExt cx="296950" cy="296950"/>
          </a:xfrm>
        </p:grpSpPr>
        <p:sp>
          <p:nvSpPr>
            <p:cNvPr id="6507" name="Google Shape;6507;p54"/>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8" name="Google Shape;6508;p54"/>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9" name="Google Shape;6509;p54"/>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54"/>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54"/>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2" name="Google Shape;6512;p54"/>
          <p:cNvGrpSpPr/>
          <p:nvPr/>
        </p:nvGrpSpPr>
        <p:grpSpPr>
          <a:xfrm>
            <a:off x="7968851" y="1999474"/>
            <a:ext cx="353757" cy="331241"/>
            <a:chOff x="-25834600" y="3564375"/>
            <a:chExt cx="296950" cy="278050"/>
          </a:xfrm>
        </p:grpSpPr>
        <p:sp>
          <p:nvSpPr>
            <p:cNvPr id="6513" name="Google Shape;6513;p54"/>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54"/>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5" name="Google Shape;6515;p54"/>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6" name="Google Shape;6516;p54"/>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54"/>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54"/>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54"/>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54"/>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1" name="Google Shape;6521;p54"/>
          <p:cNvGrpSpPr/>
          <p:nvPr/>
        </p:nvGrpSpPr>
        <p:grpSpPr>
          <a:xfrm>
            <a:off x="7966974" y="2438826"/>
            <a:ext cx="357509" cy="352595"/>
            <a:chOff x="-25834600" y="3915850"/>
            <a:chExt cx="300100" cy="295975"/>
          </a:xfrm>
        </p:grpSpPr>
        <p:sp>
          <p:nvSpPr>
            <p:cNvPr id="6522" name="Google Shape;6522;p54"/>
            <p:cNvSpPr/>
            <p:nvPr/>
          </p:nvSpPr>
          <p:spPr>
            <a:xfrm>
              <a:off x="-25677875" y="3915850"/>
              <a:ext cx="143375" cy="137675"/>
            </a:xfrm>
            <a:custGeom>
              <a:avLst/>
              <a:gdLst/>
              <a:ahLst/>
              <a:cxnLst/>
              <a:rect l="l" t="t" r="r" b="b"/>
              <a:pathLst>
                <a:path w="5735" h="5507" extrusionOk="0">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54"/>
            <p:cNvSpPr/>
            <p:nvPr/>
          </p:nvSpPr>
          <p:spPr>
            <a:xfrm>
              <a:off x="-25834600" y="4167700"/>
              <a:ext cx="43350" cy="44125"/>
            </a:xfrm>
            <a:custGeom>
              <a:avLst/>
              <a:gdLst/>
              <a:ahLst/>
              <a:cxnLst/>
              <a:rect l="l" t="t" r="r" b="b"/>
              <a:pathLst>
                <a:path w="1734" h="1765" extrusionOk="0">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4" name="Google Shape;6524;p54"/>
            <p:cNvSpPr/>
            <p:nvPr/>
          </p:nvSpPr>
          <p:spPr>
            <a:xfrm>
              <a:off x="-25800725" y="3972375"/>
              <a:ext cx="206375" cy="207950"/>
            </a:xfrm>
            <a:custGeom>
              <a:avLst/>
              <a:gdLst/>
              <a:ahLst/>
              <a:cxnLst/>
              <a:rect l="l" t="t" r="r" b="b"/>
              <a:pathLst>
                <a:path w="8255" h="8318" extrusionOk="0">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5" name="Google Shape;6525;p54"/>
          <p:cNvGrpSpPr/>
          <p:nvPr/>
        </p:nvGrpSpPr>
        <p:grpSpPr>
          <a:xfrm>
            <a:off x="6702402" y="2920056"/>
            <a:ext cx="228968" cy="350987"/>
            <a:chOff x="-23930925" y="3149300"/>
            <a:chExt cx="192200" cy="294625"/>
          </a:xfrm>
        </p:grpSpPr>
        <p:sp>
          <p:nvSpPr>
            <p:cNvPr id="6526" name="Google Shape;6526;p54"/>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54"/>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54"/>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54"/>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0" name="Google Shape;6530;p54"/>
          <p:cNvGrpSpPr/>
          <p:nvPr/>
        </p:nvGrpSpPr>
        <p:grpSpPr>
          <a:xfrm>
            <a:off x="6659232" y="3398540"/>
            <a:ext cx="315307" cy="351910"/>
            <a:chOff x="-23962425" y="3519475"/>
            <a:chExt cx="264675" cy="295400"/>
          </a:xfrm>
        </p:grpSpPr>
        <p:sp>
          <p:nvSpPr>
            <p:cNvPr id="6531" name="Google Shape;6531;p54"/>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54"/>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33" name="Google Shape;6533;p54"/>
          <p:cNvSpPr/>
          <p:nvPr/>
        </p:nvSpPr>
        <p:spPr>
          <a:xfrm>
            <a:off x="6629668" y="3852251"/>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34" name="Google Shape;6534;p54"/>
          <p:cNvGrpSpPr/>
          <p:nvPr/>
        </p:nvGrpSpPr>
        <p:grpSpPr>
          <a:xfrm>
            <a:off x="8037908" y="3848584"/>
            <a:ext cx="239302" cy="351880"/>
            <a:chOff x="-22788075" y="3904625"/>
            <a:chExt cx="200875" cy="295375"/>
          </a:xfrm>
        </p:grpSpPr>
        <p:sp>
          <p:nvSpPr>
            <p:cNvPr id="6535" name="Google Shape;6535;p54"/>
            <p:cNvSpPr/>
            <p:nvPr/>
          </p:nvSpPr>
          <p:spPr>
            <a:xfrm>
              <a:off x="-22775475" y="4165325"/>
              <a:ext cx="65400" cy="34675"/>
            </a:xfrm>
            <a:custGeom>
              <a:avLst/>
              <a:gdLst/>
              <a:ahLst/>
              <a:cxnLst/>
              <a:rect l="l" t="t" r="r" b="b"/>
              <a:pathLst>
                <a:path w="2616" h="1387" extrusionOk="0">
                  <a:moveTo>
                    <a:pt x="32" y="1"/>
                  </a:moveTo>
                  <a:cubicBezTo>
                    <a:pt x="1" y="883"/>
                    <a:pt x="631" y="1387"/>
                    <a:pt x="1292" y="1387"/>
                  </a:cubicBezTo>
                  <a:cubicBezTo>
                    <a:pt x="1985" y="1387"/>
                    <a:pt x="2615" y="851"/>
                    <a:pt x="25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54"/>
            <p:cNvSpPr/>
            <p:nvPr/>
          </p:nvSpPr>
          <p:spPr>
            <a:xfrm>
              <a:off x="-22669150" y="3904725"/>
              <a:ext cx="81950" cy="244100"/>
            </a:xfrm>
            <a:custGeom>
              <a:avLst/>
              <a:gdLst/>
              <a:ahLst/>
              <a:cxnLst/>
              <a:rect l="l" t="t" r="r" b="b"/>
              <a:pathLst>
                <a:path w="3278" h="9764" extrusionOk="0">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54"/>
            <p:cNvSpPr/>
            <p:nvPr/>
          </p:nvSpPr>
          <p:spPr>
            <a:xfrm>
              <a:off x="-22788075" y="3904625"/>
              <a:ext cx="87450" cy="244200"/>
            </a:xfrm>
            <a:custGeom>
              <a:avLst/>
              <a:gdLst/>
              <a:ahLst/>
              <a:cxnLst/>
              <a:rect l="l" t="t" r="r" b="b"/>
              <a:pathLst>
                <a:path w="3498" h="9768" extrusionOk="0">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54"/>
            <p:cNvSpPr/>
            <p:nvPr/>
          </p:nvSpPr>
          <p:spPr>
            <a:xfrm>
              <a:off x="-22670725" y="4165325"/>
              <a:ext cx="64625" cy="34675"/>
            </a:xfrm>
            <a:custGeom>
              <a:avLst/>
              <a:gdLst/>
              <a:ahLst/>
              <a:cxnLst/>
              <a:rect l="l" t="t" r="r" b="b"/>
              <a:pathLst>
                <a:path w="2585" h="1387" extrusionOk="0">
                  <a:moveTo>
                    <a:pt x="32" y="1"/>
                  </a:moveTo>
                  <a:cubicBezTo>
                    <a:pt x="1" y="883"/>
                    <a:pt x="631" y="1387"/>
                    <a:pt x="1292" y="1387"/>
                  </a:cubicBezTo>
                  <a:cubicBezTo>
                    <a:pt x="1954" y="1387"/>
                    <a:pt x="2584" y="851"/>
                    <a:pt x="25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9" name="Google Shape;6539;p54"/>
          <p:cNvGrpSpPr/>
          <p:nvPr/>
        </p:nvGrpSpPr>
        <p:grpSpPr>
          <a:xfrm>
            <a:off x="6193206" y="1531949"/>
            <a:ext cx="354710" cy="352803"/>
            <a:chOff x="-27351575" y="3175300"/>
            <a:chExt cx="297750" cy="296150"/>
          </a:xfrm>
        </p:grpSpPr>
        <p:sp>
          <p:nvSpPr>
            <p:cNvPr id="6540" name="Google Shape;6540;p54"/>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1" name="Google Shape;6541;p54"/>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2" name="Google Shape;6542;p54"/>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3" name="Google Shape;6543;p54"/>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4" name="Google Shape;6544;p54"/>
          <p:cNvGrpSpPr/>
          <p:nvPr/>
        </p:nvGrpSpPr>
        <p:grpSpPr>
          <a:xfrm>
            <a:off x="6235914" y="1988559"/>
            <a:ext cx="269293" cy="353072"/>
            <a:chOff x="-27313750" y="3545275"/>
            <a:chExt cx="226050" cy="296375"/>
          </a:xfrm>
        </p:grpSpPr>
        <p:sp>
          <p:nvSpPr>
            <p:cNvPr id="6545" name="Google Shape;6545;p54"/>
            <p:cNvSpPr/>
            <p:nvPr/>
          </p:nvSpPr>
          <p:spPr>
            <a:xfrm>
              <a:off x="-27305100" y="3598450"/>
              <a:ext cx="208750" cy="173100"/>
            </a:xfrm>
            <a:custGeom>
              <a:avLst/>
              <a:gdLst/>
              <a:ahLst/>
              <a:cxnLst/>
              <a:rect l="l" t="t" r="r" b="b"/>
              <a:pathLst>
                <a:path w="8350" h="6924" extrusionOk="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54"/>
            <p:cNvSpPr/>
            <p:nvPr/>
          </p:nvSpPr>
          <p:spPr>
            <a:xfrm>
              <a:off x="-27313750" y="3770725"/>
              <a:ext cx="226050" cy="70925"/>
            </a:xfrm>
            <a:custGeom>
              <a:avLst/>
              <a:gdLst/>
              <a:ahLst/>
              <a:cxnLst/>
              <a:rect l="l" t="t" r="r" b="b"/>
              <a:pathLst>
                <a:path w="9042" h="2837" extrusionOk="0">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54"/>
            <p:cNvSpPr/>
            <p:nvPr/>
          </p:nvSpPr>
          <p:spPr>
            <a:xfrm>
              <a:off x="-27261000" y="3545275"/>
              <a:ext cx="122100" cy="51425"/>
            </a:xfrm>
            <a:custGeom>
              <a:avLst/>
              <a:gdLst/>
              <a:ahLst/>
              <a:cxnLst/>
              <a:rect l="l" t="t" r="r" b="b"/>
              <a:pathLst>
                <a:path w="4884" h="2057" extrusionOk="0">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8" name="Google Shape;6548;p54"/>
          <p:cNvGrpSpPr/>
          <p:nvPr/>
        </p:nvGrpSpPr>
        <p:grpSpPr>
          <a:xfrm>
            <a:off x="6193206" y="2436830"/>
            <a:ext cx="354710" cy="356586"/>
            <a:chOff x="-27351575" y="3915650"/>
            <a:chExt cx="297750" cy="299325"/>
          </a:xfrm>
        </p:grpSpPr>
        <p:sp>
          <p:nvSpPr>
            <p:cNvPr id="6549" name="Google Shape;6549;p54"/>
            <p:cNvSpPr/>
            <p:nvPr/>
          </p:nvSpPr>
          <p:spPr>
            <a:xfrm>
              <a:off x="-27351575" y="4059000"/>
              <a:ext cx="153625" cy="155975"/>
            </a:xfrm>
            <a:custGeom>
              <a:avLst/>
              <a:gdLst/>
              <a:ahLst/>
              <a:cxnLst/>
              <a:rect l="l" t="t" r="r" b="b"/>
              <a:pathLst>
                <a:path w="6145" h="6239" extrusionOk="0">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0" name="Google Shape;6550;p54"/>
            <p:cNvSpPr/>
            <p:nvPr/>
          </p:nvSpPr>
          <p:spPr>
            <a:xfrm>
              <a:off x="-27257050" y="3915650"/>
              <a:ext cx="203225" cy="202450"/>
            </a:xfrm>
            <a:custGeom>
              <a:avLst/>
              <a:gdLst/>
              <a:ahLst/>
              <a:cxnLst/>
              <a:rect l="l" t="t" r="r" b="b"/>
              <a:pathLst>
                <a:path w="8129" h="8098" extrusionOk="0">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1" name="Google Shape;6551;p54"/>
          <p:cNvGrpSpPr/>
          <p:nvPr/>
        </p:nvGrpSpPr>
        <p:grpSpPr>
          <a:xfrm>
            <a:off x="4880696" y="2919029"/>
            <a:ext cx="319060" cy="353042"/>
            <a:chOff x="-25445525" y="3175900"/>
            <a:chExt cx="267825" cy="296350"/>
          </a:xfrm>
        </p:grpSpPr>
        <p:sp>
          <p:nvSpPr>
            <p:cNvPr id="6552" name="Google Shape;6552;p54"/>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3" name="Google Shape;6553;p54"/>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4" name="Google Shape;6554;p54"/>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5" name="Google Shape;6555;p54"/>
          <p:cNvGrpSpPr/>
          <p:nvPr/>
        </p:nvGrpSpPr>
        <p:grpSpPr>
          <a:xfrm>
            <a:off x="4862410" y="3409352"/>
            <a:ext cx="355633" cy="330288"/>
            <a:chOff x="-25465200" y="3565175"/>
            <a:chExt cx="298525" cy="277250"/>
          </a:xfrm>
        </p:grpSpPr>
        <p:sp>
          <p:nvSpPr>
            <p:cNvPr id="6556" name="Google Shape;6556;p54"/>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7" name="Google Shape;6557;p54"/>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8" name="Google Shape;6558;p54"/>
          <p:cNvGrpSpPr/>
          <p:nvPr/>
        </p:nvGrpSpPr>
        <p:grpSpPr>
          <a:xfrm>
            <a:off x="4861948" y="3848882"/>
            <a:ext cx="356556" cy="351285"/>
            <a:chOff x="-25465200" y="3916150"/>
            <a:chExt cx="299300" cy="294875"/>
          </a:xfrm>
        </p:grpSpPr>
        <p:sp>
          <p:nvSpPr>
            <p:cNvPr id="6559" name="Google Shape;6559;p54"/>
            <p:cNvSpPr/>
            <p:nvPr/>
          </p:nvSpPr>
          <p:spPr>
            <a:xfrm>
              <a:off x="-25316350" y="3916150"/>
              <a:ext cx="150450" cy="149175"/>
            </a:xfrm>
            <a:custGeom>
              <a:avLst/>
              <a:gdLst/>
              <a:ahLst/>
              <a:cxnLst/>
              <a:rect l="l" t="t" r="r" b="b"/>
              <a:pathLst>
                <a:path w="6018" h="5967" extrusionOk="0">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54"/>
            <p:cNvSpPr/>
            <p:nvPr/>
          </p:nvSpPr>
          <p:spPr>
            <a:xfrm>
              <a:off x="-25465200" y="4003875"/>
              <a:ext cx="208725" cy="207150"/>
            </a:xfrm>
            <a:custGeom>
              <a:avLst/>
              <a:gdLst/>
              <a:ahLst/>
              <a:cxnLst/>
              <a:rect l="l" t="t" r="r" b="b"/>
              <a:pathLst>
                <a:path w="8349" h="8286" extrusionOk="0">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1" name="Google Shape;6561;p54"/>
          <p:cNvGrpSpPr/>
          <p:nvPr/>
        </p:nvGrpSpPr>
        <p:grpSpPr>
          <a:xfrm>
            <a:off x="7089388" y="2919148"/>
            <a:ext cx="351880" cy="352803"/>
            <a:chOff x="-23615075" y="3148525"/>
            <a:chExt cx="295375" cy="296150"/>
          </a:xfrm>
        </p:grpSpPr>
        <p:sp>
          <p:nvSpPr>
            <p:cNvPr id="6562" name="Google Shape;6562;p54"/>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54"/>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4" name="Google Shape;6564;p54"/>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5" name="Google Shape;6565;p54"/>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66" name="Google Shape;6566;p54"/>
          <p:cNvSpPr/>
          <p:nvPr/>
        </p:nvSpPr>
        <p:spPr>
          <a:xfrm>
            <a:off x="7087484" y="3397507"/>
            <a:ext cx="356586" cy="353876"/>
          </a:xfrm>
          <a:custGeom>
            <a:avLst/>
            <a:gdLst/>
            <a:ahLst/>
            <a:cxnLst/>
            <a:rect l="l" t="t" r="r" b="b"/>
            <a:pathLst>
              <a:path w="11973" h="11882" extrusionOk="0">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7" name="Google Shape;6567;p54"/>
          <p:cNvGrpSpPr/>
          <p:nvPr/>
        </p:nvGrpSpPr>
        <p:grpSpPr>
          <a:xfrm>
            <a:off x="7088911" y="3858427"/>
            <a:ext cx="352833" cy="332194"/>
            <a:chOff x="-23615075" y="3906200"/>
            <a:chExt cx="296175" cy="278850"/>
          </a:xfrm>
        </p:grpSpPr>
        <p:sp>
          <p:nvSpPr>
            <p:cNvPr id="6568" name="Google Shape;6568;p54"/>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9" name="Google Shape;6569;p54"/>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54"/>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71" name="Google Shape;6571;p54"/>
          <p:cNvSpPr/>
          <p:nvPr/>
        </p:nvSpPr>
        <p:spPr>
          <a:xfrm>
            <a:off x="6207743" y="4290395"/>
            <a:ext cx="351880" cy="350957"/>
          </a:xfrm>
          <a:custGeom>
            <a:avLst/>
            <a:gdLst/>
            <a:ahLst/>
            <a:cxnLst/>
            <a:rect l="l" t="t" r="r" b="b"/>
            <a:pathLst>
              <a:path w="11815" h="11784" extrusionOk="0">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2" name="Google Shape;6572;p54"/>
          <p:cNvGrpSpPr/>
          <p:nvPr/>
        </p:nvGrpSpPr>
        <p:grpSpPr>
          <a:xfrm>
            <a:off x="6637880" y="1532068"/>
            <a:ext cx="353757" cy="352565"/>
            <a:chOff x="-26980600" y="3175500"/>
            <a:chExt cx="296950" cy="295950"/>
          </a:xfrm>
        </p:grpSpPr>
        <p:sp>
          <p:nvSpPr>
            <p:cNvPr id="6573" name="Google Shape;6573;p54"/>
            <p:cNvSpPr/>
            <p:nvPr/>
          </p:nvSpPr>
          <p:spPr>
            <a:xfrm>
              <a:off x="-26798650" y="3175500"/>
              <a:ext cx="115000" cy="114025"/>
            </a:xfrm>
            <a:custGeom>
              <a:avLst/>
              <a:gdLst/>
              <a:ahLst/>
              <a:cxnLst/>
              <a:rect l="l" t="t" r="r" b="b"/>
              <a:pathLst>
                <a:path w="4600" h="4561" extrusionOk="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4" name="Google Shape;6574;p54"/>
            <p:cNvSpPr/>
            <p:nvPr/>
          </p:nvSpPr>
          <p:spPr>
            <a:xfrm>
              <a:off x="-26980600" y="3325725"/>
              <a:ext cx="168575" cy="145725"/>
            </a:xfrm>
            <a:custGeom>
              <a:avLst/>
              <a:gdLst/>
              <a:ahLst/>
              <a:cxnLst/>
              <a:rect l="l" t="t" r="r" b="b"/>
              <a:pathLst>
                <a:path w="6743" h="5829" extrusionOk="0">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54"/>
            <p:cNvSpPr/>
            <p:nvPr/>
          </p:nvSpPr>
          <p:spPr>
            <a:xfrm>
              <a:off x="-26893950" y="3226500"/>
              <a:ext cx="159125" cy="137850"/>
            </a:xfrm>
            <a:custGeom>
              <a:avLst/>
              <a:gdLst/>
              <a:ahLst/>
              <a:cxnLst/>
              <a:rect l="l" t="t" r="r" b="b"/>
              <a:pathLst>
                <a:path w="6365" h="5514" extrusionOk="0">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76" name="Google Shape;6576;p54"/>
          <p:cNvSpPr/>
          <p:nvPr/>
        </p:nvSpPr>
        <p:spPr>
          <a:xfrm>
            <a:off x="6660447" y="1989089"/>
            <a:ext cx="309649" cy="351910"/>
          </a:xfrm>
          <a:custGeom>
            <a:avLst/>
            <a:gdLst/>
            <a:ahLst/>
            <a:cxnLst/>
            <a:rect l="l" t="t" r="r" b="b"/>
            <a:pathLst>
              <a:path w="10397" h="11816" extrusionOk="0">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7" name="Google Shape;6577;p54"/>
          <p:cNvGrpSpPr/>
          <p:nvPr/>
        </p:nvGrpSpPr>
        <p:grpSpPr>
          <a:xfrm>
            <a:off x="6638357" y="2470604"/>
            <a:ext cx="352803" cy="289039"/>
            <a:chOff x="-26981375" y="3951875"/>
            <a:chExt cx="296150" cy="242625"/>
          </a:xfrm>
        </p:grpSpPr>
        <p:sp>
          <p:nvSpPr>
            <p:cNvPr id="6578" name="Google Shape;6578;p54"/>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54"/>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54"/>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1" name="Google Shape;6581;p54"/>
          <p:cNvGrpSpPr/>
          <p:nvPr/>
        </p:nvGrpSpPr>
        <p:grpSpPr>
          <a:xfrm>
            <a:off x="5303399" y="2918195"/>
            <a:ext cx="351910" cy="354710"/>
            <a:chOff x="-25094250" y="3176075"/>
            <a:chExt cx="295400" cy="297750"/>
          </a:xfrm>
        </p:grpSpPr>
        <p:sp>
          <p:nvSpPr>
            <p:cNvPr id="6582" name="Google Shape;6582;p54"/>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54"/>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54"/>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5" name="Google Shape;6585;p54"/>
          <p:cNvGrpSpPr/>
          <p:nvPr/>
        </p:nvGrpSpPr>
        <p:grpSpPr>
          <a:xfrm>
            <a:off x="5303399" y="3398556"/>
            <a:ext cx="351910" cy="351880"/>
            <a:chOff x="-25094250" y="3547050"/>
            <a:chExt cx="295400" cy="295375"/>
          </a:xfrm>
        </p:grpSpPr>
        <p:sp>
          <p:nvSpPr>
            <p:cNvPr id="6586" name="Google Shape;6586;p54"/>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54"/>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54"/>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54"/>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54"/>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91" name="Google Shape;6591;p54"/>
          <p:cNvSpPr/>
          <p:nvPr/>
        </p:nvSpPr>
        <p:spPr>
          <a:xfrm>
            <a:off x="5303415" y="3903536"/>
            <a:ext cx="352833" cy="241864"/>
          </a:xfrm>
          <a:custGeom>
            <a:avLst/>
            <a:gdLst/>
            <a:ahLst/>
            <a:cxnLst/>
            <a:rect l="l" t="t" r="r" b="b"/>
            <a:pathLst>
              <a:path w="11847" h="8121" extrusionOk="0">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92" name="Google Shape;6592;p54"/>
          <p:cNvGrpSpPr/>
          <p:nvPr/>
        </p:nvGrpSpPr>
        <p:grpSpPr>
          <a:xfrm>
            <a:off x="7535476" y="2919148"/>
            <a:ext cx="352803" cy="352803"/>
            <a:chOff x="-23245675" y="3148525"/>
            <a:chExt cx="296150" cy="296150"/>
          </a:xfrm>
        </p:grpSpPr>
        <p:sp>
          <p:nvSpPr>
            <p:cNvPr id="6593" name="Google Shape;6593;p54"/>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54"/>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54"/>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96" name="Google Shape;6596;p54"/>
          <p:cNvSpPr/>
          <p:nvPr/>
        </p:nvSpPr>
        <p:spPr>
          <a:xfrm>
            <a:off x="7577658" y="3398490"/>
            <a:ext cx="269323" cy="351910"/>
          </a:xfrm>
          <a:custGeom>
            <a:avLst/>
            <a:gdLst/>
            <a:ahLst/>
            <a:cxnLst/>
            <a:rect l="l" t="t" r="r" b="b"/>
            <a:pathLst>
              <a:path w="9043" h="11816" extrusionOk="0">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97" name="Google Shape;6597;p54"/>
          <p:cNvGrpSpPr/>
          <p:nvPr/>
        </p:nvGrpSpPr>
        <p:grpSpPr>
          <a:xfrm>
            <a:off x="7535938" y="3848122"/>
            <a:ext cx="351880" cy="352803"/>
            <a:chOff x="-23244900" y="3888100"/>
            <a:chExt cx="295375" cy="296150"/>
          </a:xfrm>
        </p:grpSpPr>
        <p:sp>
          <p:nvSpPr>
            <p:cNvPr id="6598" name="Google Shape;6598;p54"/>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9" name="Google Shape;6599;p54"/>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0" name="Google Shape;6600;p54"/>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1" name="Google Shape;6601;p54"/>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2" name="Google Shape;6602;p54"/>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3" name="Google Shape;6603;p54"/>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4" name="Google Shape;6604;p54"/>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5" name="Google Shape;6605;p54"/>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6" name="Google Shape;6606;p54"/>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7" name="Google Shape;6607;p54"/>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8" name="Google Shape;6608;p54"/>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09" name="Google Shape;6609;p54"/>
          <p:cNvSpPr/>
          <p:nvPr/>
        </p:nvSpPr>
        <p:spPr>
          <a:xfrm>
            <a:off x="6612202" y="4288988"/>
            <a:ext cx="353786" cy="353757"/>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6613"/>
        <p:cNvGrpSpPr/>
        <p:nvPr/>
      </p:nvGrpSpPr>
      <p:grpSpPr>
        <a:xfrm>
          <a:off x="0" y="0"/>
          <a:ext cx="0" cy="0"/>
          <a:chOff x="0" y="0"/>
          <a:chExt cx="0" cy="0"/>
        </a:xfrm>
      </p:grpSpPr>
      <p:sp>
        <p:nvSpPr>
          <p:cNvPr id="6614" name="Google Shape;6614;p55"/>
          <p:cNvSpPr txBox="1">
            <a:spLocks noGrp="1"/>
          </p:cNvSpPr>
          <p:nvPr>
            <p:ph type="title" idx="4294967295"/>
          </p:nvPr>
        </p:nvSpPr>
        <p:spPr>
          <a:xfrm>
            <a:off x="849675"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solidFill>
                  <a:srgbClr val="FFFFFF"/>
                </a:solidFill>
                <a:latin typeface="Arial"/>
                <a:ea typeface="Arial"/>
                <a:cs typeface="Arial"/>
                <a:sym typeface="Arial"/>
              </a:rPr>
              <a:t>Business </a:t>
            </a:r>
            <a:r>
              <a:rPr lang="es">
                <a:latin typeface="Arial"/>
                <a:ea typeface="Arial"/>
                <a:cs typeface="Arial"/>
                <a:sym typeface="Arial"/>
              </a:rPr>
              <a:t>I</a:t>
            </a:r>
            <a:r>
              <a:rPr lang="es">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6615" name="Google Shape;6615;p55"/>
          <p:cNvSpPr txBox="1">
            <a:spLocks noGrp="1"/>
          </p:cNvSpPr>
          <p:nvPr>
            <p:ph type="title" idx="4294967295"/>
          </p:nvPr>
        </p:nvSpPr>
        <p:spPr>
          <a:xfrm>
            <a:off x="4858400"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latin typeface="Arial"/>
                <a:ea typeface="Arial"/>
                <a:cs typeface="Arial"/>
                <a:sym typeface="Arial"/>
              </a:rPr>
              <a:t>Teamwork Icons</a:t>
            </a:r>
            <a:endParaRPr>
              <a:solidFill>
                <a:srgbClr val="FFFFFF"/>
              </a:solidFill>
              <a:latin typeface="Arial"/>
              <a:ea typeface="Arial"/>
              <a:cs typeface="Arial"/>
              <a:sym typeface="Arial"/>
            </a:endParaRPr>
          </a:p>
        </p:txBody>
      </p:sp>
      <p:sp>
        <p:nvSpPr>
          <p:cNvPr id="6616" name="Google Shape;6616;p55"/>
          <p:cNvSpPr/>
          <p:nvPr/>
        </p:nvSpPr>
        <p:spPr>
          <a:xfrm>
            <a:off x="849879" y="1532849"/>
            <a:ext cx="367261" cy="366364"/>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7" name="Google Shape;6617;p55"/>
          <p:cNvGrpSpPr/>
          <p:nvPr/>
        </p:nvGrpSpPr>
        <p:grpSpPr>
          <a:xfrm>
            <a:off x="850004" y="1975418"/>
            <a:ext cx="367261" cy="367261"/>
            <a:chOff x="-65145700" y="3727425"/>
            <a:chExt cx="317425" cy="317425"/>
          </a:xfrm>
        </p:grpSpPr>
        <p:sp>
          <p:nvSpPr>
            <p:cNvPr id="6618" name="Google Shape;6618;p55"/>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9" name="Google Shape;6619;p55"/>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0" name="Google Shape;6620;p55"/>
          <p:cNvGrpSpPr/>
          <p:nvPr/>
        </p:nvGrpSpPr>
        <p:grpSpPr>
          <a:xfrm>
            <a:off x="853201" y="2404333"/>
            <a:ext cx="360868" cy="367261"/>
            <a:chOff x="-65144125" y="4094450"/>
            <a:chExt cx="311900" cy="317425"/>
          </a:xfrm>
        </p:grpSpPr>
        <p:sp>
          <p:nvSpPr>
            <p:cNvPr id="6621" name="Google Shape;6621;p55"/>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2" name="Google Shape;6622;p55"/>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3" name="Google Shape;6623;p55"/>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4" name="Google Shape;6624;p55"/>
          <p:cNvSpPr/>
          <p:nvPr/>
        </p:nvSpPr>
        <p:spPr>
          <a:xfrm>
            <a:off x="3057429" y="1531476"/>
            <a:ext cx="369083" cy="369112"/>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25" name="Google Shape;6625;p55"/>
          <p:cNvGrpSpPr/>
          <p:nvPr/>
        </p:nvGrpSpPr>
        <p:grpSpPr>
          <a:xfrm>
            <a:off x="3056770" y="1975028"/>
            <a:ext cx="370645" cy="368042"/>
            <a:chOff x="-63250675" y="3744075"/>
            <a:chExt cx="320350" cy="318100"/>
          </a:xfrm>
        </p:grpSpPr>
        <p:sp>
          <p:nvSpPr>
            <p:cNvPr id="6626" name="Google Shape;6626;p55"/>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55"/>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8" name="Google Shape;6628;p55"/>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9" name="Google Shape;6629;p55"/>
          <p:cNvGrpSpPr/>
          <p:nvPr/>
        </p:nvGrpSpPr>
        <p:grpSpPr>
          <a:xfrm>
            <a:off x="3058462" y="2404333"/>
            <a:ext cx="367261" cy="367261"/>
            <a:chOff x="-63250675" y="4110200"/>
            <a:chExt cx="317425" cy="317425"/>
          </a:xfrm>
        </p:grpSpPr>
        <p:sp>
          <p:nvSpPr>
            <p:cNvPr id="6630" name="Google Shape;6630;p55"/>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1" name="Google Shape;6631;p55"/>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2" name="Google Shape;6632;p55"/>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3" name="Google Shape;6633;p55"/>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55"/>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5" name="Google Shape;6635;p55"/>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6" name="Google Shape;6636;p55"/>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7" name="Google Shape;6637;p55"/>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8" name="Google Shape;6638;p55"/>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9" name="Google Shape;6639;p55"/>
          <p:cNvGrpSpPr/>
          <p:nvPr/>
        </p:nvGrpSpPr>
        <p:grpSpPr>
          <a:xfrm>
            <a:off x="1737509" y="2901428"/>
            <a:ext cx="359075" cy="358844"/>
            <a:chOff x="-61351725" y="3372400"/>
            <a:chExt cx="310350" cy="310150"/>
          </a:xfrm>
        </p:grpSpPr>
        <p:sp>
          <p:nvSpPr>
            <p:cNvPr id="6640" name="Google Shape;6640;p55"/>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1" name="Google Shape;6641;p55"/>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2" name="Google Shape;6642;p55"/>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3" name="Google Shape;6643;p55"/>
          <p:cNvGrpSpPr/>
          <p:nvPr/>
        </p:nvGrpSpPr>
        <p:grpSpPr>
          <a:xfrm>
            <a:off x="1733864" y="3364484"/>
            <a:ext cx="366364" cy="333534"/>
            <a:chOff x="-61354875" y="3751050"/>
            <a:chExt cx="316650" cy="288275"/>
          </a:xfrm>
        </p:grpSpPr>
        <p:sp>
          <p:nvSpPr>
            <p:cNvPr id="6644" name="Google Shape;6644;p55"/>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5" name="Google Shape;6645;p55"/>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6" name="Google Shape;6646;p55"/>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7" name="Google Shape;6647;p55"/>
          <p:cNvGrpSpPr/>
          <p:nvPr/>
        </p:nvGrpSpPr>
        <p:grpSpPr>
          <a:xfrm>
            <a:off x="1733864" y="3806124"/>
            <a:ext cx="366364" cy="367290"/>
            <a:chOff x="-61354875" y="4101525"/>
            <a:chExt cx="316650" cy="317450"/>
          </a:xfrm>
        </p:grpSpPr>
        <p:sp>
          <p:nvSpPr>
            <p:cNvPr id="6648" name="Google Shape;6648;p55"/>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9" name="Google Shape;6649;p55"/>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0" name="Google Shape;6650;p55"/>
          <p:cNvGrpSpPr/>
          <p:nvPr/>
        </p:nvGrpSpPr>
        <p:grpSpPr>
          <a:xfrm>
            <a:off x="3950299" y="2898000"/>
            <a:ext cx="368157" cy="365699"/>
            <a:chOff x="-59470075" y="3308975"/>
            <a:chExt cx="318200" cy="316075"/>
          </a:xfrm>
        </p:grpSpPr>
        <p:sp>
          <p:nvSpPr>
            <p:cNvPr id="6651" name="Google Shape;6651;p55"/>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2" name="Google Shape;6652;p55"/>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3" name="Google Shape;6653;p55"/>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4" name="Google Shape;6654;p55"/>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5" name="Google Shape;6655;p55"/>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6" name="Google Shape;6656;p55"/>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7" name="Google Shape;6657;p55"/>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8" name="Google Shape;6658;p55"/>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9" name="Google Shape;6659;p55"/>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60" name="Google Shape;6660;p55"/>
          <p:cNvGrpSpPr/>
          <p:nvPr/>
        </p:nvGrpSpPr>
        <p:grpSpPr>
          <a:xfrm>
            <a:off x="1295729" y="1533705"/>
            <a:ext cx="367261" cy="364686"/>
            <a:chOff x="-64781025" y="3361050"/>
            <a:chExt cx="317425" cy="315200"/>
          </a:xfrm>
        </p:grpSpPr>
        <p:sp>
          <p:nvSpPr>
            <p:cNvPr id="6661" name="Google Shape;6661;p55"/>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2" name="Google Shape;6662;p55"/>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3" name="Google Shape;6663;p55"/>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4" name="Google Shape;6664;p55"/>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65" name="Google Shape;6665;p55"/>
          <p:cNvSpPr/>
          <p:nvPr/>
        </p:nvSpPr>
        <p:spPr>
          <a:xfrm>
            <a:off x="1295604" y="1976311"/>
            <a:ext cx="367261" cy="365438"/>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6" name="Google Shape;6666;p55"/>
          <p:cNvSpPr/>
          <p:nvPr/>
        </p:nvSpPr>
        <p:spPr>
          <a:xfrm>
            <a:off x="1322938" y="2404313"/>
            <a:ext cx="312592" cy="36726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7" name="Google Shape;6667;p55"/>
          <p:cNvSpPr/>
          <p:nvPr/>
        </p:nvSpPr>
        <p:spPr>
          <a:xfrm>
            <a:off x="3508223" y="1572954"/>
            <a:ext cx="366335" cy="286155"/>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68" name="Google Shape;6668;p55"/>
          <p:cNvGrpSpPr/>
          <p:nvPr/>
        </p:nvGrpSpPr>
        <p:grpSpPr>
          <a:xfrm>
            <a:off x="3500129" y="1975144"/>
            <a:ext cx="382765" cy="367810"/>
            <a:chOff x="-62890750" y="3747425"/>
            <a:chExt cx="330825" cy="317900"/>
          </a:xfrm>
        </p:grpSpPr>
        <p:sp>
          <p:nvSpPr>
            <p:cNvPr id="6669" name="Google Shape;6669;p55"/>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0" name="Google Shape;6670;p55"/>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1" name="Google Shape;6671;p55"/>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2" name="Google Shape;6672;p55"/>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3" name="Google Shape;6673;p55"/>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4" name="Google Shape;6674;p55"/>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5" name="Google Shape;6675;p55"/>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6" name="Google Shape;6676;p55"/>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7" name="Google Shape;6677;p55"/>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8" name="Google Shape;6678;p55"/>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9" name="Google Shape;6679;p55"/>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0" name="Google Shape;6680;p55"/>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1" name="Google Shape;6681;p55"/>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2" name="Google Shape;6682;p55"/>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3" name="Google Shape;6683;p55"/>
          <p:cNvGrpSpPr/>
          <p:nvPr/>
        </p:nvGrpSpPr>
        <p:grpSpPr>
          <a:xfrm>
            <a:off x="3507881" y="2404781"/>
            <a:ext cx="367261" cy="366364"/>
            <a:chOff x="-62884425" y="4111775"/>
            <a:chExt cx="317425" cy="316650"/>
          </a:xfrm>
        </p:grpSpPr>
        <p:sp>
          <p:nvSpPr>
            <p:cNvPr id="6684" name="Google Shape;6684;p55"/>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5" name="Google Shape;6685;p55"/>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6" name="Google Shape;6686;p55"/>
          <p:cNvGrpSpPr/>
          <p:nvPr/>
        </p:nvGrpSpPr>
        <p:grpSpPr>
          <a:xfrm>
            <a:off x="2180515" y="2900850"/>
            <a:ext cx="365438" cy="360001"/>
            <a:chOff x="-60991775" y="3376900"/>
            <a:chExt cx="315850" cy="311150"/>
          </a:xfrm>
        </p:grpSpPr>
        <p:sp>
          <p:nvSpPr>
            <p:cNvPr id="6687" name="Google Shape;6687;p55"/>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8" name="Google Shape;6688;p55"/>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9" name="Google Shape;6689;p55"/>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0" name="Google Shape;6690;p55"/>
          <p:cNvGrpSpPr/>
          <p:nvPr/>
        </p:nvGrpSpPr>
        <p:grpSpPr>
          <a:xfrm>
            <a:off x="2180052" y="3351714"/>
            <a:ext cx="366364" cy="359075"/>
            <a:chOff x="-60988625" y="3740800"/>
            <a:chExt cx="316650" cy="310350"/>
          </a:xfrm>
        </p:grpSpPr>
        <p:sp>
          <p:nvSpPr>
            <p:cNvPr id="6691" name="Google Shape;6691;p55"/>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2" name="Google Shape;6692;p55"/>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3" name="Google Shape;6693;p55"/>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4" name="Google Shape;6694;p55"/>
          <p:cNvGrpSpPr/>
          <p:nvPr/>
        </p:nvGrpSpPr>
        <p:grpSpPr>
          <a:xfrm>
            <a:off x="2180052" y="3807165"/>
            <a:ext cx="366364" cy="365207"/>
            <a:chOff x="-60987850" y="4100950"/>
            <a:chExt cx="316650" cy="315650"/>
          </a:xfrm>
        </p:grpSpPr>
        <p:sp>
          <p:nvSpPr>
            <p:cNvPr id="6695" name="Google Shape;6695;p55"/>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6" name="Google Shape;6696;p55"/>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7" name="Google Shape;6697;p55"/>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8" name="Google Shape;6698;p55"/>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9" name="Google Shape;6699;p55"/>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0" name="Google Shape;6700;p55"/>
          <p:cNvGrpSpPr/>
          <p:nvPr/>
        </p:nvGrpSpPr>
        <p:grpSpPr>
          <a:xfrm>
            <a:off x="3949836" y="3352625"/>
            <a:ext cx="369083" cy="357253"/>
            <a:chOff x="-59447250" y="3706150"/>
            <a:chExt cx="319000" cy="308775"/>
          </a:xfrm>
        </p:grpSpPr>
        <p:sp>
          <p:nvSpPr>
            <p:cNvPr id="6701" name="Google Shape;6701;p55"/>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2" name="Google Shape;6702;p55"/>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3" name="Google Shape;6703;p55"/>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4" name="Google Shape;6704;p55"/>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5" name="Google Shape;6705;p55"/>
          <p:cNvGrpSpPr/>
          <p:nvPr/>
        </p:nvGrpSpPr>
        <p:grpSpPr>
          <a:xfrm>
            <a:off x="1738564" y="1533936"/>
            <a:ext cx="368186" cy="364224"/>
            <a:chOff x="-64406125" y="3362225"/>
            <a:chExt cx="318225" cy="314800"/>
          </a:xfrm>
        </p:grpSpPr>
        <p:sp>
          <p:nvSpPr>
            <p:cNvPr id="6706" name="Google Shape;6706;p55"/>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7" name="Google Shape;6707;p55"/>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08" name="Google Shape;6708;p55"/>
          <p:cNvSpPr/>
          <p:nvPr/>
        </p:nvSpPr>
        <p:spPr>
          <a:xfrm>
            <a:off x="1801771" y="1975400"/>
            <a:ext cx="241524" cy="36726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09" name="Google Shape;6709;p55"/>
          <p:cNvGrpSpPr/>
          <p:nvPr/>
        </p:nvGrpSpPr>
        <p:grpSpPr>
          <a:xfrm>
            <a:off x="1739027" y="2404781"/>
            <a:ext cx="367261" cy="366364"/>
            <a:chOff x="-64410850" y="4094450"/>
            <a:chExt cx="317425" cy="316650"/>
          </a:xfrm>
        </p:grpSpPr>
        <p:sp>
          <p:nvSpPr>
            <p:cNvPr id="6710" name="Google Shape;6710;p55"/>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1" name="Google Shape;6711;p55"/>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2" name="Google Shape;6712;p55"/>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13" name="Google Shape;6713;p55"/>
          <p:cNvSpPr/>
          <p:nvPr/>
        </p:nvSpPr>
        <p:spPr>
          <a:xfrm>
            <a:off x="3983247" y="1532300"/>
            <a:ext cx="319882" cy="36746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14" name="Google Shape;6714;p55"/>
          <p:cNvGrpSpPr/>
          <p:nvPr/>
        </p:nvGrpSpPr>
        <p:grpSpPr>
          <a:xfrm>
            <a:off x="3960575" y="1974854"/>
            <a:ext cx="365467" cy="368389"/>
            <a:chOff x="-62516625" y="3743175"/>
            <a:chExt cx="315875" cy="318400"/>
          </a:xfrm>
        </p:grpSpPr>
        <p:sp>
          <p:nvSpPr>
            <p:cNvPr id="6715" name="Google Shape;6715;p55"/>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6" name="Google Shape;6716;p55"/>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7" name="Google Shape;6717;p55"/>
          <p:cNvGrpSpPr/>
          <p:nvPr/>
        </p:nvGrpSpPr>
        <p:grpSpPr>
          <a:xfrm>
            <a:off x="3967415" y="2424826"/>
            <a:ext cx="351786" cy="326274"/>
            <a:chOff x="-62511900" y="4129100"/>
            <a:chExt cx="304050" cy="282000"/>
          </a:xfrm>
        </p:grpSpPr>
        <p:sp>
          <p:nvSpPr>
            <p:cNvPr id="6718" name="Google Shape;6718;p55"/>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9" name="Google Shape;6719;p55"/>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0" name="Google Shape;6720;p55"/>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1" name="Google Shape;6721;p55"/>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2" name="Google Shape;6722;p55"/>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3" name="Google Shape;6723;p55"/>
          <p:cNvGrpSpPr/>
          <p:nvPr/>
        </p:nvGrpSpPr>
        <p:grpSpPr>
          <a:xfrm>
            <a:off x="2645537" y="2897220"/>
            <a:ext cx="310770" cy="367261"/>
            <a:chOff x="-60597975" y="3367475"/>
            <a:chExt cx="268600" cy="317425"/>
          </a:xfrm>
        </p:grpSpPr>
        <p:sp>
          <p:nvSpPr>
            <p:cNvPr id="6724" name="Google Shape;6724;p55"/>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5" name="Google Shape;6725;p55"/>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6" name="Google Shape;6726;p55"/>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7" name="Google Shape;6727;p55"/>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8" name="Google Shape;6728;p55"/>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29" name="Google Shape;6729;p55"/>
          <p:cNvSpPr/>
          <p:nvPr/>
        </p:nvSpPr>
        <p:spPr>
          <a:xfrm>
            <a:off x="2616264" y="3348731"/>
            <a:ext cx="369083" cy="365005"/>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30" name="Google Shape;6730;p55"/>
          <p:cNvGrpSpPr/>
          <p:nvPr/>
        </p:nvGrpSpPr>
        <p:grpSpPr>
          <a:xfrm>
            <a:off x="2617740" y="3858536"/>
            <a:ext cx="366364" cy="262465"/>
            <a:chOff x="-60621600" y="4145650"/>
            <a:chExt cx="316650" cy="226850"/>
          </a:xfrm>
        </p:grpSpPr>
        <p:sp>
          <p:nvSpPr>
            <p:cNvPr id="6731" name="Google Shape;6731;p55"/>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2" name="Google Shape;6732;p55"/>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3" name="Google Shape;6733;p55"/>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4" name="Google Shape;6734;p55"/>
          <p:cNvGrpSpPr/>
          <p:nvPr/>
        </p:nvGrpSpPr>
        <p:grpSpPr>
          <a:xfrm>
            <a:off x="3954392" y="3807035"/>
            <a:ext cx="359972" cy="365467"/>
            <a:chOff x="-59400775" y="4084200"/>
            <a:chExt cx="311125" cy="315875"/>
          </a:xfrm>
        </p:grpSpPr>
        <p:sp>
          <p:nvSpPr>
            <p:cNvPr id="6735" name="Google Shape;6735;p55"/>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6" name="Google Shape;6736;p55"/>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7" name="Google Shape;6737;p55"/>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8" name="Google Shape;6738;p55"/>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9" name="Google Shape;6739;p55"/>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0" name="Google Shape;6740;p55"/>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1" name="Google Shape;6741;p55"/>
          <p:cNvGrpSpPr/>
          <p:nvPr/>
        </p:nvGrpSpPr>
        <p:grpSpPr>
          <a:xfrm>
            <a:off x="2178486" y="1532866"/>
            <a:ext cx="365438" cy="366364"/>
            <a:chOff x="-64044600" y="3360375"/>
            <a:chExt cx="315850" cy="316650"/>
          </a:xfrm>
        </p:grpSpPr>
        <p:sp>
          <p:nvSpPr>
            <p:cNvPr id="6742" name="Google Shape;6742;p55"/>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3" name="Google Shape;6743;p55"/>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4" name="Google Shape;6744;p55"/>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5" name="Google Shape;6745;p55"/>
          <p:cNvGrpSpPr/>
          <p:nvPr/>
        </p:nvGrpSpPr>
        <p:grpSpPr>
          <a:xfrm>
            <a:off x="2204909" y="1975418"/>
            <a:ext cx="312592" cy="367261"/>
            <a:chOff x="-64022550" y="3727425"/>
            <a:chExt cx="270175" cy="317425"/>
          </a:xfrm>
        </p:grpSpPr>
        <p:sp>
          <p:nvSpPr>
            <p:cNvPr id="6746" name="Google Shape;6746;p55"/>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7" name="Google Shape;6747;p55"/>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8" name="Google Shape;6748;p55"/>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9" name="Google Shape;6749;p55"/>
          <p:cNvGrpSpPr/>
          <p:nvPr/>
        </p:nvGrpSpPr>
        <p:grpSpPr>
          <a:xfrm>
            <a:off x="2229047" y="2404318"/>
            <a:ext cx="264317" cy="367290"/>
            <a:chOff x="-64001300" y="4093650"/>
            <a:chExt cx="228450" cy="317450"/>
          </a:xfrm>
        </p:grpSpPr>
        <p:sp>
          <p:nvSpPr>
            <p:cNvPr id="6750" name="Google Shape;6750;p55"/>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1" name="Google Shape;6751;p55"/>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2" name="Google Shape;6752;p55"/>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3" name="Google Shape;6753;p55"/>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4" name="Google Shape;6754;p55"/>
          <p:cNvGrpSpPr/>
          <p:nvPr/>
        </p:nvGrpSpPr>
        <p:grpSpPr>
          <a:xfrm>
            <a:off x="848051" y="2897610"/>
            <a:ext cx="359972" cy="366480"/>
            <a:chOff x="-62148800" y="3377700"/>
            <a:chExt cx="311125" cy="316750"/>
          </a:xfrm>
        </p:grpSpPr>
        <p:sp>
          <p:nvSpPr>
            <p:cNvPr id="6755" name="Google Shape;6755;p55"/>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6" name="Google Shape;6756;p55"/>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7" name="Google Shape;6757;p55"/>
          <p:cNvGrpSpPr/>
          <p:nvPr/>
        </p:nvGrpSpPr>
        <p:grpSpPr>
          <a:xfrm>
            <a:off x="843958" y="3347607"/>
            <a:ext cx="368157" cy="367290"/>
            <a:chOff x="-62154300" y="3743950"/>
            <a:chExt cx="318200" cy="317450"/>
          </a:xfrm>
        </p:grpSpPr>
        <p:sp>
          <p:nvSpPr>
            <p:cNvPr id="6758" name="Google Shape;6758;p55"/>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9" name="Google Shape;6759;p55"/>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0" name="Google Shape;6760;p55"/>
          <p:cNvGrpSpPr/>
          <p:nvPr/>
        </p:nvGrpSpPr>
        <p:grpSpPr>
          <a:xfrm>
            <a:off x="843944" y="3806587"/>
            <a:ext cx="368186" cy="366364"/>
            <a:chOff x="-62151950" y="4111775"/>
            <a:chExt cx="318225" cy="316650"/>
          </a:xfrm>
        </p:grpSpPr>
        <p:sp>
          <p:nvSpPr>
            <p:cNvPr id="6761" name="Google Shape;6761;p55"/>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2" name="Google Shape;6762;p55"/>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3" name="Google Shape;6763;p55"/>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4" name="Google Shape;6764;p55"/>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5" name="Google Shape;6765;p55"/>
          <p:cNvGrpSpPr/>
          <p:nvPr/>
        </p:nvGrpSpPr>
        <p:grpSpPr>
          <a:xfrm>
            <a:off x="3062568" y="2897133"/>
            <a:ext cx="368157" cy="367434"/>
            <a:chOff x="-60254550" y="3367325"/>
            <a:chExt cx="318200" cy="317575"/>
          </a:xfrm>
        </p:grpSpPr>
        <p:sp>
          <p:nvSpPr>
            <p:cNvPr id="6766" name="Google Shape;6766;p55"/>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7" name="Google Shape;6767;p55"/>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8" name="Google Shape;6768;p55"/>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9" name="Google Shape;6769;p55"/>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0" name="Google Shape;6770;p55"/>
          <p:cNvGrpSpPr/>
          <p:nvPr/>
        </p:nvGrpSpPr>
        <p:grpSpPr>
          <a:xfrm>
            <a:off x="3063465" y="3348127"/>
            <a:ext cx="366364" cy="366248"/>
            <a:chOff x="-60255350" y="3733825"/>
            <a:chExt cx="316650" cy="316550"/>
          </a:xfrm>
        </p:grpSpPr>
        <p:sp>
          <p:nvSpPr>
            <p:cNvPr id="6771" name="Google Shape;6771;p55"/>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2" name="Google Shape;6772;p55"/>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3" name="Google Shape;6773;p55"/>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4" name="Google Shape;6774;p55"/>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5" name="Google Shape;6775;p55"/>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6" name="Google Shape;6776;p55"/>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7" name="Google Shape;6777;p55"/>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8" name="Google Shape;6778;p55"/>
          <p:cNvGrpSpPr/>
          <p:nvPr/>
        </p:nvGrpSpPr>
        <p:grpSpPr>
          <a:xfrm>
            <a:off x="3091262" y="3807035"/>
            <a:ext cx="310770" cy="365467"/>
            <a:chOff x="-60232500" y="4101525"/>
            <a:chExt cx="268600" cy="315875"/>
          </a:xfrm>
        </p:grpSpPr>
        <p:sp>
          <p:nvSpPr>
            <p:cNvPr id="6779" name="Google Shape;6779;p55"/>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0" name="Google Shape;6780;p55"/>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81" name="Google Shape;6781;p55"/>
          <p:cNvSpPr/>
          <p:nvPr/>
        </p:nvSpPr>
        <p:spPr>
          <a:xfrm>
            <a:off x="2179036" y="4275969"/>
            <a:ext cx="366335" cy="36729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82" name="Google Shape;6782;p55"/>
          <p:cNvGrpSpPr/>
          <p:nvPr/>
        </p:nvGrpSpPr>
        <p:grpSpPr>
          <a:xfrm>
            <a:off x="2624262" y="1532866"/>
            <a:ext cx="368186" cy="366364"/>
            <a:chOff x="-63679950" y="3360375"/>
            <a:chExt cx="318225" cy="316650"/>
          </a:xfrm>
        </p:grpSpPr>
        <p:sp>
          <p:nvSpPr>
            <p:cNvPr id="6783" name="Google Shape;6783;p55"/>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4" name="Google Shape;6784;p55"/>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5" name="Google Shape;6785;p55"/>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6" name="Google Shape;6786;p55"/>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87" name="Google Shape;6787;p55"/>
          <p:cNvSpPr/>
          <p:nvPr/>
        </p:nvSpPr>
        <p:spPr>
          <a:xfrm>
            <a:off x="2623229" y="1975169"/>
            <a:ext cx="370009" cy="367724"/>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88" name="Google Shape;6788;p55"/>
          <p:cNvGrpSpPr/>
          <p:nvPr/>
        </p:nvGrpSpPr>
        <p:grpSpPr>
          <a:xfrm>
            <a:off x="2622889" y="2404203"/>
            <a:ext cx="370934" cy="367521"/>
            <a:chOff x="-63679950" y="4093450"/>
            <a:chExt cx="320600" cy="317650"/>
          </a:xfrm>
        </p:grpSpPr>
        <p:sp>
          <p:nvSpPr>
            <p:cNvPr id="6789" name="Google Shape;6789;p55"/>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0" name="Google Shape;6790;p55"/>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1" name="Google Shape;6791;p55"/>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92" name="Google Shape;6792;p55"/>
          <p:cNvGrpSpPr/>
          <p:nvPr/>
        </p:nvGrpSpPr>
        <p:grpSpPr>
          <a:xfrm>
            <a:off x="1283006" y="2897205"/>
            <a:ext cx="366364" cy="367290"/>
            <a:chOff x="-61784125" y="3377700"/>
            <a:chExt cx="316650" cy="317450"/>
          </a:xfrm>
        </p:grpSpPr>
        <p:sp>
          <p:nvSpPr>
            <p:cNvPr id="6793" name="Google Shape;6793;p55"/>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4" name="Google Shape;6794;p55"/>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5" name="Google Shape;6795;p55"/>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6" name="Google Shape;6796;p55"/>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7" name="Google Shape;6797;p55"/>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8" name="Google Shape;6798;p55"/>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9" name="Google Shape;6799;p55"/>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0" name="Google Shape;6800;p55"/>
          <p:cNvGrpSpPr/>
          <p:nvPr/>
        </p:nvGrpSpPr>
        <p:grpSpPr>
          <a:xfrm>
            <a:off x="1283006" y="3347607"/>
            <a:ext cx="366364" cy="367290"/>
            <a:chOff x="-61783350" y="3743950"/>
            <a:chExt cx="316650" cy="317450"/>
          </a:xfrm>
        </p:grpSpPr>
        <p:sp>
          <p:nvSpPr>
            <p:cNvPr id="6801" name="Google Shape;6801;p55"/>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2" name="Google Shape;6802;p55"/>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03" name="Google Shape;6803;p55"/>
          <p:cNvSpPr/>
          <p:nvPr/>
        </p:nvSpPr>
        <p:spPr>
          <a:xfrm>
            <a:off x="1282887" y="3806407"/>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4" name="Google Shape;6804;p55"/>
          <p:cNvSpPr/>
          <p:nvPr/>
        </p:nvSpPr>
        <p:spPr>
          <a:xfrm>
            <a:off x="3505689" y="2907052"/>
            <a:ext cx="366364" cy="347563"/>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5" name="Google Shape;6805;p55"/>
          <p:cNvSpPr/>
          <p:nvPr/>
        </p:nvSpPr>
        <p:spPr>
          <a:xfrm>
            <a:off x="3504778" y="3387693"/>
            <a:ext cx="368186" cy="287081"/>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06" name="Google Shape;6806;p55"/>
          <p:cNvGrpSpPr/>
          <p:nvPr/>
        </p:nvGrpSpPr>
        <p:grpSpPr>
          <a:xfrm>
            <a:off x="3504430" y="3807440"/>
            <a:ext cx="369112" cy="364657"/>
            <a:chOff x="-59869425" y="4102225"/>
            <a:chExt cx="319025" cy="315175"/>
          </a:xfrm>
        </p:grpSpPr>
        <p:sp>
          <p:nvSpPr>
            <p:cNvPr id="6807" name="Google Shape;6807;p55"/>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8" name="Google Shape;6808;p55"/>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9" name="Google Shape;6809;p55"/>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0" name="Google Shape;6810;p55"/>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1" name="Google Shape;6811;p55"/>
          <p:cNvGrpSpPr/>
          <p:nvPr/>
        </p:nvGrpSpPr>
        <p:grpSpPr>
          <a:xfrm>
            <a:off x="2623233" y="4276262"/>
            <a:ext cx="366364" cy="365467"/>
            <a:chOff x="-59029025" y="3711650"/>
            <a:chExt cx="316650" cy="315875"/>
          </a:xfrm>
        </p:grpSpPr>
        <p:sp>
          <p:nvSpPr>
            <p:cNvPr id="6812" name="Google Shape;6812;p55"/>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3" name="Google Shape;6813;p55"/>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4" name="Google Shape;6814;p55"/>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5" name="Google Shape;6815;p55"/>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6" name="Google Shape;6816;p55"/>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7" name="Google Shape;6817;p55"/>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8" name="Google Shape;6818;p55"/>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9" name="Google Shape;6819;p55"/>
          <p:cNvGrpSpPr/>
          <p:nvPr/>
        </p:nvGrpSpPr>
        <p:grpSpPr>
          <a:xfrm>
            <a:off x="4859311" y="1532317"/>
            <a:ext cx="351940" cy="348188"/>
            <a:chOff x="581525" y="3254850"/>
            <a:chExt cx="297750" cy="294575"/>
          </a:xfrm>
        </p:grpSpPr>
        <p:sp>
          <p:nvSpPr>
            <p:cNvPr id="6820" name="Google Shape;6820;p55"/>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1" name="Google Shape;6821;p55"/>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2" name="Google Shape;6822;p55"/>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3" name="Google Shape;6823;p55"/>
          <p:cNvGrpSpPr/>
          <p:nvPr/>
        </p:nvGrpSpPr>
        <p:grpSpPr>
          <a:xfrm>
            <a:off x="4858380" y="1971253"/>
            <a:ext cx="353802" cy="351497"/>
            <a:chOff x="580725" y="3617925"/>
            <a:chExt cx="299325" cy="297375"/>
          </a:xfrm>
        </p:grpSpPr>
        <p:sp>
          <p:nvSpPr>
            <p:cNvPr id="6824" name="Google Shape;6824;p5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5" name="Google Shape;6825;p5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6" name="Google Shape;6826;p5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7" name="Google Shape;6827;p5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8" name="Google Shape;6828;p5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29" name="Google Shape;6829;p55"/>
          <p:cNvGrpSpPr/>
          <p:nvPr/>
        </p:nvGrpSpPr>
        <p:grpSpPr>
          <a:xfrm>
            <a:off x="4860242" y="2418443"/>
            <a:ext cx="350079" cy="350079"/>
            <a:chOff x="583100" y="3982600"/>
            <a:chExt cx="296175" cy="296175"/>
          </a:xfrm>
        </p:grpSpPr>
        <p:sp>
          <p:nvSpPr>
            <p:cNvPr id="6830" name="Google Shape;6830;p55"/>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1" name="Google Shape;6831;p55"/>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2" name="Google Shape;6832;p55"/>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3" name="Google Shape;6833;p55"/>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4" name="Google Shape;6834;p55"/>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5" name="Google Shape;6835;p55"/>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6" name="Google Shape;6836;p55"/>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7" name="Google Shape;6837;p55"/>
          <p:cNvGrpSpPr/>
          <p:nvPr/>
        </p:nvGrpSpPr>
        <p:grpSpPr>
          <a:xfrm>
            <a:off x="7092856" y="1532067"/>
            <a:ext cx="307231" cy="348690"/>
            <a:chOff x="2423775" y="3226875"/>
            <a:chExt cx="259925" cy="295000"/>
          </a:xfrm>
        </p:grpSpPr>
        <p:sp>
          <p:nvSpPr>
            <p:cNvPr id="6838" name="Google Shape;6838;p55"/>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9" name="Google Shape;6839;p55"/>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0" name="Google Shape;6840;p55"/>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1" name="Google Shape;6841;p55"/>
          <p:cNvGrpSpPr/>
          <p:nvPr/>
        </p:nvGrpSpPr>
        <p:grpSpPr>
          <a:xfrm>
            <a:off x="7070043" y="1973352"/>
            <a:ext cx="352857" cy="347301"/>
            <a:chOff x="2404875" y="3592725"/>
            <a:chExt cx="298525" cy="293825"/>
          </a:xfrm>
        </p:grpSpPr>
        <p:sp>
          <p:nvSpPr>
            <p:cNvPr id="6842" name="Google Shape;6842;p55"/>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3" name="Google Shape;6843;p55"/>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4" name="Google Shape;6844;p55"/>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5" name="Google Shape;6845;p55"/>
          <p:cNvGrpSpPr/>
          <p:nvPr/>
        </p:nvGrpSpPr>
        <p:grpSpPr>
          <a:xfrm>
            <a:off x="7070974" y="2418917"/>
            <a:ext cx="350995" cy="349133"/>
            <a:chOff x="2404875" y="3955825"/>
            <a:chExt cx="296950" cy="295375"/>
          </a:xfrm>
        </p:grpSpPr>
        <p:sp>
          <p:nvSpPr>
            <p:cNvPr id="6846" name="Google Shape;6846;p55"/>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7" name="Google Shape;6847;p55"/>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8" name="Google Shape;6848;p55"/>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9" name="Google Shape;6849;p55"/>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0" name="Google Shape;6850;p55"/>
          <p:cNvGrpSpPr/>
          <p:nvPr/>
        </p:nvGrpSpPr>
        <p:grpSpPr>
          <a:xfrm>
            <a:off x="5764954" y="2883111"/>
            <a:ext cx="349163" cy="350079"/>
            <a:chOff x="4263650" y="3235150"/>
            <a:chExt cx="295400" cy="296175"/>
          </a:xfrm>
        </p:grpSpPr>
        <p:sp>
          <p:nvSpPr>
            <p:cNvPr id="6851" name="Google Shape;6851;p55"/>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2" name="Google Shape;6852;p55"/>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3" name="Google Shape;6853;p55"/>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4" name="Google Shape;6854;p55"/>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5" name="Google Shape;6855;p55"/>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6" name="Google Shape;6856;p55"/>
          <p:cNvGrpSpPr/>
          <p:nvPr/>
        </p:nvGrpSpPr>
        <p:grpSpPr>
          <a:xfrm>
            <a:off x="5762634" y="3342272"/>
            <a:ext cx="353802" cy="327739"/>
            <a:chOff x="4266025" y="3609275"/>
            <a:chExt cx="299325" cy="277275"/>
          </a:xfrm>
        </p:grpSpPr>
        <p:sp>
          <p:nvSpPr>
            <p:cNvPr id="6857" name="Google Shape;6857;p55"/>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8" name="Google Shape;6858;p55"/>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9" name="Google Shape;6859;p55"/>
          <p:cNvGrpSpPr/>
          <p:nvPr/>
        </p:nvGrpSpPr>
        <p:grpSpPr>
          <a:xfrm>
            <a:off x="5763092" y="3807659"/>
            <a:ext cx="352886" cy="349133"/>
            <a:chOff x="4263650" y="3963700"/>
            <a:chExt cx="298550" cy="295375"/>
          </a:xfrm>
        </p:grpSpPr>
        <p:sp>
          <p:nvSpPr>
            <p:cNvPr id="6860" name="Google Shape;6860;p55"/>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1" name="Google Shape;6861;p55"/>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2" name="Google Shape;6862;p55"/>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3" name="Google Shape;6863;p55"/>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4" name="Google Shape;6864;p55"/>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5" name="Google Shape;6865;p55"/>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6" name="Google Shape;6866;p55"/>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7" name="Google Shape;6867;p55"/>
          <p:cNvGrpSpPr/>
          <p:nvPr/>
        </p:nvGrpSpPr>
        <p:grpSpPr>
          <a:xfrm>
            <a:off x="8041429" y="2883111"/>
            <a:ext cx="226264" cy="350079"/>
            <a:chOff x="6164975" y="3211525"/>
            <a:chExt cx="191425" cy="296175"/>
          </a:xfrm>
        </p:grpSpPr>
        <p:sp>
          <p:nvSpPr>
            <p:cNvPr id="6868" name="Google Shape;6868;p55"/>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9" name="Google Shape;6869;p55"/>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0" name="Google Shape;6870;p55"/>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1" name="Google Shape;6871;p55"/>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2" name="Google Shape;6872;p55"/>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3" name="Google Shape;6873;p55"/>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4" name="Google Shape;6874;p55"/>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5" name="Google Shape;6875;p55"/>
          <p:cNvGrpSpPr/>
          <p:nvPr/>
        </p:nvGrpSpPr>
        <p:grpSpPr>
          <a:xfrm>
            <a:off x="5303466" y="1531387"/>
            <a:ext cx="352886" cy="350049"/>
            <a:chOff x="946175" y="3253275"/>
            <a:chExt cx="298550" cy="296150"/>
          </a:xfrm>
        </p:grpSpPr>
        <p:sp>
          <p:nvSpPr>
            <p:cNvPr id="6876" name="Google Shape;6876;p55"/>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7" name="Google Shape;6877;p55"/>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8" name="Google Shape;6878;p55"/>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9" name="Google Shape;6879;p55"/>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0" name="Google Shape;6880;p55"/>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1" name="Google Shape;6881;p55"/>
          <p:cNvGrpSpPr/>
          <p:nvPr/>
        </p:nvGrpSpPr>
        <p:grpSpPr>
          <a:xfrm>
            <a:off x="5304397" y="1973351"/>
            <a:ext cx="351024" cy="347301"/>
            <a:chOff x="946175" y="3619500"/>
            <a:chExt cx="296975" cy="293825"/>
          </a:xfrm>
        </p:grpSpPr>
        <p:sp>
          <p:nvSpPr>
            <p:cNvPr id="6882" name="Google Shape;6882;p55"/>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3" name="Google Shape;6883;p55"/>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4" name="Google Shape;6884;p55"/>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5" name="Google Shape;6885;p55"/>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6" name="Google Shape;6886;p55"/>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7" name="Google Shape;6887;p55"/>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8" name="Google Shape;6888;p55"/>
          <p:cNvGrpSpPr/>
          <p:nvPr/>
        </p:nvGrpSpPr>
        <p:grpSpPr>
          <a:xfrm>
            <a:off x="5303939" y="2417985"/>
            <a:ext cx="351940" cy="350995"/>
            <a:chOff x="944600" y="3981825"/>
            <a:chExt cx="297750" cy="296950"/>
          </a:xfrm>
        </p:grpSpPr>
        <p:sp>
          <p:nvSpPr>
            <p:cNvPr id="6889" name="Google Shape;6889;p55"/>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0" name="Google Shape;6890;p55"/>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55"/>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55"/>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3" name="Google Shape;6893;p55"/>
          <p:cNvGrpSpPr/>
          <p:nvPr/>
        </p:nvGrpSpPr>
        <p:grpSpPr>
          <a:xfrm>
            <a:off x="7520875" y="1531845"/>
            <a:ext cx="350079" cy="349133"/>
            <a:chOff x="2768750" y="3227275"/>
            <a:chExt cx="296175" cy="295375"/>
          </a:xfrm>
        </p:grpSpPr>
        <p:sp>
          <p:nvSpPr>
            <p:cNvPr id="6894" name="Google Shape;6894;p55"/>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5" name="Google Shape;6895;p55"/>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6" name="Google Shape;6896;p55"/>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55"/>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8" name="Google Shape;6898;p55"/>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9" name="Google Shape;6899;p55"/>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0" name="Google Shape;6900;p55"/>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1" name="Google Shape;6901;p55"/>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2" name="Google Shape;6902;p55"/>
          <p:cNvGrpSpPr/>
          <p:nvPr/>
        </p:nvGrpSpPr>
        <p:grpSpPr>
          <a:xfrm>
            <a:off x="7541826" y="1972717"/>
            <a:ext cx="308177" cy="348572"/>
            <a:chOff x="2786075" y="3591800"/>
            <a:chExt cx="260725" cy="294900"/>
          </a:xfrm>
        </p:grpSpPr>
        <p:sp>
          <p:nvSpPr>
            <p:cNvPr id="6903" name="Google Shape;6903;p55"/>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4" name="Google Shape;6904;p55"/>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5" name="Google Shape;6905;p55"/>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6" name="Google Shape;6906;p55"/>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7" name="Google Shape;6907;p55"/>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8" name="Google Shape;6908;p55"/>
          <p:cNvGrpSpPr/>
          <p:nvPr/>
        </p:nvGrpSpPr>
        <p:grpSpPr>
          <a:xfrm>
            <a:off x="7582324" y="2418444"/>
            <a:ext cx="227180" cy="350079"/>
            <a:chOff x="2819150" y="3955025"/>
            <a:chExt cx="192200" cy="296175"/>
          </a:xfrm>
        </p:grpSpPr>
        <p:sp>
          <p:nvSpPr>
            <p:cNvPr id="6909" name="Google Shape;6909;p55"/>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0" name="Google Shape;6910;p55"/>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1" name="Google Shape;6911;p55"/>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2" name="Google Shape;6912;p55"/>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3" name="Google Shape;6913;p55"/>
          <p:cNvGrpSpPr/>
          <p:nvPr/>
        </p:nvGrpSpPr>
        <p:grpSpPr>
          <a:xfrm>
            <a:off x="6206097" y="2884042"/>
            <a:ext cx="349133" cy="348217"/>
            <a:chOff x="4629125" y="3235150"/>
            <a:chExt cx="295375" cy="294600"/>
          </a:xfrm>
        </p:grpSpPr>
        <p:sp>
          <p:nvSpPr>
            <p:cNvPr id="6914" name="Google Shape;6914;p55"/>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5" name="Google Shape;6915;p55"/>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6" name="Google Shape;6916;p55"/>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7" name="Google Shape;6917;p55"/>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8" name="Google Shape;6918;p55"/>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9" name="Google Shape;6919;p55"/>
          <p:cNvGrpSpPr/>
          <p:nvPr/>
        </p:nvGrpSpPr>
        <p:grpSpPr>
          <a:xfrm>
            <a:off x="6206082" y="3331575"/>
            <a:ext cx="349163" cy="349133"/>
            <a:chOff x="4628325" y="3599825"/>
            <a:chExt cx="295400" cy="295375"/>
          </a:xfrm>
        </p:grpSpPr>
        <p:sp>
          <p:nvSpPr>
            <p:cNvPr id="6920" name="Google Shape;6920;p55"/>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1" name="Google Shape;6921;p55"/>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55"/>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55"/>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55"/>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55"/>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55"/>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7" name="Google Shape;6927;p55"/>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55"/>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55"/>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0" name="Google Shape;6930;p55"/>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1" name="Google Shape;6931;p55"/>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2" name="Google Shape;6932;p55"/>
          <p:cNvGrpSpPr/>
          <p:nvPr/>
        </p:nvGrpSpPr>
        <p:grpSpPr>
          <a:xfrm>
            <a:off x="6227033" y="3807186"/>
            <a:ext cx="307261" cy="350079"/>
            <a:chOff x="4645650" y="3962900"/>
            <a:chExt cx="259950" cy="296175"/>
          </a:xfrm>
        </p:grpSpPr>
        <p:sp>
          <p:nvSpPr>
            <p:cNvPr id="6933" name="Google Shape;6933;p55"/>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55"/>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55"/>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6" name="Google Shape;6936;p55"/>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7" name="Google Shape;6937;p55"/>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8" name="Google Shape;6938;p55"/>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9" name="Google Shape;6939;p55"/>
          <p:cNvGrpSpPr/>
          <p:nvPr/>
        </p:nvGrpSpPr>
        <p:grpSpPr>
          <a:xfrm>
            <a:off x="7979994" y="3332048"/>
            <a:ext cx="349133" cy="348188"/>
            <a:chOff x="6143725" y="3582500"/>
            <a:chExt cx="295375" cy="294575"/>
          </a:xfrm>
        </p:grpSpPr>
        <p:sp>
          <p:nvSpPr>
            <p:cNvPr id="6940" name="Google Shape;6940;p55"/>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1" name="Google Shape;6941;p55"/>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55"/>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3" name="Google Shape;6943;p55"/>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4" name="Google Shape;6944;p55"/>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55"/>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55"/>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7" name="Google Shape;6947;p55"/>
          <p:cNvGrpSpPr/>
          <p:nvPr/>
        </p:nvGrpSpPr>
        <p:grpSpPr>
          <a:xfrm>
            <a:off x="5748820" y="1531387"/>
            <a:ext cx="350995" cy="350049"/>
            <a:chOff x="1310075" y="3253275"/>
            <a:chExt cx="296950" cy="296150"/>
          </a:xfrm>
        </p:grpSpPr>
        <p:sp>
          <p:nvSpPr>
            <p:cNvPr id="6948" name="Google Shape;6948;p55"/>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9" name="Google Shape;6949;p55"/>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55"/>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51" name="Google Shape;6951;p55"/>
          <p:cNvSpPr/>
          <p:nvPr/>
        </p:nvSpPr>
        <p:spPr>
          <a:xfrm>
            <a:off x="5750241" y="1973475"/>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2" name="Google Shape;6952;p55"/>
          <p:cNvGrpSpPr/>
          <p:nvPr/>
        </p:nvGrpSpPr>
        <p:grpSpPr>
          <a:xfrm>
            <a:off x="5748347" y="2417646"/>
            <a:ext cx="351941" cy="351675"/>
            <a:chOff x="1310075" y="3980250"/>
            <a:chExt cx="297750" cy="297525"/>
          </a:xfrm>
        </p:grpSpPr>
        <p:sp>
          <p:nvSpPr>
            <p:cNvPr id="6953" name="Google Shape;6953;p55"/>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55"/>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5" name="Google Shape;6955;p55"/>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6" name="Google Shape;6956;p55"/>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57" name="Google Shape;6957;p55"/>
          <p:cNvGrpSpPr/>
          <p:nvPr/>
        </p:nvGrpSpPr>
        <p:grpSpPr>
          <a:xfrm>
            <a:off x="8013136" y="1531845"/>
            <a:ext cx="266305" cy="349133"/>
            <a:chOff x="3167275" y="3227275"/>
            <a:chExt cx="225300" cy="295375"/>
          </a:xfrm>
        </p:grpSpPr>
        <p:sp>
          <p:nvSpPr>
            <p:cNvPr id="6958" name="Google Shape;6958;p55"/>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55"/>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55"/>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55"/>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55"/>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63" name="Google Shape;6963;p55"/>
          <p:cNvSpPr/>
          <p:nvPr/>
        </p:nvSpPr>
        <p:spPr>
          <a:xfrm>
            <a:off x="7962474" y="1971731"/>
            <a:ext cx="367779" cy="350758"/>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64" name="Google Shape;6964;p55"/>
          <p:cNvGrpSpPr/>
          <p:nvPr/>
        </p:nvGrpSpPr>
        <p:grpSpPr>
          <a:xfrm>
            <a:off x="7970318" y="2418902"/>
            <a:ext cx="351940" cy="349163"/>
            <a:chOff x="3133425" y="3955025"/>
            <a:chExt cx="297750" cy="295400"/>
          </a:xfrm>
        </p:grpSpPr>
        <p:sp>
          <p:nvSpPr>
            <p:cNvPr id="6965" name="Google Shape;6965;p55"/>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55"/>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55"/>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8" name="Google Shape;6968;p55"/>
          <p:cNvGrpSpPr/>
          <p:nvPr/>
        </p:nvGrpSpPr>
        <p:grpSpPr>
          <a:xfrm>
            <a:off x="6650491" y="2882490"/>
            <a:ext cx="350079" cy="351320"/>
            <a:chOff x="4991425" y="3234750"/>
            <a:chExt cx="296175" cy="297225"/>
          </a:xfrm>
        </p:grpSpPr>
        <p:sp>
          <p:nvSpPr>
            <p:cNvPr id="6969" name="Google Shape;6969;p55"/>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55"/>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55"/>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55"/>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55"/>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55"/>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5" name="Google Shape;6975;p55"/>
          <p:cNvGrpSpPr/>
          <p:nvPr/>
        </p:nvGrpSpPr>
        <p:grpSpPr>
          <a:xfrm>
            <a:off x="6650491" y="3352053"/>
            <a:ext cx="350079" cy="308177"/>
            <a:chOff x="4991425" y="3617150"/>
            <a:chExt cx="296175" cy="260725"/>
          </a:xfrm>
        </p:grpSpPr>
        <p:sp>
          <p:nvSpPr>
            <p:cNvPr id="6976" name="Google Shape;6976;p55"/>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55"/>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55"/>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9" name="Google Shape;6979;p55"/>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0" name="Google Shape;6980;p55"/>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55"/>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55"/>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3" name="Google Shape;6983;p55"/>
          <p:cNvGrpSpPr/>
          <p:nvPr/>
        </p:nvGrpSpPr>
        <p:grpSpPr>
          <a:xfrm>
            <a:off x="6727764" y="3807644"/>
            <a:ext cx="195532" cy="349163"/>
            <a:chOff x="5056800" y="3962900"/>
            <a:chExt cx="165425" cy="295400"/>
          </a:xfrm>
        </p:grpSpPr>
        <p:sp>
          <p:nvSpPr>
            <p:cNvPr id="6984" name="Google Shape;6984;p55"/>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55"/>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6" name="Google Shape;6986;p55"/>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7" name="Google Shape;6987;p55"/>
          <p:cNvGrpSpPr/>
          <p:nvPr/>
        </p:nvGrpSpPr>
        <p:grpSpPr>
          <a:xfrm>
            <a:off x="7979062" y="3807660"/>
            <a:ext cx="350995" cy="349133"/>
            <a:chOff x="6168925" y="3936925"/>
            <a:chExt cx="296950" cy="295375"/>
          </a:xfrm>
        </p:grpSpPr>
        <p:sp>
          <p:nvSpPr>
            <p:cNvPr id="6988" name="Google Shape;6988;p55"/>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55"/>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55"/>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55"/>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2" name="Google Shape;6992;p55"/>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55"/>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4" name="Google Shape;6994;p55"/>
          <p:cNvGrpSpPr/>
          <p:nvPr/>
        </p:nvGrpSpPr>
        <p:grpSpPr>
          <a:xfrm>
            <a:off x="6192756" y="1531845"/>
            <a:ext cx="348188" cy="349133"/>
            <a:chOff x="1674750" y="3254050"/>
            <a:chExt cx="294575" cy="295375"/>
          </a:xfrm>
        </p:grpSpPr>
        <p:sp>
          <p:nvSpPr>
            <p:cNvPr id="6995" name="Google Shape;6995;p55"/>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55"/>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55"/>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8" name="Google Shape;6998;p55"/>
          <p:cNvGrpSpPr/>
          <p:nvPr/>
        </p:nvGrpSpPr>
        <p:grpSpPr>
          <a:xfrm>
            <a:off x="6207177" y="1972435"/>
            <a:ext cx="319347" cy="349133"/>
            <a:chOff x="1687350" y="3618725"/>
            <a:chExt cx="270175" cy="295375"/>
          </a:xfrm>
        </p:grpSpPr>
        <p:sp>
          <p:nvSpPr>
            <p:cNvPr id="6999" name="Google Shape;6999;p55"/>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0" name="Google Shape;7000;p55"/>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1" name="Google Shape;7001;p55"/>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2" name="Google Shape;7002;p55"/>
          <p:cNvGrpSpPr/>
          <p:nvPr/>
        </p:nvGrpSpPr>
        <p:grpSpPr>
          <a:xfrm>
            <a:off x="6190880" y="2418916"/>
            <a:ext cx="351940" cy="349133"/>
            <a:chOff x="1672375" y="3982600"/>
            <a:chExt cx="297750" cy="295375"/>
          </a:xfrm>
        </p:grpSpPr>
        <p:sp>
          <p:nvSpPr>
            <p:cNvPr id="7003" name="Google Shape;7003;p55"/>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55"/>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55"/>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6" name="Google Shape;7006;p55"/>
          <p:cNvGrpSpPr/>
          <p:nvPr/>
        </p:nvGrpSpPr>
        <p:grpSpPr>
          <a:xfrm>
            <a:off x="4882872" y="2883111"/>
            <a:ext cx="350079" cy="350079"/>
            <a:chOff x="3497300" y="3227275"/>
            <a:chExt cx="296175" cy="296175"/>
          </a:xfrm>
        </p:grpSpPr>
        <p:sp>
          <p:nvSpPr>
            <p:cNvPr id="7007" name="Google Shape;7007;p55"/>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8" name="Google Shape;7008;p55"/>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55"/>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55"/>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1" name="Google Shape;7011;p55"/>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2" name="Google Shape;7012;p55"/>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55"/>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55"/>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5" name="Google Shape;7015;p55"/>
          <p:cNvGrpSpPr/>
          <p:nvPr/>
        </p:nvGrpSpPr>
        <p:grpSpPr>
          <a:xfrm>
            <a:off x="4883345" y="3332506"/>
            <a:ext cx="349133" cy="347272"/>
            <a:chOff x="3497300" y="3591950"/>
            <a:chExt cx="295375" cy="293800"/>
          </a:xfrm>
        </p:grpSpPr>
        <p:sp>
          <p:nvSpPr>
            <p:cNvPr id="7016" name="Google Shape;7016;p55"/>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55"/>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55"/>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55"/>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0" name="Google Shape;7020;p55"/>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1" name="Google Shape;7021;p55"/>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2" name="Google Shape;7022;p55"/>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55"/>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4" name="Google Shape;7024;p55"/>
          <p:cNvGrpSpPr/>
          <p:nvPr/>
        </p:nvGrpSpPr>
        <p:grpSpPr>
          <a:xfrm>
            <a:off x="4883345" y="3807644"/>
            <a:ext cx="349133" cy="349163"/>
            <a:chOff x="3497300" y="3955025"/>
            <a:chExt cx="295375" cy="295400"/>
          </a:xfrm>
        </p:grpSpPr>
        <p:sp>
          <p:nvSpPr>
            <p:cNvPr id="7025" name="Google Shape;7025;p55"/>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55"/>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55"/>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8" name="Google Shape;7028;p55"/>
          <p:cNvGrpSpPr/>
          <p:nvPr/>
        </p:nvGrpSpPr>
        <p:grpSpPr>
          <a:xfrm>
            <a:off x="7107917" y="2883835"/>
            <a:ext cx="327739" cy="348631"/>
            <a:chOff x="5364750" y="3235150"/>
            <a:chExt cx="277275" cy="294950"/>
          </a:xfrm>
        </p:grpSpPr>
        <p:sp>
          <p:nvSpPr>
            <p:cNvPr id="7029" name="Google Shape;7029;p5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5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1" name="Google Shape;7031;p5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2" name="Google Shape;7032;p5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5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5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5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5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7" name="Google Shape;7037;p55"/>
          <p:cNvGrpSpPr/>
          <p:nvPr/>
        </p:nvGrpSpPr>
        <p:grpSpPr>
          <a:xfrm>
            <a:off x="7096274" y="3330171"/>
            <a:ext cx="351024" cy="351940"/>
            <a:chOff x="5355300" y="3598250"/>
            <a:chExt cx="296975" cy="297750"/>
          </a:xfrm>
        </p:grpSpPr>
        <p:sp>
          <p:nvSpPr>
            <p:cNvPr id="7038" name="Google Shape;7038;p55"/>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9" name="Google Shape;7039;p55"/>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0" name="Google Shape;7040;p55"/>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1" name="Google Shape;7041;p55"/>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2" name="Google Shape;7042;p55"/>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55"/>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55"/>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5" name="Google Shape;7045;p55"/>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6" name="Google Shape;7046;p55"/>
          <p:cNvGrpSpPr/>
          <p:nvPr/>
        </p:nvGrpSpPr>
        <p:grpSpPr>
          <a:xfrm>
            <a:off x="7100470" y="3869093"/>
            <a:ext cx="342632" cy="226264"/>
            <a:chOff x="5358450" y="4015675"/>
            <a:chExt cx="289875" cy="191425"/>
          </a:xfrm>
        </p:grpSpPr>
        <p:sp>
          <p:nvSpPr>
            <p:cNvPr id="7047" name="Google Shape;7047;p55"/>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55"/>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9" name="Google Shape;7049;p55"/>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0" name="Google Shape;7050;p55"/>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1" name="Google Shape;7051;p55"/>
          <p:cNvGrpSpPr/>
          <p:nvPr/>
        </p:nvGrpSpPr>
        <p:grpSpPr>
          <a:xfrm>
            <a:off x="6226953" y="4251624"/>
            <a:ext cx="351024" cy="325464"/>
            <a:chOff x="6543825" y="3202075"/>
            <a:chExt cx="296975" cy="275350"/>
          </a:xfrm>
        </p:grpSpPr>
        <p:sp>
          <p:nvSpPr>
            <p:cNvPr id="7052" name="Google Shape;7052;p55"/>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3" name="Google Shape;7053;p55"/>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4" name="Google Shape;7054;p55"/>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5" name="Google Shape;7055;p55"/>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6" name="Google Shape;7056;p55"/>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7" name="Google Shape;7057;p55"/>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8" name="Google Shape;7058;p55"/>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9" name="Google Shape;7059;p55"/>
          <p:cNvGrpSpPr/>
          <p:nvPr/>
        </p:nvGrpSpPr>
        <p:grpSpPr>
          <a:xfrm>
            <a:off x="6633934" y="1531372"/>
            <a:ext cx="350079" cy="350079"/>
            <a:chOff x="2037825" y="3254050"/>
            <a:chExt cx="296175" cy="296175"/>
          </a:xfrm>
        </p:grpSpPr>
        <p:sp>
          <p:nvSpPr>
            <p:cNvPr id="7060" name="Google Shape;7060;p55"/>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1" name="Google Shape;7061;p55"/>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2" name="Google Shape;7062;p55"/>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3" name="Google Shape;7063;p55"/>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4" name="Google Shape;7064;p55"/>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5" name="Google Shape;7065;p55"/>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6" name="Google Shape;7066;p55"/>
          <p:cNvGrpSpPr/>
          <p:nvPr/>
        </p:nvGrpSpPr>
        <p:grpSpPr>
          <a:xfrm>
            <a:off x="6632072" y="1972539"/>
            <a:ext cx="353802" cy="348926"/>
            <a:chOff x="2034675" y="3617925"/>
            <a:chExt cx="299325" cy="295200"/>
          </a:xfrm>
        </p:grpSpPr>
        <p:sp>
          <p:nvSpPr>
            <p:cNvPr id="7067" name="Google Shape;7067;p55"/>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8" name="Google Shape;7068;p55"/>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9" name="Google Shape;7069;p55"/>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0" name="Google Shape;7070;p55"/>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1" name="Google Shape;7071;p55"/>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2" name="Google Shape;7072;p55"/>
          <p:cNvGrpSpPr/>
          <p:nvPr/>
        </p:nvGrpSpPr>
        <p:grpSpPr>
          <a:xfrm>
            <a:off x="6633934" y="2418916"/>
            <a:ext cx="350079" cy="349133"/>
            <a:chOff x="2037825" y="3981825"/>
            <a:chExt cx="296175" cy="295375"/>
          </a:xfrm>
        </p:grpSpPr>
        <p:sp>
          <p:nvSpPr>
            <p:cNvPr id="7073" name="Google Shape;7073;p55"/>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4" name="Google Shape;7074;p55"/>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55"/>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6" name="Google Shape;7076;p55"/>
          <p:cNvGrpSpPr/>
          <p:nvPr/>
        </p:nvGrpSpPr>
        <p:grpSpPr>
          <a:xfrm>
            <a:off x="5318952" y="2915232"/>
            <a:ext cx="350079" cy="285837"/>
            <a:chOff x="3860400" y="3254050"/>
            <a:chExt cx="296175" cy="241825"/>
          </a:xfrm>
        </p:grpSpPr>
        <p:sp>
          <p:nvSpPr>
            <p:cNvPr id="7077" name="Google Shape;7077;p55"/>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55"/>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9" name="Google Shape;7079;p55"/>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0" name="Google Shape;7080;p55"/>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1" name="Google Shape;7081;p55"/>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55"/>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3" name="Google Shape;7083;p55"/>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4" name="Google Shape;7084;p55"/>
          <p:cNvGrpSpPr/>
          <p:nvPr/>
        </p:nvGrpSpPr>
        <p:grpSpPr>
          <a:xfrm>
            <a:off x="5318479" y="3331102"/>
            <a:ext cx="351024" cy="350079"/>
            <a:chOff x="3859600" y="3591950"/>
            <a:chExt cx="296975" cy="296175"/>
          </a:xfrm>
        </p:grpSpPr>
        <p:sp>
          <p:nvSpPr>
            <p:cNvPr id="7085" name="Google Shape;7085;p55"/>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55"/>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55"/>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8" name="Google Shape;7088;p55"/>
          <p:cNvGrpSpPr/>
          <p:nvPr/>
        </p:nvGrpSpPr>
        <p:grpSpPr>
          <a:xfrm>
            <a:off x="5318952" y="3807186"/>
            <a:ext cx="350079" cy="350079"/>
            <a:chOff x="3860400" y="3955025"/>
            <a:chExt cx="296175" cy="296175"/>
          </a:xfrm>
        </p:grpSpPr>
        <p:sp>
          <p:nvSpPr>
            <p:cNvPr id="7089" name="Google Shape;7089;p55"/>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0" name="Google Shape;7090;p55"/>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1" name="Google Shape;7091;p55"/>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55"/>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3" name="Google Shape;7093;p55"/>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4" name="Google Shape;7094;p55"/>
          <p:cNvGrpSpPr/>
          <p:nvPr/>
        </p:nvGrpSpPr>
        <p:grpSpPr>
          <a:xfrm>
            <a:off x="7534167" y="2883584"/>
            <a:ext cx="355664" cy="349133"/>
            <a:chOff x="5716825" y="3235950"/>
            <a:chExt cx="300900" cy="295375"/>
          </a:xfrm>
        </p:grpSpPr>
        <p:sp>
          <p:nvSpPr>
            <p:cNvPr id="7095" name="Google Shape;7095;p55"/>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6" name="Google Shape;7096;p55"/>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7" name="Google Shape;7097;p55"/>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8" name="Google Shape;7098;p55"/>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9" name="Google Shape;7099;p55"/>
          <p:cNvGrpSpPr/>
          <p:nvPr/>
        </p:nvGrpSpPr>
        <p:grpSpPr>
          <a:xfrm>
            <a:off x="7547199" y="3342272"/>
            <a:ext cx="329601" cy="327739"/>
            <a:chOff x="5727850" y="3609275"/>
            <a:chExt cx="278850" cy="277275"/>
          </a:xfrm>
        </p:grpSpPr>
        <p:sp>
          <p:nvSpPr>
            <p:cNvPr id="7100" name="Google Shape;7100;p55"/>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55"/>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2" name="Google Shape;7102;p55"/>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3" name="Google Shape;7103;p55"/>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4" name="Google Shape;7104;p55"/>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5" name="Google Shape;7105;p55"/>
          <p:cNvGrpSpPr/>
          <p:nvPr/>
        </p:nvGrpSpPr>
        <p:grpSpPr>
          <a:xfrm>
            <a:off x="7558383" y="3807659"/>
            <a:ext cx="307231" cy="349133"/>
            <a:chOff x="5736525" y="3963700"/>
            <a:chExt cx="259925" cy="295375"/>
          </a:xfrm>
        </p:grpSpPr>
        <p:sp>
          <p:nvSpPr>
            <p:cNvPr id="7106" name="Google Shape;7106;p55"/>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7" name="Google Shape;7107;p55"/>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8" name="Google Shape;7108;p55"/>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55"/>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0" name="Google Shape;7110;p55"/>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1" name="Google Shape;7111;p55"/>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2" name="Google Shape;7112;p55"/>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3" name="Google Shape;7113;p55"/>
          <p:cNvGrpSpPr/>
          <p:nvPr/>
        </p:nvGrpSpPr>
        <p:grpSpPr>
          <a:xfrm>
            <a:off x="6649963" y="4256985"/>
            <a:ext cx="351024" cy="350079"/>
            <a:chOff x="6553275" y="3604550"/>
            <a:chExt cx="296975" cy="296175"/>
          </a:xfrm>
        </p:grpSpPr>
        <p:sp>
          <p:nvSpPr>
            <p:cNvPr id="7114" name="Google Shape;7114;p55"/>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55"/>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55"/>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55"/>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8" name="Google Shape;7118;p55"/>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9" name="Google Shape;7119;p55"/>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7123"/>
        <p:cNvGrpSpPr/>
        <p:nvPr/>
      </p:nvGrpSpPr>
      <p:grpSpPr>
        <a:xfrm>
          <a:off x="0" y="0"/>
          <a:ext cx="0" cy="0"/>
          <a:chOff x="0" y="0"/>
          <a:chExt cx="0" cy="0"/>
        </a:xfrm>
      </p:grpSpPr>
      <p:sp>
        <p:nvSpPr>
          <p:cNvPr id="7124" name="Google Shape;7124;p56"/>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solidFill>
                  <a:schemeClr val="lt1"/>
                </a:solidFill>
                <a:latin typeface="Arial"/>
                <a:ea typeface="Arial"/>
                <a:cs typeface="Arial"/>
                <a:sym typeface="Arial"/>
              </a:rPr>
              <a:t>Help &amp; Support </a:t>
            </a:r>
            <a:r>
              <a:rPr lang="es">
                <a:latin typeface="Arial"/>
                <a:ea typeface="Arial"/>
                <a:cs typeface="Arial"/>
                <a:sym typeface="Arial"/>
              </a:rPr>
              <a:t>I</a:t>
            </a:r>
            <a:r>
              <a:rPr lang="es">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125" name="Google Shape;7125;p56"/>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latin typeface="Arial"/>
                <a:ea typeface="Arial"/>
                <a:cs typeface="Arial"/>
                <a:sym typeface="Arial"/>
              </a:rPr>
              <a:t>Avatar Icons</a:t>
            </a:r>
            <a:endParaRPr>
              <a:solidFill>
                <a:srgbClr val="FFFFFF"/>
              </a:solidFill>
              <a:latin typeface="Arial"/>
              <a:ea typeface="Arial"/>
              <a:cs typeface="Arial"/>
              <a:sym typeface="Arial"/>
            </a:endParaRPr>
          </a:p>
        </p:txBody>
      </p:sp>
      <p:grpSp>
        <p:nvGrpSpPr>
          <p:cNvPr id="7126" name="Google Shape;7126;p56"/>
          <p:cNvGrpSpPr/>
          <p:nvPr/>
        </p:nvGrpSpPr>
        <p:grpSpPr>
          <a:xfrm>
            <a:off x="877057" y="1532946"/>
            <a:ext cx="294401" cy="353645"/>
            <a:chOff x="-35814600" y="3202075"/>
            <a:chExt cx="242625" cy="291450"/>
          </a:xfrm>
        </p:grpSpPr>
        <p:sp>
          <p:nvSpPr>
            <p:cNvPr id="7127" name="Google Shape;7127;p56"/>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56"/>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9" name="Google Shape;7129;p56"/>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0" name="Google Shape;7130;p56"/>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56"/>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56"/>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56"/>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4" name="Google Shape;7134;p56"/>
          <p:cNvGrpSpPr/>
          <p:nvPr/>
        </p:nvGrpSpPr>
        <p:grpSpPr>
          <a:xfrm>
            <a:off x="847435" y="1973866"/>
            <a:ext cx="353645" cy="353888"/>
            <a:chOff x="-35839800" y="3561025"/>
            <a:chExt cx="291450" cy="291650"/>
          </a:xfrm>
        </p:grpSpPr>
        <p:sp>
          <p:nvSpPr>
            <p:cNvPr id="7135" name="Google Shape;7135;p56"/>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56"/>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56"/>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8" name="Google Shape;7138;p56"/>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9" name="Google Shape;7139;p56"/>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0" name="Google Shape;7140;p56"/>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1" name="Google Shape;7141;p56"/>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2" name="Google Shape;7142;p56"/>
          <p:cNvSpPr/>
          <p:nvPr/>
        </p:nvSpPr>
        <p:spPr>
          <a:xfrm>
            <a:off x="845859" y="2409404"/>
            <a:ext cx="355557" cy="353645"/>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3" name="Google Shape;7143;p56"/>
          <p:cNvGrpSpPr/>
          <p:nvPr/>
        </p:nvGrpSpPr>
        <p:grpSpPr>
          <a:xfrm>
            <a:off x="3084980" y="1532946"/>
            <a:ext cx="353645" cy="353645"/>
            <a:chOff x="-34003850" y="3227275"/>
            <a:chExt cx="291450" cy="291450"/>
          </a:xfrm>
        </p:grpSpPr>
        <p:sp>
          <p:nvSpPr>
            <p:cNvPr id="7144" name="Google Shape;7144;p56"/>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5" name="Google Shape;7145;p56"/>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56"/>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7" name="Google Shape;7147;p56"/>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8" name="Google Shape;7148;p56"/>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9" name="Google Shape;7149;p56"/>
          <p:cNvGrpSpPr/>
          <p:nvPr/>
        </p:nvGrpSpPr>
        <p:grpSpPr>
          <a:xfrm>
            <a:off x="3084510" y="1973638"/>
            <a:ext cx="354586" cy="354343"/>
            <a:chOff x="-34004625" y="3585850"/>
            <a:chExt cx="292225" cy="292025"/>
          </a:xfrm>
        </p:grpSpPr>
        <p:sp>
          <p:nvSpPr>
            <p:cNvPr id="7150" name="Google Shape;7150;p56"/>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56"/>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2" name="Google Shape;7152;p56"/>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3" name="Google Shape;7153;p56"/>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56"/>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5" name="Google Shape;7155;p56"/>
          <p:cNvGrpSpPr/>
          <p:nvPr/>
        </p:nvGrpSpPr>
        <p:grpSpPr>
          <a:xfrm>
            <a:off x="3084025" y="2408839"/>
            <a:ext cx="355557" cy="354616"/>
            <a:chOff x="-34005425" y="3945575"/>
            <a:chExt cx="293025" cy="292250"/>
          </a:xfrm>
        </p:grpSpPr>
        <p:sp>
          <p:nvSpPr>
            <p:cNvPr id="7156" name="Google Shape;7156;p56"/>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7" name="Google Shape;7157;p56"/>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8" name="Google Shape;7158;p56"/>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9" name="Google Shape;7159;p56"/>
          <p:cNvGrpSpPr/>
          <p:nvPr/>
        </p:nvGrpSpPr>
        <p:grpSpPr>
          <a:xfrm>
            <a:off x="1731124" y="2882015"/>
            <a:ext cx="358408" cy="355557"/>
            <a:chOff x="-32174975" y="3192625"/>
            <a:chExt cx="295375" cy="293025"/>
          </a:xfrm>
        </p:grpSpPr>
        <p:sp>
          <p:nvSpPr>
            <p:cNvPr id="7160" name="Google Shape;7160;p56"/>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1" name="Google Shape;7161;p56"/>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2" name="Google Shape;7162;p56"/>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56"/>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64" name="Google Shape;7164;p56"/>
          <p:cNvSpPr/>
          <p:nvPr/>
        </p:nvSpPr>
        <p:spPr>
          <a:xfrm>
            <a:off x="1728170" y="3353079"/>
            <a:ext cx="363201" cy="354859"/>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5" name="Google Shape;7165;p56"/>
          <p:cNvSpPr/>
          <p:nvPr/>
        </p:nvSpPr>
        <p:spPr>
          <a:xfrm>
            <a:off x="1732948" y="3818164"/>
            <a:ext cx="353645" cy="354586"/>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6" name="Google Shape;7166;p56"/>
          <p:cNvGrpSpPr/>
          <p:nvPr/>
        </p:nvGrpSpPr>
        <p:grpSpPr>
          <a:xfrm>
            <a:off x="3970274" y="2882970"/>
            <a:ext cx="354586" cy="353645"/>
            <a:chOff x="-30345325" y="3184750"/>
            <a:chExt cx="292225" cy="291450"/>
          </a:xfrm>
        </p:grpSpPr>
        <p:sp>
          <p:nvSpPr>
            <p:cNvPr id="7167" name="Google Shape;7167;p56"/>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56"/>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9" name="Google Shape;7169;p56"/>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0" name="Google Shape;7170;p56"/>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56"/>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2" name="Google Shape;7172;p56"/>
          <p:cNvGrpSpPr/>
          <p:nvPr/>
        </p:nvGrpSpPr>
        <p:grpSpPr>
          <a:xfrm>
            <a:off x="1295026" y="1532946"/>
            <a:ext cx="353645" cy="353645"/>
            <a:chOff x="-35481425" y="3202075"/>
            <a:chExt cx="291450" cy="291450"/>
          </a:xfrm>
        </p:grpSpPr>
        <p:sp>
          <p:nvSpPr>
            <p:cNvPr id="7173" name="Google Shape;7173;p56"/>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56"/>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56"/>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56"/>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56"/>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8" name="Google Shape;7178;p56"/>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9" name="Google Shape;7179;p56"/>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0" name="Google Shape;7180;p56"/>
          <p:cNvGrpSpPr/>
          <p:nvPr/>
        </p:nvGrpSpPr>
        <p:grpSpPr>
          <a:xfrm>
            <a:off x="1294556" y="1974472"/>
            <a:ext cx="354586" cy="352675"/>
            <a:chOff x="-35482200" y="3561225"/>
            <a:chExt cx="292225" cy="290650"/>
          </a:xfrm>
        </p:grpSpPr>
        <p:sp>
          <p:nvSpPr>
            <p:cNvPr id="7181" name="Google Shape;7181;p56"/>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56"/>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3" name="Google Shape;7183;p56"/>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4" name="Google Shape;7184;p56"/>
          <p:cNvGrpSpPr/>
          <p:nvPr/>
        </p:nvGrpSpPr>
        <p:grpSpPr>
          <a:xfrm>
            <a:off x="1295026" y="2409340"/>
            <a:ext cx="353645" cy="353615"/>
            <a:chOff x="-35481425" y="3919600"/>
            <a:chExt cx="291450" cy="291425"/>
          </a:xfrm>
        </p:grpSpPr>
        <p:sp>
          <p:nvSpPr>
            <p:cNvPr id="7185" name="Google Shape;7185;p56"/>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6" name="Google Shape;7186;p56"/>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56"/>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8" name="Google Shape;7188;p56"/>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9" name="Google Shape;7189;p56"/>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56"/>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1" name="Google Shape;7191;p56"/>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2" name="Google Shape;7192;p56"/>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3" name="Google Shape;7193;p56"/>
          <p:cNvGrpSpPr/>
          <p:nvPr/>
        </p:nvGrpSpPr>
        <p:grpSpPr>
          <a:xfrm>
            <a:off x="3530661" y="1533431"/>
            <a:ext cx="357468" cy="352675"/>
            <a:chOff x="-33645475" y="3228075"/>
            <a:chExt cx="294600" cy="290650"/>
          </a:xfrm>
        </p:grpSpPr>
        <p:sp>
          <p:nvSpPr>
            <p:cNvPr id="7194" name="Google Shape;7194;p56"/>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5" name="Google Shape;7195;p56"/>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56"/>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56"/>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56"/>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56"/>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56"/>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1" name="Google Shape;7201;p56"/>
          <p:cNvGrpSpPr/>
          <p:nvPr/>
        </p:nvGrpSpPr>
        <p:grpSpPr>
          <a:xfrm>
            <a:off x="3531631" y="1973516"/>
            <a:ext cx="355526" cy="354586"/>
            <a:chOff x="-33646250" y="3586425"/>
            <a:chExt cx="293000" cy="292225"/>
          </a:xfrm>
        </p:grpSpPr>
        <p:sp>
          <p:nvSpPr>
            <p:cNvPr id="7202" name="Google Shape;7202;p56"/>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3" name="Google Shape;7203;p56"/>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4" name="Google Shape;7204;p56"/>
          <p:cNvGrpSpPr/>
          <p:nvPr/>
        </p:nvGrpSpPr>
        <p:grpSpPr>
          <a:xfrm>
            <a:off x="3532101" y="2408369"/>
            <a:ext cx="354586" cy="355557"/>
            <a:chOff x="-33645475" y="3944800"/>
            <a:chExt cx="292225" cy="293025"/>
          </a:xfrm>
        </p:grpSpPr>
        <p:sp>
          <p:nvSpPr>
            <p:cNvPr id="7205" name="Google Shape;7205;p56"/>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6" name="Google Shape;7206;p56"/>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7" name="Google Shape;7207;p56"/>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8" name="Google Shape;7208;p56"/>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56"/>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0" name="Google Shape;7210;p56"/>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1" name="Google Shape;7211;p56"/>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56"/>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3" name="Google Shape;7213;p56"/>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4" name="Google Shape;7214;p56"/>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5" name="Google Shape;7215;p56"/>
          <p:cNvGrpSpPr/>
          <p:nvPr/>
        </p:nvGrpSpPr>
        <p:grpSpPr>
          <a:xfrm>
            <a:off x="2185320" y="2882106"/>
            <a:ext cx="352675" cy="355375"/>
            <a:chOff x="-31809525" y="3192625"/>
            <a:chExt cx="290650" cy="292875"/>
          </a:xfrm>
        </p:grpSpPr>
        <p:sp>
          <p:nvSpPr>
            <p:cNvPr id="7216" name="Google Shape;7216;p56"/>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7" name="Google Shape;7217;p56"/>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8" name="Google Shape;7218;p56"/>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9" name="Google Shape;7219;p56"/>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0" name="Google Shape;7220;p56"/>
          <p:cNvGrpSpPr/>
          <p:nvPr/>
        </p:nvGrpSpPr>
        <p:grpSpPr>
          <a:xfrm>
            <a:off x="2184835" y="3352658"/>
            <a:ext cx="353645" cy="355557"/>
            <a:chOff x="-31811100" y="3550975"/>
            <a:chExt cx="291450" cy="293025"/>
          </a:xfrm>
        </p:grpSpPr>
        <p:sp>
          <p:nvSpPr>
            <p:cNvPr id="7221" name="Google Shape;7221;p56"/>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2" name="Google Shape;7222;p56"/>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56"/>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56"/>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5" name="Google Shape;7225;p56"/>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6" name="Google Shape;7226;p56"/>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56"/>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8" name="Google Shape;7228;p56"/>
          <p:cNvGrpSpPr/>
          <p:nvPr/>
        </p:nvGrpSpPr>
        <p:grpSpPr>
          <a:xfrm>
            <a:off x="2178631" y="3816962"/>
            <a:ext cx="366052" cy="356831"/>
            <a:chOff x="-31817400" y="3910025"/>
            <a:chExt cx="301675" cy="294075"/>
          </a:xfrm>
        </p:grpSpPr>
        <p:sp>
          <p:nvSpPr>
            <p:cNvPr id="7229" name="Google Shape;7229;p56"/>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0" name="Google Shape;7230;p56"/>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1" name="Google Shape;7231;p56"/>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2" name="Google Shape;7232;p56"/>
          <p:cNvGrpSpPr/>
          <p:nvPr/>
        </p:nvGrpSpPr>
        <p:grpSpPr>
          <a:xfrm>
            <a:off x="3970259" y="3353143"/>
            <a:ext cx="354616" cy="354586"/>
            <a:chOff x="-30354000" y="3569100"/>
            <a:chExt cx="292250" cy="292225"/>
          </a:xfrm>
        </p:grpSpPr>
        <p:sp>
          <p:nvSpPr>
            <p:cNvPr id="7233" name="Google Shape;7233;p56"/>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56"/>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5" name="Google Shape;7235;p56"/>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6" name="Google Shape;7236;p56"/>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7" name="Google Shape;7237;p56"/>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56"/>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9" name="Google Shape;7239;p56"/>
          <p:cNvGrpSpPr/>
          <p:nvPr/>
        </p:nvGrpSpPr>
        <p:grpSpPr>
          <a:xfrm>
            <a:off x="1748837" y="1532946"/>
            <a:ext cx="342148" cy="353645"/>
            <a:chOff x="-35118325" y="3202075"/>
            <a:chExt cx="281975" cy="291450"/>
          </a:xfrm>
        </p:grpSpPr>
        <p:sp>
          <p:nvSpPr>
            <p:cNvPr id="7240" name="Google Shape;7240;p56"/>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1" name="Google Shape;7241;p56"/>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56"/>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56"/>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4" name="Google Shape;7244;p56"/>
          <p:cNvGrpSpPr/>
          <p:nvPr/>
        </p:nvGrpSpPr>
        <p:grpSpPr>
          <a:xfrm>
            <a:off x="1742618" y="1974199"/>
            <a:ext cx="354586" cy="353221"/>
            <a:chOff x="-35123050" y="3561225"/>
            <a:chExt cx="292225" cy="291100"/>
          </a:xfrm>
        </p:grpSpPr>
        <p:sp>
          <p:nvSpPr>
            <p:cNvPr id="7245" name="Google Shape;7245;p56"/>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56"/>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7" name="Google Shape;7247;p56"/>
          <p:cNvGrpSpPr/>
          <p:nvPr/>
        </p:nvGrpSpPr>
        <p:grpSpPr>
          <a:xfrm>
            <a:off x="1784677" y="2409340"/>
            <a:ext cx="270467" cy="353615"/>
            <a:chOff x="-35089175" y="3919600"/>
            <a:chExt cx="222900" cy="291425"/>
          </a:xfrm>
        </p:grpSpPr>
        <p:sp>
          <p:nvSpPr>
            <p:cNvPr id="7248" name="Google Shape;7248;p56"/>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9" name="Google Shape;7249;p56"/>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0" name="Google Shape;7250;p56"/>
          <p:cNvGrpSpPr/>
          <p:nvPr/>
        </p:nvGrpSpPr>
        <p:grpSpPr>
          <a:xfrm>
            <a:off x="3981673" y="1532703"/>
            <a:ext cx="336445" cy="354131"/>
            <a:chOff x="-33277650" y="3226875"/>
            <a:chExt cx="277275" cy="291850"/>
          </a:xfrm>
        </p:grpSpPr>
        <p:sp>
          <p:nvSpPr>
            <p:cNvPr id="7251" name="Google Shape;7251;p56"/>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56"/>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3" name="Google Shape;7253;p56"/>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4" name="Google Shape;7254;p56"/>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56"/>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56"/>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56"/>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8" name="Google Shape;7258;p56"/>
          <p:cNvGrpSpPr/>
          <p:nvPr/>
        </p:nvGrpSpPr>
        <p:grpSpPr>
          <a:xfrm>
            <a:off x="3973073" y="1973987"/>
            <a:ext cx="353645" cy="353645"/>
            <a:chOff x="-33286325" y="3586425"/>
            <a:chExt cx="291450" cy="291450"/>
          </a:xfrm>
        </p:grpSpPr>
        <p:sp>
          <p:nvSpPr>
            <p:cNvPr id="7259" name="Google Shape;7259;p56"/>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0" name="Google Shape;7260;p56"/>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56"/>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56"/>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56"/>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4" name="Google Shape;7264;p56"/>
          <p:cNvGrpSpPr/>
          <p:nvPr/>
        </p:nvGrpSpPr>
        <p:grpSpPr>
          <a:xfrm>
            <a:off x="3973073" y="2408369"/>
            <a:ext cx="353645" cy="355557"/>
            <a:chOff x="-33286325" y="3944800"/>
            <a:chExt cx="291450" cy="293025"/>
          </a:xfrm>
        </p:grpSpPr>
        <p:sp>
          <p:nvSpPr>
            <p:cNvPr id="7265" name="Google Shape;7265;p56"/>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6" name="Google Shape;7266;p56"/>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56"/>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56"/>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9" name="Google Shape;7269;p56"/>
          <p:cNvGrpSpPr/>
          <p:nvPr/>
        </p:nvGrpSpPr>
        <p:grpSpPr>
          <a:xfrm>
            <a:off x="2631470" y="2881529"/>
            <a:ext cx="353645" cy="356527"/>
            <a:chOff x="-31452725" y="3191825"/>
            <a:chExt cx="291450" cy="293825"/>
          </a:xfrm>
        </p:grpSpPr>
        <p:sp>
          <p:nvSpPr>
            <p:cNvPr id="7270" name="Google Shape;7270;p56"/>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1" name="Google Shape;7271;p56"/>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56"/>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56"/>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4" name="Google Shape;7274;p56"/>
          <p:cNvGrpSpPr/>
          <p:nvPr/>
        </p:nvGrpSpPr>
        <p:grpSpPr>
          <a:xfrm>
            <a:off x="2631000" y="3353144"/>
            <a:ext cx="354586" cy="354586"/>
            <a:chOff x="-31452725" y="3551775"/>
            <a:chExt cx="292225" cy="292225"/>
          </a:xfrm>
        </p:grpSpPr>
        <p:sp>
          <p:nvSpPr>
            <p:cNvPr id="7275" name="Google Shape;7275;p56"/>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56"/>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56"/>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8" name="Google Shape;7278;p56"/>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9" name="Google Shape;7279;p56"/>
          <p:cNvGrpSpPr/>
          <p:nvPr/>
        </p:nvGrpSpPr>
        <p:grpSpPr>
          <a:xfrm>
            <a:off x="2629559" y="3817129"/>
            <a:ext cx="357468" cy="356497"/>
            <a:chOff x="-31455100" y="3909350"/>
            <a:chExt cx="294600" cy="293800"/>
          </a:xfrm>
        </p:grpSpPr>
        <p:sp>
          <p:nvSpPr>
            <p:cNvPr id="7280" name="Google Shape;7280;p56"/>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1" name="Google Shape;7281;p56"/>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2" name="Google Shape;7282;p56"/>
          <p:cNvGrpSpPr/>
          <p:nvPr/>
        </p:nvGrpSpPr>
        <p:grpSpPr>
          <a:xfrm>
            <a:off x="3970744" y="3818084"/>
            <a:ext cx="353645" cy="354586"/>
            <a:chOff x="-30345325" y="3918800"/>
            <a:chExt cx="291450" cy="292225"/>
          </a:xfrm>
        </p:grpSpPr>
        <p:sp>
          <p:nvSpPr>
            <p:cNvPr id="7283" name="Google Shape;7283;p56"/>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56"/>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56"/>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56"/>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56"/>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8" name="Google Shape;7288;p56"/>
          <p:cNvGrpSpPr/>
          <p:nvPr/>
        </p:nvGrpSpPr>
        <p:grpSpPr>
          <a:xfrm>
            <a:off x="2200736" y="1532946"/>
            <a:ext cx="332593" cy="353645"/>
            <a:chOff x="-34755225" y="3202075"/>
            <a:chExt cx="274100" cy="291450"/>
          </a:xfrm>
        </p:grpSpPr>
        <p:sp>
          <p:nvSpPr>
            <p:cNvPr id="7289" name="Google Shape;7289;p56"/>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0" name="Google Shape;7290;p56"/>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56"/>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56"/>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3" name="Google Shape;7293;p56"/>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4" name="Google Shape;7294;p56"/>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56"/>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6" name="Google Shape;7296;p56"/>
          <p:cNvGrpSpPr/>
          <p:nvPr/>
        </p:nvGrpSpPr>
        <p:grpSpPr>
          <a:xfrm>
            <a:off x="2190209" y="1973987"/>
            <a:ext cx="353645" cy="353645"/>
            <a:chOff x="-34763900" y="3561225"/>
            <a:chExt cx="291450" cy="291450"/>
          </a:xfrm>
        </p:grpSpPr>
        <p:sp>
          <p:nvSpPr>
            <p:cNvPr id="7297" name="Google Shape;7297;p56"/>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56"/>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9" name="Google Shape;7299;p56"/>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00" name="Google Shape;7300;p56"/>
          <p:cNvSpPr/>
          <p:nvPr/>
        </p:nvSpPr>
        <p:spPr>
          <a:xfrm>
            <a:off x="2189608" y="2409419"/>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1" name="Google Shape;7301;p56"/>
          <p:cNvGrpSpPr/>
          <p:nvPr/>
        </p:nvGrpSpPr>
        <p:grpSpPr>
          <a:xfrm>
            <a:off x="845106" y="2882499"/>
            <a:ext cx="354586" cy="354586"/>
            <a:chOff x="-32927950" y="3227275"/>
            <a:chExt cx="292225" cy="292225"/>
          </a:xfrm>
        </p:grpSpPr>
        <p:sp>
          <p:nvSpPr>
            <p:cNvPr id="7302" name="Google Shape;7302;p56"/>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56"/>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56"/>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56"/>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6" name="Google Shape;7306;p56"/>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7" name="Google Shape;7307;p56"/>
          <p:cNvGrpSpPr/>
          <p:nvPr/>
        </p:nvGrpSpPr>
        <p:grpSpPr>
          <a:xfrm>
            <a:off x="844621" y="3353613"/>
            <a:ext cx="355557" cy="353645"/>
            <a:chOff x="-32927950" y="3586425"/>
            <a:chExt cx="293025" cy="291450"/>
          </a:xfrm>
        </p:grpSpPr>
        <p:sp>
          <p:nvSpPr>
            <p:cNvPr id="7308" name="Google Shape;7308;p56"/>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9" name="Google Shape;7309;p56"/>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56"/>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56"/>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56"/>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3" name="Google Shape;7313;p56"/>
          <p:cNvGrpSpPr/>
          <p:nvPr/>
        </p:nvGrpSpPr>
        <p:grpSpPr>
          <a:xfrm>
            <a:off x="845106" y="3817598"/>
            <a:ext cx="354586" cy="355557"/>
            <a:chOff x="-32927950" y="3944800"/>
            <a:chExt cx="292225" cy="293025"/>
          </a:xfrm>
        </p:grpSpPr>
        <p:sp>
          <p:nvSpPr>
            <p:cNvPr id="7314" name="Google Shape;7314;p56"/>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56"/>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56"/>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7" name="Google Shape;7317;p56"/>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8" name="Google Shape;7318;p56"/>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56"/>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0" name="Google Shape;7320;p56"/>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56"/>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56"/>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3" name="Google Shape;7323;p56"/>
          <p:cNvGrpSpPr/>
          <p:nvPr/>
        </p:nvGrpSpPr>
        <p:grpSpPr>
          <a:xfrm>
            <a:off x="3073898" y="2882849"/>
            <a:ext cx="354586" cy="353888"/>
            <a:chOff x="-31094350" y="3194000"/>
            <a:chExt cx="292225" cy="291650"/>
          </a:xfrm>
        </p:grpSpPr>
        <p:sp>
          <p:nvSpPr>
            <p:cNvPr id="7324" name="Google Shape;7324;p56"/>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56"/>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56"/>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56"/>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56"/>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56"/>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0" name="Google Shape;7330;p56"/>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56"/>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2" name="Google Shape;7332;p56"/>
          <p:cNvGrpSpPr/>
          <p:nvPr/>
        </p:nvGrpSpPr>
        <p:grpSpPr>
          <a:xfrm>
            <a:off x="3074368" y="3353341"/>
            <a:ext cx="353645" cy="354191"/>
            <a:chOff x="-31093575" y="3552550"/>
            <a:chExt cx="291450" cy="291900"/>
          </a:xfrm>
        </p:grpSpPr>
        <p:sp>
          <p:nvSpPr>
            <p:cNvPr id="7333" name="Google Shape;7333;p56"/>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56"/>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56"/>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56"/>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7" name="Google Shape;7337;p56"/>
          <p:cNvGrpSpPr/>
          <p:nvPr/>
        </p:nvGrpSpPr>
        <p:grpSpPr>
          <a:xfrm>
            <a:off x="3074368" y="3818569"/>
            <a:ext cx="353645" cy="353615"/>
            <a:chOff x="-31093575" y="3911725"/>
            <a:chExt cx="291450" cy="291425"/>
          </a:xfrm>
        </p:grpSpPr>
        <p:sp>
          <p:nvSpPr>
            <p:cNvPr id="7338" name="Google Shape;7338;p56"/>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9" name="Google Shape;7339;p56"/>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0" name="Google Shape;7340;p56"/>
          <p:cNvGrpSpPr/>
          <p:nvPr/>
        </p:nvGrpSpPr>
        <p:grpSpPr>
          <a:xfrm>
            <a:off x="2183798" y="4275536"/>
            <a:ext cx="356497" cy="354586"/>
            <a:chOff x="-29946000" y="3183175"/>
            <a:chExt cx="293800" cy="292225"/>
          </a:xfrm>
        </p:grpSpPr>
        <p:sp>
          <p:nvSpPr>
            <p:cNvPr id="7341" name="Google Shape;7341;p56"/>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2" name="Google Shape;7342;p56"/>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3" name="Google Shape;7343;p56"/>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56"/>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56"/>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56"/>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7" name="Google Shape;7347;p56"/>
          <p:cNvGrpSpPr/>
          <p:nvPr/>
        </p:nvGrpSpPr>
        <p:grpSpPr>
          <a:xfrm>
            <a:off x="2628330" y="1532689"/>
            <a:ext cx="358408" cy="354161"/>
            <a:chOff x="-34408675" y="3202075"/>
            <a:chExt cx="295375" cy="291875"/>
          </a:xfrm>
        </p:grpSpPr>
        <p:sp>
          <p:nvSpPr>
            <p:cNvPr id="7348" name="Google Shape;7348;p56"/>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56"/>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0" name="Google Shape;7350;p56"/>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1" name="Google Shape;7351;p56"/>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2" name="Google Shape;7352;p56"/>
          <p:cNvGrpSpPr/>
          <p:nvPr/>
        </p:nvGrpSpPr>
        <p:grpSpPr>
          <a:xfrm>
            <a:off x="2630241" y="1972683"/>
            <a:ext cx="354586" cy="356254"/>
            <a:chOff x="-34405525" y="3558075"/>
            <a:chExt cx="292225" cy="293600"/>
          </a:xfrm>
        </p:grpSpPr>
        <p:sp>
          <p:nvSpPr>
            <p:cNvPr id="7353" name="Google Shape;7353;p56"/>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56"/>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56"/>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6" name="Google Shape;7356;p56"/>
          <p:cNvGrpSpPr/>
          <p:nvPr/>
        </p:nvGrpSpPr>
        <p:grpSpPr>
          <a:xfrm>
            <a:off x="2629755" y="2409340"/>
            <a:ext cx="355557" cy="353615"/>
            <a:chOff x="-34406325" y="3919600"/>
            <a:chExt cx="293025" cy="291425"/>
          </a:xfrm>
        </p:grpSpPr>
        <p:sp>
          <p:nvSpPr>
            <p:cNvPr id="7357" name="Google Shape;7357;p56"/>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56"/>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56"/>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56"/>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1" name="Google Shape;7361;p56"/>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2" name="Google Shape;7362;p56"/>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56"/>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4" name="Google Shape;7364;p56"/>
          <p:cNvGrpSpPr/>
          <p:nvPr/>
        </p:nvGrpSpPr>
        <p:grpSpPr>
          <a:xfrm>
            <a:off x="1293653" y="2888703"/>
            <a:ext cx="353645" cy="342179"/>
            <a:chOff x="-32568800" y="3232000"/>
            <a:chExt cx="291450" cy="282000"/>
          </a:xfrm>
        </p:grpSpPr>
        <p:sp>
          <p:nvSpPr>
            <p:cNvPr id="7365" name="Google Shape;7365;p56"/>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6" name="Google Shape;7366;p56"/>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7" name="Google Shape;7367;p56"/>
          <p:cNvGrpSpPr/>
          <p:nvPr/>
        </p:nvGrpSpPr>
        <p:grpSpPr>
          <a:xfrm>
            <a:off x="1293183" y="3353613"/>
            <a:ext cx="354586" cy="353645"/>
            <a:chOff x="-32569575" y="3586425"/>
            <a:chExt cx="292225" cy="291450"/>
          </a:xfrm>
        </p:grpSpPr>
        <p:sp>
          <p:nvSpPr>
            <p:cNvPr id="7368" name="Google Shape;7368;p56"/>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9" name="Google Shape;7369;p56"/>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0" name="Google Shape;7370;p56"/>
          <p:cNvGrpSpPr/>
          <p:nvPr/>
        </p:nvGrpSpPr>
        <p:grpSpPr>
          <a:xfrm>
            <a:off x="1284098" y="3818205"/>
            <a:ext cx="372756" cy="354343"/>
            <a:chOff x="-32576675" y="3944600"/>
            <a:chExt cx="307200" cy="292025"/>
          </a:xfrm>
        </p:grpSpPr>
        <p:sp>
          <p:nvSpPr>
            <p:cNvPr id="7371" name="Google Shape;7371;p56"/>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2" name="Google Shape;7372;p56"/>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3" name="Google Shape;7373;p56"/>
          <p:cNvGrpSpPr/>
          <p:nvPr/>
        </p:nvGrpSpPr>
        <p:grpSpPr>
          <a:xfrm>
            <a:off x="3529065" y="2882500"/>
            <a:ext cx="354586" cy="354586"/>
            <a:chOff x="-30735200" y="3192625"/>
            <a:chExt cx="292225" cy="292225"/>
          </a:xfrm>
        </p:grpSpPr>
        <p:sp>
          <p:nvSpPr>
            <p:cNvPr id="7374" name="Google Shape;7374;p56"/>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5" name="Google Shape;7375;p56"/>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6" name="Google Shape;7376;p56"/>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56"/>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56"/>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9" name="Google Shape;7379;p56"/>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56"/>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1" name="Google Shape;7381;p56"/>
          <p:cNvGrpSpPr/>
          <p:nvPr/>
        </p:nvGrpSpPr>
        <p:grpSpPr>
          <a:xfrm>
            <a:off x="3529065" y="3353932"/>
            <a:ext cx="354586" cy="353008"/>
            <a:chOff x="-30735200" y="3552550"/>
            <a:chExt cx="292225" cy="290925"/>
          </a:xfrm>
        </p:grpSpPr>
        <p:sp>
          <p:nvSpPr>
            <p:cNvPr id="7382" name="Google Shape;7382;p56"/>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3" name="Google Shape;7383;p56"/>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4" name="Google Shape;7384;p56"/>
          <p:cNvGrpSpPr/>
          <p:nvPr/>
        </p:nvGrpSpPr>
        <p:grpSpPr>
          <a:xfrm>
            <a:off x="3529065" y="3818554"/>
            <a:ext cx="354586" cy="353645"/>
            <a:chOff x="-30735200" y="3910925"/>
            <a:chExt cx="292225" cy="291450"/>
          </a:xfrm>
        </p:grpSpPr>
        <p:sp>
          <p:nvSpPr>
            <p:cNvPr id="7385" name="Google Shape;7385;p56"/>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56"/>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7" name="Google Shape;7387;p56"/>
          <p:cNvSpPr/>
          <p:nvPr/>
        </p:nvSpPr>
        <p:spPr>
          <a:xfrm>
            <a:off x="2632180" y="4275642"/>
            <a:ext cx="354586" cy="353645"/>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8" name="Google Shape;7388;p56"/>
          <p:cNvGrpSpPr/>
          <p:nvPr/>
        </p:nvGrpSpPr>
        <p:grpSpPr>
          <a:xfrm>
            <a:off x="4882910" y="1531421"/>
            <a:ext cx="358971" cy="359224"/>
            <a:chOff x="-57956275" y="3197925"/>
            <a:chExt cx="319000" cy="319225"/>
          </a:xfrm>
        </p:grpSpPr>
        <p:sp>
          <p:nvSpPr>
            <p:cNvPr id="7389" name="Google Shape;7389;p56"/>
            <p:cNvSpPr/>
            <p:nvPr/>
          </p:nvSpPr>
          <p:spPr>
            <a:xfrm>
              <a:off x="-57940525" y="3353300"/>
              <a:ext cx="18150" cy="65400"/>
            </a:xfrm>
            <a:custGeom>
              <a:avLst/>
              <a:gdLst/>
              <a:ahLst/>
              <a:cxnLst/>
              <a:rect l="l" t="t" r="r" b="b"/>
              <a:pathLst>
                <a:path w="726" h="2616" extrusionOk="0">
                  <a:moveTo>
                    <a:pt x="725" y="0"/>
                  </a:moveTo>
                  <a:cubicBezTo>
                    <a:pt x="316" y="284"/>
                    <a:pt x="1" y="756"/>
                    <a:pt x="1" y="1292"/>
                  </a:cubicBezTo>
                  <a:cubicBezTo>
                    <a:pt x="1" y="1859"/>
                    <a:pt x="316" y="2332"/>
                    <a:pt x="725" y="2615"/>
                  </a:cubicBezTo>
                  <a:lnTo>
                    <a:pt x="725" y="239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0" name="Google Shape;7390;p56"/>
            <p:cNvSpPr/>
            <p:nvPr/>
          </p:nvSpPr>
          <p:spPr>
            <a:xfrm>
              <a:off x="-57679825" y="3353300"/>
              <a:ext cx="18925" cy="65400"/>
            </a:xfrm>
            <a:custGeom>
              <a:avLst/>
              <a:gdLst/>
              <a:ahLst/>
              <a:cxnLst/>
              <a:rect l="l" t="t" r="r" b="b"/>
              <a:pathLst>
                <a:path w="757" h="2616" extrusionOk="0">
                  <a:moveTo>
                    <a:pt x="1" y="0"/>
                  </a:moveTo>
                  <a:lnTo>
                    <a:pt x="1" y="2395"/>
                  </a:lnTo>
                  <a:lnTo>
                    <a:pt x="1" y="2615"/>
                  </a:lnTo>
                  <a:cubicBezTo>
                    <a:pt x="442" y="2332"/>
                    <a:pt x="757" y="1859"/>
                    <a:pt x="757" y="1292"/>
                  </a:cubicBezTo>
                  <a:cubicBezTo>
                    <a:pt x="757" y="756"/>
                    <a:pt x="442"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56"/>
            <p:cNvSpPr/>
            <p:nvPr/>
          </p:nvSpPr>
          <p:spPr>
            <a:xfrm>
              <a:off x="-57956275" y="3255625"/>
              <a:ext cx="319000" cy="55175"/>
            </a:xfrm>
            <a:custGeom>
              <a:avLst/>
              <a:gdLst/>
              <a:ahLst/>
              <a:cxnLst/>
              <a:rect l="l" t="t" r="r" b="b"/>
              <a:pathLst>
                <a:path w="12760" h="2207" extrusionOk="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56"/>
            <p:cNvSpPr/>
            <p:nvPr/>
          </p:nvSpPr>
          <p:spPr>
            <a:xfrm>
              <a:off x="-57868050" y="3494275"/>
              <a:ext cx="18900" cy="22875"/>
            </a:xfrm>
            <a:custGeom>
              <a:avLst/>
              <a:gdLst/>
              <a:ahLst/>
              <a:cxnLst/>
              <a:rect l="l" t="t" r="r" b="b"/>
              <a:pathLst>
                <a:path w="756" h="915" extrusionOk="0">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3" name="Google Shape;7393;p56"/>
            <p:cNvSpPr/>
            <p:nvPr/>
          </p:nvSpPr>
          <p:spPr>
            <a:xfrm>
              <a:off x="-57755425" y="3494275"/>
              <a:ext cx="18125" cy="22875"/>
            </a:xfrm>
            <a:custGeom>
              <a:avLst/>
              <a:gdLst/>
              <a:ahLst/>
              <a:cxnLst/>
              <a:rect l="l" t="t" r="r" b="b"/>
              <a:pathLst>
                <a:path w="725" h="915" extrusionOk="0">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56"/>
            <p:cNvSpPr/>
            <p:nvPr/>
          </p:nvSpPr>
          <p:spPr>
            <a:xfrm>
              <a:off x="-57903500" y="3329675"/>
              <a:ext cx="204800" cy="187475"/>
            </a:xfrm>
            <a:custGeom>
              <a:avLst/>
              <a:gdLst/>
              <a:ahLst/>
              <a:cxnLst/>
              <a:rect l="l" t="t" r="r" b="b"/>
              <a:pathLst>
                <a:path w="8192" h="7499" extrusionOk="0">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5" name="Google Shape;7395;p56"/>
            <p:cNvSpPr/>
            <p:nvPr/>
          </p:nvSpPr>
          <p:spPr>
            <a:xfrm>
              <a:off x="-57860975" y="3197925"/>
              <a:ext cx="119750" cy="37250"/>
            </a:xfrm>
            <a:custGeom>
              <a:avLst/>
              <a:gdLst/>
              <a:ahLst/>
              <a:cxnLst/>
              <a:rect l="l" t="t" r="r" b="b"/>
              <a:pathLst>
                <a:path w="4790" h="1490" extrusionOk="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6" name="Google Shape;7396;p56"/>
          <p:cNvGrpSpPr/>
          <p:nvPr/>
        </p:nvGrpSpPr>
        <p:grpSpPr>
          <a:xfrm>
            <a:off x="4905064" y="1987846"/>
            <a:ext cx="314662" cy="358971"/>
            <a:chOff x="-57940525" y="3590375"/>
            <a:chExt cx="279625" cy="319000"/>
          </a:xfrm>
        </p:grpSpPr>
        <p:sp>
          <p:nvSpPr>
            <p:cNvPr id="7397" name="Google Shape;7397;p56"/>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8" name="Google Shape;7398;p56"/>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9" name="Google Shape;7399;p56"/>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56"/>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56"/>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2" name="Google Shape;7402;p56"/>
          <p:cNvGrpSpPr/>
          <p:nvPr/>
        </p:nvGrpSpPr>
        <p:grpSpPr>
          <a:xfrm>
            <a:off x="4875945" y="2429217"/>
            <a:ext cx="358099" cy="358999"/>
            <a:chOff x="-57959425" y="3982600"/>
            <a:chExt cx="318225" cy="319025"/>
          </a:xfrm>
        </p:grpSpPr>
        <p:sp>
          <p:nvSpPr>
            <p:cNvPr id="7403" name="Google Shape;7403;p56"/>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56"/>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56"/>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56"/>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7" name="Google Shape;7407;p56"/>
          <p:cNvGrpSpPr/>
          <p:nvPr/>
        </p:nvGrpSpPr>
        <p:grpSpPr>
          <a:xfrm>
            <a:off x="7076112" y="1532546"/>
            <a:ext cx="357226" cy="357226"/>
            <a:chOff x="-55987225" y="3198925"/>
            <a:chExt cx="317450" cy="317450"/>
          </a:xfrm>
        </p:grpSpPr>
        <p:sp>
          <p:nvSpPr>
            <p:cNvPr id="7408" name="Google Shape;7408;p56"/>
            <p:cNvSpPr/>
            <p:nvPr/>
          </p:nvSpPr>
          <p:spPr>
            <a:xfrm>
              <a:off x="-55987225" y="3261925"/>
              <a:ext cx="173300" cy="198500"/>
            </a:xfrm>
            <a:custGeom>
              <a:avLst/>
              <a:gdLst/>
              <a:ahLst/>
              <a:cxnLst/>
              <a:rect l="l" t="t" r="r" b="b"/>
              <a:pathLst>
                <a:path w="6932" h="7940" extrusionOk="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9" name="Google Shape;7409;p56"/>
            <p:cNvSpPr/>
            <p:nvPr/>
          </p:nvSpPr>
          <p:spPr>
            <a:xfrm>
              <a:off x="-55837575" y="3198925"/>
              <a:ext cx="167800" cy="298525"/>
            </a:xfrm>
            <a:custGeom>
              <a:avLst/>
              <a:gdLst/>
              <a:ahLst/>
              <a:cxnLst/>
              <a:rect l="l" t="t" r="r" b="b"/>
              <a:pathLst>
                <a:path w="6712" h="11941" extrusionOk="0">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0" name="Google Shape;7410;p56"/>
            <p:cNvSpPr/>
            <p:nvPr/>
          </p:nvSpPr>
          <p:spPr>
            <a:xfrm>
              <a:off x="-55931300" y="3435200"/>
              <a:ext cx="194575" cy="81175"/>
            </a:xfrm>
            <a:custGeom>
              <a:avLst/>
              <a:gdLst/>
              <a:ahLst/>
              <a:cxnLst/>
              <a:rect l="l" t="t" r="r" b="b"/>
              <a:pathLst>
                <a:path w="7783" h="3247" extrusionOk="0">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56"/>
            <p:cNvSpPr/>
            <p:nvPr/>
          </p:nvSpPr>
          <p:spPr>
            <a:xfrm>
              <a:off x="-55927350" y="3202850"/>
              <a:ext cx="70900" cy="71200"/>
            </a:xfrm>
            <a:custGeom>
              <a:avLst/>
              <a:gdLst/>
              <a:ahLst/>
              <a:cxnLst/>
              <a:rect l="l" t="t" r="r" b="b"/>
              <a:pathLst>
                <a:path w="2836" h="2848" extrusionOk="0">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2" name="Google Shape;7412;p56"/>
          <p:cNvGrpSpPr/>
          <p:nvPr/>
        </p:nvGrpSpPr>
        <p:grpSpPr>
          <a:xfrm>
            <a:off x="7076112" y="1988578"/>
            <a:ext cx="357226" cy="357367"/>
            <a:chOff x="-55987225" y="3591025"/>
            <a:chExt cx="317450" cy="317575"/>
          </a:xfrm>
        </p:grpSpPr>
        <p:sp>
          <p:nvSpPr>
            <p:cNvPr id="7413" name="Google Shape;7413;p56"/>
            <p:cNvSpPr/>
            <p:nvPr/>
          </p:nvSpPr>
          <p:spPr>
            <a:xfrm>
              <a:off x="-55950200" y="3740025"/>
              <a:ext cx="204800" cy="168575"/>
            </a:xfrm>
            <a:custGeom>
              <a:avLst/>
              <a:gdLst/>
              <a:ahLst/>
              <a:cxnLst/>
              <a:rect l="l" t="t" r="r" b="b"/>
              <a:pathLst>
                <a:path w="8192" h="6743" extrusionOk="0">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4" name="Google Shape;7414;p56"/>
            <p:cNvSpPr/>
            <p:nvPr/>
          </p:nvSpPr>
          <p:spPr>
            <a:xfrm>
              <a:off x="-55967525" y="3591025"/>
              <a:ext cx="297750" cy="131700"/>
            </a:xfrm>
            <a:custGeom>
              <a:avLst/>
              <a:gdLst/>
              <a:ahLst/>
              <a:cxnLst/>
              <a:rect l="l" t="t" r="r" b="b"/>
              <a:pathLst>
                <a:path w="11910" h="5268" extrusionOk="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56"/>
            <p:cNvSpPr/>
            <p:nvPr/>
          </p:nvSpPr>
          <p:spPr>
            <a:xfrm>
              <a:off x="-55875375" y="3703000"/>
              <a:ext cx="55950" cy="17350"/>
            </a:xfrm>
            <a:custGeom>
              <a:avLst/>
              <a:gdLst/>
              <a:ahLst/>
              <a:cxnLst/>
              <a:rect l="l" t="t" r="r" b="b"/>
              <a:pathLst>
                <a:path w="2238" h="694" extrusionOk="0">
                  <a:moveTo>
                    <a:pt x="347" y="0"/>
                  </a:moveTo>
                  <a:cubicBezTo>
                    <a:pt x="158" y="0"/>
                    <a:pt x="1" y="158"/>
                    <a:pt x="1" y="347"/>
                  </a:cubicBezTo>
                  <a:lnTo>
                    <a:pt x="1" y="694"/>
                  </a:lnTo>
                  <a:lnTo>
                    <a:pt x="2238" y="694"/>
                  </a:lnTo>
                  <a:lnTo>
                    <a:pt x="2238" y="347"/>
                  </a:lnTo>
                  <a:cubicBezTo>
                    <a:pt x="2238" y="158"/>
                    <a:pt x="2080" y="0"/>
                    <a:pt x="18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56"/>
            <p:cNvSpPr/>
            <p:nvPr/>
          </p:nvSpPr>
          <p:spPr>
            <a:xfrm>
              <a:off x="-55987225" y="3746325"/>
              <a:ext cx="18150" cy="63825"/>
            </a:xfrm>
            <a:custGeom>
              <a:avLst/>
              <a:gdLst/>
              <a:ahLst/>
              <a:cxnLst/>
              <a:rect l="l" t="t" r="r" b="b"/>
              <a:pathLst>
                <a:path w="726" h="2553" extrusionOk="0">
                  <a:moveTo>
                    <a:pt x="726" y="0"/>
                  </a:moveTo>
                  <a:cubicBezTo>
                    <a:pt x="253" y="221"/>
                    <a:pt x="1" y="693"/>
                    <a:pt x="1" y="1260"/>
                  </a:cubicBezTo>
                  <a:cubicBezTo>
                    <a:pt x="1" y="1796"/>
                    <a:pt x="316" y="2269"/>
                    <a:pt x="726" y="2552"/>
                  </a:cubicBezTo>
                  <a:lnTo>
                    <a:pt x="7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56"/>
            <p:cNvSpPr/>
            <p:nvPr/>
          </p:nvSpPr>
          <p:spPr>
            <a:xfrm>
              <a:off x="-55725725"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8" name="Google Shape;7418;p56"/>
          <p:cNvGrpSpPr/>
          <p:nvPr/>
        </p:nvGrpSpPr>
        <p:grpSpPr>
          <a:xfrm>
            <a:off x="7090027" y="2429217"/>
            <a:ext cx="358999" cy="358999"/>
            <a:chOff x="-55988800" y="3982600"/>
            <a:chExt cx="319025" cy="319025"/>
          </a:xfrm>
        </p:grpSpPr>
        <p:sp>
          <p:nvSpPr>
            <p:cNvPr id="7419" name="Google Shape;7419;p56"/>
            <p:cNvSpPr/>
            <p:nvPr/>
          </p:nvSpPr>
          <p:spPr>
            <a:xfrm>
              <a:off x="-55791875" y="3982600"/>
              <a:ext cx="102400" cy="102425"/>
            </a:xfrm>
            <a:custGeom>
              <a:avLst/>
              <a:gdLst/>
              <a:ahLst/>
              <a:cxnLst/>
              <a:rect l="l" t="t" r="r" b="b"/>
              <a:pathLst>
                <a:path w="4096" h="4097" extrusionOk="0">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56"/>
            <p:cNvSpPr/>
            <p:nvPr/>
          </p:nvSpPr>
          <p:spPr>
            <a:xfrm>
              <a:off x="-55969100" y="3982600"/>
              <a:ext cx="102400" cy="102425"/>
            </a:xfrm>
            <a:custGeom>
              <a:avLst/>
              <a:gdLst/>
              <a:ahLst/>
              <a:cxnLst/>
              <a:rect l="l" t="t" r="r" b="b"/>
              <a:pathLst>
                <a:path w="4096" h="4097" extrusionOk="0">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56"/>
            <p:cNvSpPr/>
            <p:nvPr/>
          </p:nvSpPr>
          <p:spPr>
            <a:xfrm>
              <a:off x="-55819450" y="4021200"/>
              <a:ext cx="92950" cy="92175"/>
            </a:xfrm>
            <a:custGeom>
              <a:avLst/>
              <a:gdLst/>
              <a:ahLst/>
              <a:cxnLst/>
              <a:rect l="l" t="t" r="r" b="b"/>
              <a:pathLst>
                <a:path w="3718" h="3687" extrusionOk="0">
                  <a:moveTo>
                    <a:pt x="32" y="0"/>
                  </a:moveTo>
                  <a:lnTo>
                    <a:pt x="32" y="1103"/>
                  </a:lnTo>
                  <a:cubicBezTo>
                    <a:pt x="1" y="2521"/>
                    <a:pt x="1198" y="3686"/>
                    <a:pt x="2615" y="3686"/>
                  </a:cubicBezTo>
                  <a:lnTo>
                    <a:pt x="3718" y="3686"/>
                  </a:lnTo>
                  <a:cubicBezTo>
                    <a:pt x="3529" y="1733"/>
                    <a:pt x="1985" y="158"/>
                    <a:pt x="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56"/>
            <p:cNvSpPr/>
            <p:nvPr/>
          </p:nvSpPr>
          <p:spPr>
            <a:xfrm>
              <a:off x="-55930500" y="4021200"/>
              <a:ext cx="92950" cy="92175"/>
            </a:xfrm>
            <a:custGeom>
              <a:avLst/>
              <a:gdLst/>
              <a:ahLst/>
              <a:cxnLst/>
              <a:rect l="l" t="t" r="r" b="b"/>
              <a:pathLst>
                <a:path w="3718" h="3687" extrusionOk="0">
                  <a:moveTo>
                    <a:pt x="3718" y="0"/>
                  </a:moveTo>
                  <a:cubicBezTo>
                    <a:pt x="1733" y="158"/>
                    <a:pt x="158" y="1733"/>
                    <a:pt x="0" y="3686"/>
                  </a:cubicBezTo>
                  <a:lnTo>
                    <a:pt x="1103" y="3686"/>
                  </a:lnTo>
                  <a:cubicBezTo>
                    <a:pt x="2552" y="3686"/>
                    <a:pt x="3718" y="2521"/>
                    <a:pt x="3718" y="1103"/>
                  </a:cubicBezTo>
                  <a:lnTo>
                    <a:pt x="37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56"/>
            <p:cNvSpPr/>
            <p:nvPr/>
          </p:nvSpPr>
          <p:spPr>
            <a:xfrm>
              <a:off x="-55988800" y="4086575"/>
              <a:ext cx="319025" cy="215050"/>
            </a:xfrm>
            <a:custGeom>
              <a:avLst/>
              <a:gdLst/>
              <a:ahLst/>
              <a:cxnLst/>
              <a:rect l="l" t="t" r="r" b="b"/>
              <a:pathLst>
                <a:path w="12761" h="8602" extrusionOk="0">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4" name="Google Shape;7424;p56"/>
          <p:cNvGrpSpPr/>
          <p:nvPr/>
        </p:nvGrpSpPr>
        <p:grpSpPr>
          <a:xfrm>
            <a:off x="5748546" y="2887174"/>
            <a:ext cx="356326" cy="358971"/>
            <a:chOff x="-54026025" y="3192625"/>
            <a:chExt cx="316650" cy="319000"/>
          </a:xfrm>
        </p:grpSpPr>
        <p:sp>
          <p:nvSpPr>
            <p:cNvPr id="7425" name="Google Shape;7425;p56"/>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56"/>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56"/>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56"/>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56"/>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56"/>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56"/>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56"/>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3" name="Google Shape;7433;p56"/>
          <p:cNvGrpSpPr/>
          <p:nvPr/>
        </p:nvGrpSpPr>
        <p:grpSpPr>
          <a:xfrm>
            <a:off x="5768492" y="3358148"/>
            <a:ext cx="316434" cy="358099"/>
            <a:chOff x="-54007925" y="3584850"/>
            <a:chExt cx="281200" cy="318225"/>
          </a:xfrm>
        </p:grpSpPr>
        <p:sp>
          <p:nvSpPr>
            <p:cNvPr id="7434" name="Google Shape;7434;p56"/>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56"/>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56"/>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56"/>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56"/>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56"/>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0" name="Google Shape;7440;p56"/>
          <p:cNvGrpSpPr/>
          <p:nvPr/>
        </p:nvGrpSpPr>
        <p:grpSpPr>
          <a:xfrm>
            <a:off x="5768492" y="3820033"/>
            <a:ext cx="316434" cy="358914"/>
            <a:chOff x="-54007925" y="3975575"/>
            <a:chExt cx="281200" cy="318950"/>
          </a:xfrm>
        </p:grpSpPr>
        <p:sp>
          <p:nvSpPr>
            <p:cNvPr id="7441" name="Google Shape;7441;p56"/>
            <p:cNvSpPr/>
            <p:nvPr/>
          </p:nvSpPr>
          <p:spPr>
            <a:xfrm>
              <a:off x="-53988225" y="3975575"/>
              <a:ext cx="244175" cy="142825"/>
            </a:xfrm>
            <a:custGeom>
              <a:avLst/>
              <a:gdLst/>
              <a:ahLst/>
              <a:cxnLst/>
              <a:rect l="l" t="t" r="r" b="b"/>
              <a:pathLst>
                <a:path w="9767" h="5713" extrusionOk="0">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56"/>
            <p:cNvSpPr/>
            <p:nvPr/>
          </p:nvSpPr>
          <p:spPr>
            <a:xfrm>
              <a:off x="-53970100" y="4100750"/>
              <a:ext cx="204800" cy="193775"/>
            </a:xfrm>
            <a:custGeom>
              <a:avLst/>
              <a:gdLst/>
              <a:ahLst/>
              <a:cxnLst/>
              <a:rect l="l" t="t" r="r" b="b"/>
              <a:pathLst>
                <a:path w="8192" h="7751" extrusionOk="0">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56"/>
            <p:cNvSpPr/>
            <p:nvPr/>
          </p:nvSpPr>
          <p:spPr>
            <a:xfrm>
              <a:off x="-53745625" y="4132250"/>
              <a:ext cx="18900" cy="63825"/>
            </a:xfrm>
            <a:custGeom>
              <a:avLst/>
              <a:gdLst/>
              <a:ahLst/>
              <a:cxnLst/>
              <a:rect l="l" t="t" r="r" b="b"/>
              <a:pathLst>
                <a:path w="756" h="2553" extrusionOk="0">
                  <a:moveTo>
                    <a:pt x="0" y="1"/>
                  </a:moveTo>
                  <a:lnTo>
                    <a:pt x="0" y="2552"/>
                  </a:lnTo>
                  <a:cubicBezTo>
                    <a:pt x="441" y="2269"/>
                    <a:pt x="756" y="1796"/>
                    <a:pt x="756" y="1261"/>
                  </a:cubicBezTo>
                  <a:cubicBezTo>
                    <a:pt x="693" y="694"/>
                    <a:pt x="441" y="22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56"/>
            <p:cNvSpPr/>
            <p:nvPr/>
          </p:nvSpPr>
          <p:spPr>
            <a:xfrm>
              <a:off x="-54007925"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5" name="Google Shape;7445;p56"/>
          <p:cNvGrpSpPr/>
          <p:nvPr/>
        </p:nvGrpSpPr>
        <p:grpSpPr>
          <a:xfrm>
            <a:off x="8003359" y="2904504"/>
            <a:ext cx="274770" cy="358492"/>
            <a:chOff x="-52005775" y="3208025"/>
            <a:chExt cx="244175" cy="318575"/>
          </a:xfrm>
        </p:grpSpPr>
        <p:sp>
          <p:nvSpPr>
            <p:cNvPr id="7446" name="Google Shape;7446;p56"/>
            <p:cNvSpPr/>
            <p:nvPr/>
          </p:nvSpPr>
          <p:spPr>
            <a:xfrm>
              <a:off x="-51800200" y="3469850"/>
              <a:ext cx="38600" cy="56750"/>
            </a:xfrm>
            <a:custGeom>
              <a:avLst/>
              <a:gdLst/>
              <a:ahLst/>
              <a:cxnLst/>
              <a:rect l="l" t="t" r="r" b="b"/>
              <a:pathLst>
                <a:path w="1544" h="2270" extrusionOk="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56"/>
            <p:cNvSpPr/>
            <p:nvPr/>
          </p:nvSpPr>
          <p:spPr>
            <a:xfrm>
              <a:off x="-52005775" y="3208025"/>
              <a:ext cx="111875" cy="131900"/>
            </a:xfrm>
            <a:custGeom>
              <a:avLst/>
              <a:gdLst/>
              <a:ahLst/>
              <a:cxnLst/>
              <a:rect l="l" t="t" r="r" b="b"/>
              <a:pathLst>
                <a:path w="4475" h="5276" extrusionOk="0">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56"/>
            <p:cNvSpPr/>
            <p:nvPr/>
          </p:nvSpPr>
          <p:spPr>
            <a:xfrm>
              <a:off x="-51800200" y="3385575"/>
              <a:ext cx="37025" cy="37850"/>
            </a:xfrm>
            <a:custGeom>
              <a:avLst/>
              <a:gdLst/>
              <a:ahLst/>
              <a:cxnLst/>
              <a:rect l="l" t="t" r="r" b="b"/>
              <a:pathLst>
                <a:path w="1481" h="1514" extrusionOk="0">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56"/>
            <p:cNvSpPr/>
            <p:nvPr/>
          </p:nvSpPr>
          <p:spPr>
            <a:xfrm>
              <a:off x="-51800200" y="3348575"/>
              <a:ext cx="37025" cy="37025"/>
            </a:xfrm>
            <a:custGeom>
              <a:avLst/>
              <a:gdLst/>
              <a:ahLst/>
              <a:cxnLst/>
              <a:rect l="l" t="t" r="r" b="b"/>
              <a:pathLst>
                <a:path w="1481" h="1481" extrusionOk="0">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56"/>
            <p:cNvSpPr/>
            <p:nvPr/>
          </p:nvSpPr>
          <p:spPr>
            <a:xfrm>
              <a:off x="-51800200" y="3423400"/>
              <a:ext cx="37025" cy="37025"/>
            </a:xfrm>
            <a:custGeom>
              <a:avLst/>
              <a:gdLst/>
              <a:ahLst/>
              <a:cxnLst/>
              <a:rect l="l" t="t" r="r" b="b"/>
              <a:pathLst>
                <a:path w="1481" h="1481" extrusionOk="0">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56"/>
            <p:cNvSpPr/>
            <p:nvPr/>
          </p:nvSpPr>
          <p:spPr>
            <a:xfrm>
              <a:off x="-51875025" y="3208025"/>
              <a:ext cx="111850" cy="131125"/>
            </a:xfrm>
            <a:custGeom>
              <a:avLst/>
              <a:gdLst/>
              <a:ahLst/>
              <a:cxnLst/>
              <a:rect l="l" t="t" r="r" b="b"/>
              <a:pathLst>
                <a:path w="4474" h="5245" extrusionOk="0">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56"/>
            <p:cNvSpPr/>
            <p:nvPr/>
          </p:nvSpPr>
          <p:spPr>
            <a:xfrm>
              <a:off x="-52005000" y="3469850"/>
              <a:ext cx="38625" cy="56750"/>
            </a:xfrm>
            <a:custGeom>
              <a:avLst/>
              <a:gdLst/>
              <a:ahLst/>
              <a:cxnLst/>
              <a:rect l="l" t="t" r="r" b="b"/>
              <a:pathLst>
                <a:path w="1545" h="2270" extrusionOk="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56"/>
            <p:cNvSpPr/>
            <p:nvPr/>
          </p:nvSpPr>
          <p:spPr>
            <a:xfrm>
              <a:off x="-52005000" y="3423400"/>
              <a:ext cx="37050" cy="37025"/>
            </a:xfrm>
            <a:custGeom>
              <a:avLst/>
              <a:gdLst/>
              <a:ahLst/>
              <a:cxnLst/>
              <a:rect l="l" t="t" r="r" b="b"/>
              <a:pathLst>
                <a:path w="1482" h="1481" extrusionOk="0">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56"/>
            <p:cNvSpPr/>
            <p:nvPr/>
          </p:nvSpPr>
          <p:spPr>
            <a:xfrm>
              <a:off x="-52005000" y="3385575"/>
              <a:ext cx="37050" cy="37850"/>
            </a:xfrm>
            <a:custGeom>
              <a:avLst/>
              <a:gdLst/>
              <a:ahLst/>
              <a:cxnLst/>
              <a:rect l="l" t="t" r="r" b="b"/>
              <a:pathLst>
                <a:path w="1482" h="1514" extrusionOk="0">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56"/>
            <p:cNvSpPr/>
            <p:nvPr/>
          </p:nvSpPr>
          <p:spPr>
            <a:xfrm>
              <a:off x="-51957725" y="3298150"/>
              <a:ext cx="148100" cy="209550"/>
            </a:xfrm>
            <a:custGeom>
              <a:avLst/>
              <a:gdLst/>
              <a:ahLst/>
              <a:cxnLst/>
              <a:rect l="l" t="t" r="r" b="b"/>
              <a:pathLst>
                <a:path w="5924" h="8382" extrusionOk="0">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56"/>
            <p:cNvSpPr/>
            <p:nvPr/>
          </p:nvSpPr>
          <p:spPr>
            <a:xfrm>
              <a:off x="-52005000" y="3348575"/>
              <a:ext cx="37050" cy="37025"/>
            </a:xfrm>
            <a:custGeom>
              <a:avLst/>
              <a:gdLst/>
              <a:ahLst/>
              <a:cxnLst/>
              <a:rect l="l" t="t" r="r" b="b"/>
              <a:pathLst>
                <a:path w="1482" h="1481" extrusionOk="0">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7" name="Google Shape;7457;p56"/>
          <p:cNvGrpSpPr/>
          <p:nvPr/>
        </p:nvGrpSpPr>
        <p:grpSpPr>
          <a:xfrm>
            <a:off x="5309825" y="1532546"/>
            <a:ext cx="358099" cy="358099"/>
            <a:chOff x="-57568775" y="3198925"/>
            <a:chExt cx="318225" cy="318225"/>
          </a:xfrm>
        </p:grpSpPr>
        <p:sp>
          <p:nvSpPr>
            <p:cNvPr id="7458" name="Google Shape;7458;p56"/>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56"/>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56"/>
            <p:cNvSpPr/>
            <p:nvPr/>
          </p:nvSpPr>
          <p:spPr>
            <a:xfrm>
              <a:off x="-57494725" y="3254850"/>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56"/>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56"/>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56"/>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4" name="Google Shape;7464;p56"/>
          <p:cNvGrpSpPr/>
          <p:nvPr/>
        </p:nvGrpSpPr>
        <p:grpSpPr>
          <a:xfrm>
            <a:off x="5331543" y="1987846"/>
            <a:ext cx="314662" cy="358099"/>
            <a:chOff x="-57549075" y="3590375"/>
            <a:chExt cx="279625" cy="318225"/>
          </a:xfrm>
        </p:grpSpPr>
        <p:sp>
          <p:nvSpPr>
            <p:cNvPr id="7465" name="Google Shape;7465;p56"/>
            <p:cNvSpPr/>
            <p:nvPr/>
          </p:nvSpPr>
          <p:spPr>
            <a:xfrm>
              <a:off x="-57493150" y="3777825"/>
              <a:ext cx="167000" cy="74850"/>
            </a:xfrm>
            <a:custGeom>
              <a:avLst/>
              <a:gdLst/>
              <a:ahLst/>
              <a:cxnLst/>
              <a:rect l="l" t="t" r="r" b="b"/>
              <a:pathLst>
                <a:path w="6680" h="2994" extrusionOk="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56"/>
            <p:cNvSpPr/>
            <p:nvPr/>
          </p:nvSpPr>
          <p:spPr>
            <a:xfrm>
              <a:off x="-57478975" y="3647075"/>
              <a:ext cx="139425" cy="37050"/>
            </a:xfrm>
            <a:custGeom>
              <a:avLst/>
              <a:gdLst/>
              <a:ahLst/>
              <a:cxnLst/>
              <a:rect l="l" t="t" r="r" b="b"/>
              <a:pathLst>
                <a:path w="5577" h="1482" extrusionOk="0">
                  <a:moveTo>
                    <a:pt x="2804" y="1"/>
                  </a:moveTo>
                  <a:cubicBezTo>
                    <a:pt x="1639" y="1"/>
                    <a:pt x="599" y="568"/>
                    <a:pt x="1" y="1481"/>
                  </a:cubicBezTo>
                  <a:lnTo>
                    <a:pt x="5577" y="1481"/>
                  </a:lnTo>
                  <a:cubicBezTo>
                    <a:pt x="4947" y="568"/>
                    <a:pt x="3939" y="1"/>
                    <a:pt x="28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56"/>
            <p:cNvSpPr/>
            <p:nvPr/>
          </p:nvSpPr>
          <p:spPr>
            <a:xfrm>
              <a:off x="-57493950" y="3703775"/>
              <a:ext cx="168575" cy="55175"/>
            </a:xfrm>
            <a:custGeom>
              <a:avLst/>
              <a:gdLst/>
              <a:ahLst/>
              <a:cxnLst/>
              <a:rect l="l" t="t" r="r" b="b"/>
              <a:pathLst>
                <a:path w="6743" h="2207" extrusionOk="0">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56"/>
            <p:cNvSpPr/>
            <p:nvPr/>
          </p:nvSpPr>
          <p:spPr>
            <a:xfrm>
              <a:off x="-57549075" y="3590375"/>
              <a:ext cx="279625" cy="318225"/>
            </a:xfrm>
            <a:custGeom>
              <a:avLst/>
              <a:gdLst/>
              <a:ahLst/>
              <a:cxnLst/>
              <a:rect l="l" t="t" r="r" b="b"/>
              <a:pathLst>
                <a:path w="11185" h="12729" extrusionOk="0">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9" name="Google Shape;7469;p56"/>
          <p:cNvGrpSpPr/>
          <p:nvPr/>
        </p:nvGrpSpPr>
        <p:grpSpPr>
          <a:xfrm>
            <a:off x="5323740" y="2429217"/>
            <a:ext cx="359871" cy="359871"/>
            <a:chOff x="-57570350" y="3982600"/>
            <a:chExt cx="319800" cy="319800"/>
          </a:xfrm>
        </p:grpSpPr>
        <p:sp>
          <p:nvSpPr>
            <p:cNvPr id="7470" name="Google Shape;7470;p56"/>
            <p:cNvSpPr/>
            <p:nvPr/>
          </p:nvSpPr>
          <p:spPr>
            <a:xfrm>
              <a:off x="-57570350" y="4033000"/>
              <a:ext cx="319800" cy="269400"/>
            </a:xfrm>
            <a:custGeom>
              <a:avLst/>
              <a:gdLst/>
              <a:ahLst/>
              <a:cxnLst/>
              <a:rect l="l" t="t" r="r" b="b"/>
              <a:pathLst>
                <a:path w="12792" h="10776" extrusionOk="0">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56"/>
            <p:cNvSpPr/>
            <p:nvPr/>
          </p:nvSpPr>
          <p:spPr>
            <a:xfrm>
              <a:off x="-57493150" y="4151150"/>
              <a:ext cx="55150" cy="36250"/>
            </a:xfrm>
            <a:custGeom>
              <a:avLst/>
              <a:gdLst/>
              <a:ahLst/>
              <a:cxnLst/>
              <a:rect l="l" t="t" r="r" b="b"/>
              <a:pathLst>
                <a:path w="2206" h="1450" extrusionOk="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56"/>
            <p:cNvSpPr/>
            <p:nvPr/>
          </p:nvSpPr>
          <p:spPr>
            <a:xfrm>
              <a:off x="-57381300" y="4151150"/>
              <a:ext cx="55925" cy="36250"/>
            </a:xfrm>
            <a:custGeom>
              <a:avLst/>
              <a:gdLst/>
              <a:ahLst/>
              <a:cxnLst/>
              <a:rect l="l" t="t" r="r" b="b"/>
              <a:pathLst>
                <a:path w="2237" h="1450" extrusionOk="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56"/>
            <p:cNvSpPr/>
            <p:nvPr/>
          </p:nvSpPr>
          <p:spPr>
            <a:xfrm>
              <a:off x="-57442750" y="3982600"/>
              <a:ext cx="65400" cy="93750"/>
            </a:xfrm>
            <a:custGeom>
              <a:avLst/>
              <a:gdLst/>
              <a:ahLst/>
              <a:cxnLst/>
              <a:rect l="l" t="t" r="r" b="b"/>
              <a:pathLst>
                <a:path w="2616" h="3750" extrusionOk="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4" name="Google Shape;7474;p56"/>
          <p:cNvGrpSpPr/>
          <p:nvPr/>
        </p:nvGrpSpPr>
        <p:grpSpPr>
          <a:xfrm>
            <a:off x="7538779" y="1531646"/>
            <a:ext cx="314662" cy="358999"/>
            <a:chOff x="-55576850" y="3198125"/>
            <a:chExt cx="279625" cy="319025"/>
          </a:xfrm>
        </p:grpSpPr>
        <p:sp>
          <p:nvSpPr>
            <p:cNvPr id="7475" name="Google Shape;7475;p56"/>
            <p:cNvSpPr/>
            <p:nvPr/>
          </p:nvSpPr>
          <p:spPr>
            <a:xfrm>
              <a:off x="-55576850" y="3335975"/>
              <a:ext cx="18900" cy="63825"/>
            </a:xfrm>
            <a:custGeom>
              <a:avLst/>
              <a:gdLst/>
              <a:ahLst/>
              <a:cxnLst/>
              <a:rect l="l" t="t" r="r" b="b"/>
              <a:pathLst>
                <a:path w="756" h="2553" extrusionOk="0">
                  <a:moveTo>
                    <a:pt x="756" y="0"/>
                  </a:moveTo>
                  <a:cubicBezTo>
                    <a:pt x="315" y="221"/>
                    <a:pt x="0" y="693"/>
                    <a:pt x="0" y="1260"/>
                  </a:cubicBezTo>
                  <a:cubicBezTo>
                    <a:pt x="0" y="1796"/>
                    <a:pt x="315" y="2269"/>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56"/>
            <p:cNvSpPr/>
            <p:nvPr/>
          </p:nvSpPr>
          <p:spPr>
            <a:xfrm>
              <a:off x="-55539850" y="3198125"/>
              <a:ext cx="206375" cy="99275"/>
            </a:xfrm>
            <a:custGeom>
              <a:avLst/>
              <a:gdLst/>
              <a:ahLst/>
              <a:cxnLst/>
              <a:rect l="l" t="t" r="r" b="b"/>
              <a:pathLst>
                <a:path w="8255" h="3971" extrusionOk="0">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56"/>
            <p:cNvSpPr/>
            <p:nvPr/>
          </p:nvSpPr>
          <p:spPr>
            <a:xfrm>
              <a:off x="-55539850" y="3275325"/>
              <a:ext cx="204800" cy="241825"/>
            </a:xfrm>
            <a:custGeom>
              <a:avLst/>
              <a:gdLst/>
              <a:ahLst/>
              <a:cxnLst/>
              <a:rect l="l" t="t" r="r" b="b"/>
              <a:pathLst>
                <a:path w="8192" h="9673" extrusionOk="0">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56"/>
            <p:cNvSpPr/>
            <p:nvPr/>
          </p:nvSpPr>
          <p:spPr>
            <a:xfrm>
              <a:off x="-55316150" y="3335975"/>
              <a:ext cx="18925" cy="63825"/>
            </a:xfrm>
            <a:custGeom>
              <a:avLst/>
              <a:gdLst/>
              <a:ahLst/>
              <a:cxnLst/>
              <a:rect l="l" t="t" r="r" b="b"/>
              <a:pathLst>
                <a:path w="757" h="2553" extrusionOk="0">
                  <a:moveTo>
                    <a:pt x="0" y="0"/>
                  </a:moveTo>
                  <a:lnTo>
                    <a:pt x="0" y="2552"/>
                  </a:lnTo>
                  <a:cubicBezTo>
                    <a:pt x="441" y="2269"/>
                    <a:pt x="756" y="1796"/>
                    <a:pt x="756" y="1260"/>
                  </a:cubicBezTo>
                  <a:cubicBezTo>
                    <a:pt x="756" y="693"/>
                    <a:pt x="473"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9" name="Google Shape;7479;p56"/>
          <p:cNvGrpSpPr/>
          <p:nvPr/>
        </p:nvGrpSpPr>
        <p:grpSpPr>
          <a:xfrm>
            <a:off x="7516174" y="1987621"/>
            <a:ext cx="359871" cy="358324"/>
            <a:chOff x="-55596550" y="3590175"/>
            <a:chExt cx="319800" cy="318425"/>
          </a:xfrm>
        </p:grpSpPr>
        <p:sp>
          <p:nvSpPr>
            <p:cNvPr id="7480" name="Google Shape;7480;p56"/>
            <p:cNvSpPr/>
            <p:nvPr/>
          </p:nvSpPr>
          <p:spPr>
            <a:xfrm>
              <a:off x="-55596550" y="3590175"/>
              <a:ext cx="319800" cy="112850"/>
            </a:xfrm>
            <a:custGeom>
              <a:avLst/>
              <a:gdLst/>
              <a:ahLst/>
              <a:cxnLst/>
              <a:rect l="l" t="t" r="r" b="b"/>
              <a:pathLst>
                <a:path w="12792" h="4514" extrusionOk="0">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56"/>
            <p:cNvSpPr/>
            <p:nvPr/>
          </p:nvSpPr>
          <p:spPr>
            <a:xfrm>
              <a:off x="-55539850" y="3721900"/>
              <a:ext cx="204800" cy="186700"/>
            </a:xfrm>
            <a:custGeom>
              <a:avLst/>
              <a:gdLst/>
              <a:ahLst/>
              <a:cxnLst/>
              <a:rect l="l" t="t" r="r" b="b"/>
              <a:pathLst>
                <a:path w="8192" h="7468" extrusionOk="0">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56"/>
            <p:cNvSpPr/>
            <p:nvPr/>
          </p:nvSpPr>
          <p:spPr>
            <a:xfrm>
              <a:off x="-55316150" y="3726625"/>
              <a:ext cx="18925" cy="63825"/>
            </a:xfrm>
            <a:custGeom>
              <a:avLst/>
              <a:gdLst/>
              <a:ahLst/>
              <a:cxnLst/>
              <a:rect l="l" t="t" r="r" b="b"/>
              <a:pathLst>
                <a:path w="757" h="2553" extrusionOk="0">
                  <a:moveTo>
                    <a:pt x="0" y="1"/>
                  </a:moveTo>
                  <a:lnTo>
                    <a:pt x="0" y="2552"/>
                  </a:lnTo>
                  <a:cubicBezTo>
                    <a:pt x="441" y="2269"/>
                    <a:pt x="756" y="1796"/>
                    <a:pt x="756" y="1261"/>
                  </a:cubicBezTo>
                  <a:cubicBezTo>
                    <a:pt x="756" y="757"/>
                    <a:pt x="473" y="284"/>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56"/>
            <p:cNvSpPr/>
            <p:nvPr/>
          </p:nvSpPr>
          <p:spPr>
            <a:xfrm>
              <a:off x="-55576850" y="3727425"/>
              <a:ext cx="18900" cy="63800"/>
            </a:xfrm>
            <a:custGeom>
              <a:avLst/>
              <a:gdLst/>
              <a:ahLst/>
              <a:cxnLst/>
              <a:rect l="l" t="t" r="r" b="b"/>
              <a:pathLst>
                <a:path w="756" h="2552"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4" name="Google Shape;7484;p56"/>
          <p:cNvGrpSpPr/>
          <p:nvPr/>
        </p:nvGrpSpPr>
        <p:grpSpPr>
          <a:xfrm>
            <a:off x="7531412" y="2428964"/>
            <a:ext cx="358999" cy="359252"/>
            <a:chOff x="-55595775" y="3982375"/>
            <a:chExt cx="319025" cy="319250"/>
          </a:xfrm>
        </p:grpSpPr>
        <p:sp>
          <p:nvSpPr>
            <p:cNvPr id="7485" name="Google Shape;7485;p56"/>
            <p:cNvSpPr/>
            <p:nvPr/>
          </p:nvSpPr>
          <p:spPr>
            <a:xfrm>
              <a:off x="-55441400" y="3982375"/>
              <a:ext cx="125250" cy="145175"/>
            </a:xfrm>
            <a:custGeom>
              <a:avLst/>
              <a:gdLst/>
              <a:ahLst/>
              <a:cxnLst/>
              <a:rect l="l" t="t" r="r" b="b"/>
              <a:pathLst>
                <a:path w="5010" h="5807" extrusionOk="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56"/>
            <p:cNvSpPr/>
            <p:nvPr/>
          </p:nvSpPr>
          <p:spPr>
            <a:xfrm>
              <a:off x="-55343725" y="4203125"/>
              <a:ext cx="66975" cy="41000"/>
            </a:xfrm>
            <a:custGeom>
              <a:avLst/>
              <a:gdLst/>
              <a:ahLst/>
              <a:cxnLst/>
              <a:rect l="l" t="t" r="r" b="b"/>
              <a:pathLst>
                <a:path w="2679" h="1640" extrusionOk="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56"/>
            <p:cNvSpPr/>
            <p:nvPr/>
          </p:nvSpPr>
          <p:spPr>
            <a:xfrm>
              <a:off x="-55557950" y="4019625"/>
              <a:ext cx="147300" cy="94525"/>
            </a:xfrm>
            <a:custGeom>
              <a:avLst/>
              <a:gdLst/>
              <a:ahLst/>
              <a:cxnLst/>
              <a:rect l="l" t="t" r="r" b="b"/>
              <a:pathLst>
                <a:path w="5892" h="3781" extrusionOk="0">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56"/>
            <p:cNvSpPr/>
            <p:nvPr/>
          </p:nvSpPr>
          <p:spPr>
            <a:xfrm>
              <a:off x="-55557950" y="4042450"/>
              <a:ext cx="206375" cy="259175"/>
            </a:xfrm>
            <a:custGeom>
              <a:avLst/>
              <a:gdLst/>
              <a:ahLst/>
              <a:cxnLst/>
              <a:rect l="l" t="t" r="r" b="b"/>
              <a:pathLst>
                <a:path w="8255" h="10367" extrusionOk="0">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56"/>
            <p:cNvSpPr/>
            <p:nvPr/>
          </p:nvSpPr>
          <p:spPr>
            <a:xfrm>
              <a:off x="-55335050" y="4136200"/>
              <a:ext cx="18900" cy="64600"/>
            </a:xfrm>
            <a:custGeom>
              <a:avLst/>
              <a:gdLst/>
              <a:ahLst/>
              <a:cxnLst/>
              <a:rect l="l" t="t" r="r" b="b"/>
              <a:pathLst>
                <a:path w="756" h="2584" extrusionOk="0">
                  <a:moveTo>
                    <a:pt x="0" y="0"/>
                  </a:moveTo>
                  <a:lnTo>
                    <a:pt x="0" y="2426"/>
                  </a:lnTo>
                  <a:lnTo>
                    <a:pt x="0" y="2583"/>
                  </a:lnTo>
                  <a:cubicBezTo>
                    <a:pt x="441" y="2331"/>
                    <a:pt x="756" y="1859"/>
                    <a:pt x="756" y="1292"/>
                  </a:cubicBezTo>
                  <a:cubicBezTo>
                    <a:pt x="756" y="756"/>
                    <a:pt x="441" y="28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56"/>
            <p:cNvSpPr/>
            <p:nvPr/>
          </p:nvSpPr>
          <p:spPr>
            <a:xfrm>
              <a:off x="-55595775" y="4136975"/>
              <a:ext cx="18925" cy="65400"/>
            </a:xfrm>
            <a:custGeom>
              <a:avLst/>
              <a:gdLst/>
              <a:ahLst/>
              <a:cxnLst/>
              <a:rect l="l" t="t" r="r" b="b"/>
              <a:pathLst>
                <a:path w="757" h="2616" extrusionOk="0">
                  <a:moveTo>
                    <a:pt x="757" y="1"/>
                  </a:moveTo>
                  <a:cubicBezTo>
                    <a:pt x="284" y="284"/>
                    <a:pt x="1" y="757"/>
                    <a:pt x="1" y="1292"/>
                  </a:cubicBezTo>
                  <a:cubicBezTo>
                    <a:pt x="1" y="1859"/>
                    <a:pt x="316" y="2332"/>
                    <a:pt x="757" y="2615"/>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1" name="Google Shape;7491;p56"/>
          <p:cNvGrpSpPr/>
          <p:nvPr/>
        </p:nvGrpSpPr>
        <p:grpSpPr>
          <a:xfrm>
            <a:off x="6188595" y="2887174"/>
            <a:ext cx="358999" cy="358099"/>
            <a:chOff x="-53635375" y="3192625"/>
            <a:chExt cx="319025" cy="318225"/>
          </a:xfrm>
        </p:grpSpPr>
        <p:sp>
          <p:nvSpPr>
            <p:cNvPr id="7492" name="Google Shape;7492;p56"/>
            <p:cNvSpPr/>
            <p:nvPr/>
          </p:nvSpPr>
          <p:spPr>
            <a:xfrm>
              <a:off x="-53560550" y="3342275"/>
              <a:ext cx="167000" cy="151250"/>
            </a:xfrm>
            <a:custGeom>
              <a:avLst/>
              <a:gdLst/>
              <a:ahLst/>
              <a:cxnLst/>
              <a:rect l="l" t="t" r="r" b="b"/>
              <a:pathLst>
                <a:path w="6680" h="6050" extrusionOk="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56"/>
            <p:cNvSpPr/>
            <p:nvPr/>
          </p:nvSpPr>
          <p:spPr>
            <a:xfrm>
              <a:off x="-53559750" y="3305250"/>
              <a:ext cx="168575" cy="18150"/>
            </a:xfrm>
            <a:custGeom>
              <a:avLst/>
              <a:gdLst/>
              <a:ahLst/>
              <a:cxnLst/>
              <a:rect l="l" t="t" r="r" b="b"/>
              <a:pathLst>
                <a:path w="6743" h="726" extrusionOk="0">
                  <a:moveTo>
                    <a:pt x="0" y="0"/>
                  </a:moveTo>
                  <a:lnTo>
                    <a:pt x="0" y="725"/>
                  </a:lnTo>
                  <a:lnTo>
                    <a:pt x="6742" y="725"/>
                  </a:lnTo>
                  <a:lnTo>
                    <a:pt x="67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56"/>
            <p:cNvSpPr/>
            <p:nvPr/>
          </p:nvSpPr>
          <p:spPr>
            <a:xfrm>
              <a:off x="-53635375" y="3192625"/>
              <a:ext cx="319025" cy="318225"/>
            </a:xfrm>
            <a:custGeom>
              <a:avLst/>
              <a:gdLst/>
              <a:ahLst/>
              <a:cxnLst/>
              <a:rect l="l" t="t" r="r" b="b"/>
              <a:pathLst>
                <a:path w="12761" h="12729" extrusionOk="0">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5" name="Google Shape;7495;p56"/>
          <p:cNvGrpSpPr/>
          <p:nvPr/>
        </p:nvGrpSpPr>
        <p:grpSpPr>
          <a:xfrm>
            <a:off x="6210763" y="3358148"/>
            <a:ext cx="314662" cy="358999"/>
            <a:chOff x="-53615675" y="3584850"/>
            <a:chExt cx="279625" cy="319025"/>
          </a:xfrm>
        </p:grpSpPr>
        <p:sp>
          <p:nvSpPr>
            <p:cNvPr id="7496" name="Google Shape;7496;p56"/>
            <p:cNvSpPr/>
            <p:nvPr/>
          </p:nvSpPr>
          <p:spPr>
            <a:xfrm>
              <a:off x="-53577075" y="3584850"/>
              <a:ext cx="204800" cy="319025"/>
            </a:xfrm>
            <a:custGeom>
              <a:avLst/>
              <a:gdLst/>
              <a:ahLst/>
              <a:cxnLst/>
              <a:rect l="l" t="t" r="r" b="b"/>
              <a:pathLst>
                <a:path w="8192" h="12761" extrusionOk="0">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56"/>
            <p:cNvSpPr/>
            <p:nvPr/>
          </p:nvSpPr>
          <p:spPr>
            <a:xfrm>
              <a:off x="-53615675" y="3739225"/>
              <a:ext cx="20500" cy="65400"/>
            </a:xfrm>
            <a:custGeom>
              <a:avLst/>
              <a:gdLst/>
              <a:ahLst/>
              <a:cxnLst/>
              <a:rect l="l" t="t" r="r" b="b"/>
              <a:pathLst>
                <a:path w="820" h="2616" extrusionOk="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56"/>
            <p:cNvSpPr/>
            <p:nvPr/>
          </p:nvSpPr>
          <p:spPr>
            <a:xfrm>
              <a:off x="-53356550" y="3738450"/>
              <a:ext cx="20500" cy="64600"/>
            </a:xfrm>
            <a:custGeom>
              <a:avLst/>
              <a:gdLst/>
              <a:ahLst/>
              <a:cxnLst/>
              <a:rect l="l" t="t" r="r" b="b"/>
              <a:pathLst>
                <a:path w="820" h="2584" extrusionOk="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9" name="Google Shape;7499;p56"/>
          <p:cNvGrpSpPr/>
          <p:nvPr/>
        </p:nvGrpSpPr>
        <p:grpSpPr>
          <a:xfrm>
            <a:off x="6188609" y="3821074"/>
            <a:ext cx="358971" cy="357874"/>
            <a:chOff x="-53634575" y="3976500"/>
            <a:chExt cx="319000" cy="318025"/>
          </a:xfrm>
        </p:grpSpPr>
        <p:sp>
          <p:nvSpPr>
            <p:cNvPr id="7500" name="Google Shape;7500;p56"/>
            <p:cNvSpPr/>
            <p:nvPr/>
          </p:nvSpPr>
          <p:spPr>
            <a:xfrm>
              <a:off x="-53634575" y="3976500"/>
              <a:ext cx="319000" cy="93550"/>
            </a:xfrm>
            <a:custGeom>
              <a:avLst/>
              <a:gdLst/>
              <a:ahLst/>
              <a:cxnLst/>
              <a:rect l="l" t="t" r="r" b="b"/>
              <a:pathLst>
                <a:path w="12760" h="3742" extrusionOk="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56"/>
            <p:cNvSpPr/>
            <p:nvPr/>
          </p:nvSpPr>
          <p:spPr>
            <a:xfrm>
              <a:off x="-53614900" y="4163750"/>
              <a:ext cx="140225" cy="130775"/>
            </a:xfrm>
            <a:custGeom>
              <a:avLst/>
              <a:gdLst/>
              <a:ahLst/>
              <a:cxnLst/>
              <a:rect l="l" t="t" r="r" b="b"/>
              <a:pathLst>
                <a:path w="5609" h="5231" extrusionOk="0">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56"/>
            <p:cNvSpPr/>
            <p:nvPr/>
          </p:nvSpPr>
          <p:spPr>
            <a:xfrm>
              <a:off x="-53616475" y="4088925"/>
              <a:ext cx="126050" cy="74850"/>
            </a:xfrm>
            <a:custGeom>
              <a:avLst/>
              <a:gdLst/>
              <a:ahLst/>
              <a:cxnLst/>
              <a:rect l="l" t="t" r="r" b="b"/>
              <a:pathLst>
                <a:path w="5042" h="2994" extrusionOk="0">
                  <a:moveTo>
                    <a:pt x="1" y="1"/>
                  </a:moveTo>
                  <a:lnTo>
                    <a:pt x="1" y="2994"/>
                  </a:lnTo>
                  <a:cubicBezTo>
                    <a:pt x="32" y="2175"/>
                    <a:pt x="694" y="1481"/>
                    <a:pt x="1513" y="1481"/>
                  </a:cubicBezTo>
                  <a:lnTo>
                    <a:pt x="2521" y="1481"/>
                  </a:lnTo>
                  <a:cubicBezTo>
                    <a:pt x="3561" y="1481"/>
                    <a:pt x="4569" y="914"/>
                    <a:pt x="50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56"/>
            <p:cNvSpPr/>
            <p:nvPr/>
          </p:nvSpPr>
          <p:spPr>
            <a:xfrm>
              <a:off x="-53475475" y="4163750"/>
              <a:ext cx="139425" cy="130775"/>
            </a:xfrm>
            <a:custGeom>
              <a:avLst/>
              <a:gdLst/>
              <a:ahLst/>
              <a:cxnLst/>
              <a:rect l="l" t="t" r="r" b="b"/>
              <a:pathLst>
                <a:path w="5577" h="5231" extrusionOk="0">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56"/>
            <p:cNvSpPr/>
            <p:nvPr/>
          </p:nvSpPr>
          <p:spPr>
            <a:xfrm>
              <a:off x="-53559750" y="4100750"/>
              <a:ext cx="167775" cy="174875"/>
            </a:xfrm>
            <a:custGeom>
              <a:avLst/>
              <a:gdLst/>
              <a:ahLst/>
              <a:cxnLst/>
              <a:rect l="l" t="t" r="r" b="b"/>
              <a:pathLst>
                <a:path w="6711" h="6995" extrusionOk="0">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56"/>
            <p:cNvSpPr/>
            <p:nvPr/>
          </p:nvSpPr>
          <p:spPr>
            <a:xfrm>
              <a:off x="-53373875" y="4144850"/>
              <a:ext cx="18925" cy="37825"/>
            </a:xfrm>
            <a:custGeom>
              <a:avLst/>
              <a:gdLst/>
              <a:ahLst/>
              <a:cxnLst/>
              <a:rect l="l" t="t" r="r" b="b"/>
              <a:pathLst>
                <a:path w="757" h="1513" extrusionOk="0">
                  <a:moveTo>
                    <a:pt x="0" y="1"/>
                  </a:moveTo>
                  <a:lnTo>
                    <a:pt x="0" y="1513"/>
                  </a:lnTo>
                  <a:cubicBezTo>
                    <a:pt x="410" y="1513"/>
                    <a:pt x="757" y="1135"/>
                    <a:pt x="757" y="757"/>
                  </a:cubicBezTo>
                  <a:cubicBezTo>
                    <a:pt x="757" y="347"/>
                    <a:pt x="441" y="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56"/>
            <p:cNvSpPr/>
            <p:nvPr/>
          </p:nvSpPr>
          <p:spPr>
            <a:xfrm>
              <a:off x="-53596775" y="4144850"/>
              <a:ext cx="18125" cy="37825"/>
            </a:xfrm>
            <a:custGeom>
              <a:avLst/>
              <a:gdLst/>
              <a:ahLst/>
              <a:cxnLst/>
              <a:rect l="l" t="t" r="r" b="b"/>
              <a:pathLst>
                <a:path w="725" h="1513" extrusionOk="0">
                  <a:moveTo>
                    <a:pt x="725" y="1"/>
                  </a:moveTo>
                  <a:cubicBezTo>
                    <a:pt x="347" y="1"/>
                    <a:pt x="1" y="347"/>
                    <a:pt x="1" y="757"/>
                  </a:cubicBezTo>
                  <a:cubicBezTo>
                    <a:pt x="1" y="1135"/>
                    <a:pt x="347" y="1513"/>
                    <a:pt x="725" y="1513"/>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56"/>
            <p:cNvSpPr/>
            <p:nvPr/>
          </p:nvSpPr>
          <p:spPr>
            <a:xfrm>
              <a:off x="-53461300" y="4088925"/>
              <a:ext cx="125250" cy="74850"/>
            </a:xfrm>
            <a:custGeom>
              <a:avLst/>
              <a:gdLst/>
              <a:ahLst/>
              <a:cxnLst/>
              <a:rect l="l" t="t" r="r" b="b"/>
              <a:pathLst>
                <a:path w="5010" h="2994" extrusionOk="0">
                  <a:moveTo>
                    <a:pt x="0" y="1"/>
                  </a:moveTo>
                  <a:cubicBezTo>
                    <a:pt x="504" y="914"/>
                    <a:pt x="1450" y="1481"/>
                    <a:pt x="2521" y="1481"/>
                  </a:cubicBezTo>
                  <a:lnTo>
                    <a:pt x="3497" y="1481"/>
                  </a:lnTo>
                  <a:cubicBezTo>
                    <a:pt x="4348" y="1481"/>
                    <a:pt x="5010" y="2175"/>
                    <a:pt x="5010" y="2994"/>
                  </a:cubicBezTo>
                  <a:lnTo>
                    <a:pt x="501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8" name="Google Shape;7508;p56"/>
          <p:cNvGrpSpPr/>
          <p:nvPr/>
        </p:nvGrpSpPr>
        <p:grpSpPr>
          <a:xfrm>
            <a:off x="7983413" y="3364028"/>
            <a:ext cx="314662" cy="358436"/>
            <a:chOff x="-52023900" y="3590075"/>
            <a:chExt cx="279625" cy="318525"/>
          </a:xfrm>
        </p:grpSpPr>
        <p:sp>
          <p:nvSpPr>
            <p:cNvPr id="7509" name="Google Shape;7509;p56"/>
            <p:cNvSpPr/>
            <p:nvPr/>
          </p:nvSpPr>
          <p:spPr>
            <a:xfrm>
              <a:off x="-52005000" y="3611625"/>
              <a:ext cx="92175" cy="92175"/>
            </a:xfrm>
            <a:custGeom>
              <a:avLst/>
              <a:gdLst/>
              <a:ahLst/>
              <a:cxnLst/>
              <a:rect l="l" t="t" r="r" b="b"/>
              <a:pathLst>
                <a:path w="3687" h="3687" extrusionOk="0">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56"/>
            <p:cNvSpPr/>
            <p:nvPr/>
          </p:nvSpPr>
          <p:spPr>
            <a:xfrm>
              <a:off x="-51894725" y="3614000"/>
              <a:ext cx="121325" cy="106350"/>
            </a:xfrm>
            <a:custGeom>
              <a:avLst/>
              <a:gdLst/>
              <a:ahLst/>
              <a:cxnLst/>
              <a:rect l="l" t="t" r="r" b="b"/>
              <a:pathLst>
                <a:path w="4853" h="4254" extrusionOk="0">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1" name="Google Shape;7511;p56"/>
            <p:cNvSpPr/>
            <p:nvPr/>
          </p:nvSpPr>
          <p:spPr>
            <a:xfrm>
              <a:off x="-51838000" y="3590075"/>
              <a:ext cx="76400" cy="74350"/>
            </a:xfrm>
            <a:custGeom>
              <a:avLst/>
              <a:gdLst/>
              <a:ahLst/>
              <a:cxnLst/>
              <a:rect l="l" t="t" r="r" b="b"/>
              <a:pathLst>
                <a:path w="3056" h="2974" extrusionOk="0">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56"/>
            <p:cNvSpPr/>
            <p:nvPr/>
          </p:nvSpPr>
          <p:spPr>
            <a:xfrm>
              <a:off x="-51988450" y="3666775"/>
              <a:ext cx="204800" cy="241825"/>
            </a:xfrm>
            <a:custGeom>
              <a:avLst/>
              <a:gdLst/>
              <a:ahLst/>
              <a:cxnLst/>
              <a:rect l="l" t="t" r="r" b="b"/>
              <a:pathLst>
                <a:path w="8192" h="9673" extrusionOk="0">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56"/>
            <p:cNvSpPr/>
            <p:nvPr/>
          </p:nvSpPr>
          <p:spPr>
            <a:xfrm>
              <a:off x="-51893150" y="3797500"/>
              <a:ext cx="18150" cy="17375"/>
            </a:xfrm>
            <a:custGeom>
              <a:avLst/>
              <a:gdLst/>
              <a:ahLst/>
              <a:cxnLst/>
              <a:rect l="l" t="t" r="r" b="b"/>
              <a:pathLst>
                <a:path w="726" h="695" extrusionOk="0">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56"/>
            <p:cNvSpPr/>
            <p:nvPr/>
          </p:nvSpPr>
          <p:spPr>
            <a:xfrm>
              <a:off x="-51763200"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56"/>
            <p:cNvSpPr/>
            <p:nvPr/>
          </p:nvSpPr>
          <p:spPr>
            <a:xfrm>
              <a:off x="-52023900" y="374632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6" name="Google Shape;7516;p56"/>
          <p:cNvGrpSpPr/>
          <p:nvPr/>
        </p:nvGrpSpPr>
        <p:grpSpPr>
          <a:xfrm>
            <a:off x="5746654" y="1532546"/>
            <a:ext cx="358971" cy="358971"/>
            <a:chOff x="-57173375" y="3198925"/>
            <a:chExt cx="319000" cy="319000"/>
          </a:xfrm>
        </p:grpSpPr>
        <p:sp>
          <p:nvSpPr>
            <p:cNvPr id="7517" name="Google Shape;7517;p56"/>
            <p:cNvSpPr/>
            <p:nvPr/>
          </p:nvSpPr>
          <p:spPr>
            <a:xfrm>
              <a:off x="-57120600" y="3237525"/>
              <a:ext cx="204800" cy="92825"/>
            </a:xfrm>
            <a:custGeom>
              <a:avLst/>
              <a:gdLst/>
              <a:ahLst/>
              <a:cxnLst/>
              <a:rect l="l" t="t" r="r" b="b"/>
              <a:pathLst>
                <a:path w="8192" h="3713" extrusionOk="0">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56"/>
            <p:cNvSpPr/>
            <p:nvPr/>
          </p:nvSpPr>
          <p:spPr>
            <a:xfrm>
              <a:off x="-57053650" y="3273750"/>
              <a:ext cx="70100" cy="74850"/>
            </a:xfrm>
            <a:custGeom>
              <a:avLst/>
              <a:gdLst/>
              <a:ahLst/>
              <a:cxnLst/>
              <a:rect l="l" t="t" r="r" b="b"/>
              <a:pathLst>
                <a:path w="2804" h="2994" extrusionOk="0">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56"/>
            <p:cNvSpPr/>
            <p:nvPr/>
          </p:nvSpPr>
          <p:spPr>
            <a:xfrm>
              <a:off x="-57058375" y="3198925"/>
              <a:ext cx="82700" cy="26800"/>
            </a:xfrm>
            <a:custGeom>
              <a:avLst/>
              <a:gdLst/>
              <a:ahLst/>
              <a:cxnLst/>
              <a:rect l="l" t="t" r="r" b="b"/>
              <a:pathLst>
                <a:path w="3308" h="1072" extrusionOk="0">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56"/>
            <p:cNvSpPr/>
            <p:nvPr/>
          </p:nvSpPr>
          <p:spPr>
            <a:xfrm>
              <a:off x="-57173375" y="3338325"/>
              <a:ext cx="319000" cy="179600"/>
            </a:xfrm>
            <a:custGeom>
              <a:avLst/>
              <a:gdLst/>
              <a:ahLst/>
              <a:cxnLst/>
              <a:rect l="l" t="t" r="r" b="b"/>
              <a:pathLst>
                <a:path w="12760" h="7184" extrusionOk="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1" name="Google Shape;7521;p56"/>
          <p:cNvGrpSpPr/>
          <p:nvPr/>
        </p:nvGrpSpPr>
        <p:grpSpPr>
          <a:xfrm>
            <a:off x="5747541" y="2009987"/>
            <a:ext cx="357198" cy="314690"/>
            <a:chOff x="-57176525" y="3610050"/>
            <a:chExt cx="317425" cy="279650"/>
          </a:xfrm>
        </p:grpSpPr>
        <p:sp>
          <p:nvSpPr>
            <p:cNvPr id="7522" name="Google Shape;7522;p56"/>
            <p:cNvSpPr/>
            <p:nvPr/>
          </p:nvSpPr>
          <p:spPr>
            <a:xfrm>
              <a:off x="-57109575" y="3610050"/>
              <a:ext cx="181950" cy="56750"/>
            </a:xfrm>
            <a:custGeom>
              <a:avLst/>
              <a:gdLst/>
              <a:ahLst/>
              <a:cxnLst/>
              <a:rect l="l" t="t" r="r" b="b"/>
              <a:pathLst>
                <a:path w="7278" h="2270" extrusionOk="0">
                  <a:moveTo>
                    <a:pt x="3655" y="1"/>
                  </a:moveTo>
                  <a:cubicBezTo>
                    <a:pt x="2080" y="1"/>
                    <a:pt x="693" y="914"/>
                    <a:pt x="0" y="2269"/>
                  </a:cubicBezTo>
                  <a:lnTo>
                    <a:pt x="7278" y="2269"/>
                  </a:lnTo>
                  <a:cubicBezTo>
                    <a:pt x="6648" y="914"/>
                    <a:pt x="5262" y="1"/>
                    <a:pt x="36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56"/>
            <p:cNvSpPr/>
            <p:nvPr/>
          </p:nvSpPr>
          <p:spPr>
            <a:xfrm>
              <a:off x="-57120600" y="3684100"/>
              <a:ext cx="88225" cy="36375"/>
            </a:xfrm>
            <a:custGeom>
              <a:avLst/>
              <a:gdLst/>
              <a:ahLst/>
              <a:cxnLst/>
              <a:rect l="l" t="t" r="r" b="b"/>
              <a:pathLst>
                <a:path w="3529" h="1455" extrusionOk="0">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56"/>
            <p:cNvSpPr/>
            <p:nvPr/>
          </p:nvSpPr>
          <p:spPr>
            <a:xfrm>
              <a:off x="-57176525" y="3747100"/>
              <a:ext cx="28375" cy="67775"/>
            </a:xfrm>
            <a:custGeom>
              <a:avLst/>
              <a:gdLst/>
              <a:ahLst/>
              <a:cxnLst/>
              <a:rect l="l" t="t" r="r" b="b"/>
              <a:pathLst>
                <a:path w="1135" h="2711" extrusionOk="0">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56"/>
            <p:cNvSpPr/>
            <p:nvPr/>
          </p:nvSpPr>
          <p:spPr>
            <a:xfrm>
              <a:off x="-57139500" y="3743175"/>
              <a:ext cx="37825" cy="89025"/>
            </a:xfrm>
            <a:custGeom>
              <a:avLst/>
              <a:gdLst/>
              <a:ahLst/>
              <a:cxnLst/>
              <a:rect l="l" t="t" r="r" b="b"/>
              <a:pathLst>
                <a:path w="1513" h="3561" extrusionOk="0">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56"/>
            <p:cNvSpPr/>
            <p:nvPr/>
          </p:nvSpPr>
          <p:spPr>
            <a:xfrm>
              <a:off x="-57104075" y="3684875"/>
              <a:ext cx="244975" cy="204825"/>
            </a:xfrm>
            <a:custGeom>
              <a:avLst/>
              <a:gdLst/>
              <a:ahLst/>
              <a:cxnLst/>
              <a:rect l="l" t="t" r="r" b="b"/>
              <a:pathLst>
                <a:path w="9799" h="8193" extrusionOk="0">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7" name="Google Shape;7527;p56"/>
          <p:cNvGrpSpPr/>
          <p:nvPr/>
        </p:nvGrpSpPr>
        <p:grpSpPr>
          <a:xfrm>
            <a:off x="7957995" y="1532546"/>
            <a:ext cx="358099" cy="356326"/>
            <a:chOff x="-55202750" y="3198925"/>
            <a:chExt cx="318225" cy="316650"/>
          </a:xfrm>
        </p:grpSpPr>
        <p:sp>
          <p:nvSpPr>
            <p:cNvPr id="7528" name="Google Shape;7528;p56"/>
            <p:cNvSpPr/>
            <p:nvPr/>
          </p:nvSpPr>
          <p:spPr>
            <a:xfrm>
              <a:off x="-55130275" y="3293425"/>
              <a:ext cx="167775" cy="168575"/>
            </a:xfrm>
            <a:custGeom>
              <a:avLst/>
              <a:gdLst/>
              <a:ahLst/>
              <a:cxnLst/>
              <a:rect l="l" t="t" r="r" b="b"/>
              <a:pathLst>
                <a:path w="6711" h="6743" extrusionOk="0">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56"/>
            <p:cNvSpPr/>
            <p:nvPr/>
          </p:nvSpPr>
          <p:spPr>
            <a:xfrm>
              <a:off x="-55202750" y="3198925"/>
              <a:ext cx="318225" cy="316650"/>
            </a:xfrm>
            <a:custGeom>
              <a:avLst/>
              <a:gdLst/>
              <a:ahLst/>
              <a:cxnLst/>
              <a:rect l="l" t="t" r="r" b="b"/>
              <a:pathLst>
                <a:path w="12729" h="12666" extrusionOk="0">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0" name="Google Shape;7530;p56"/>
          <p:cNvGrpSpPr/>
          <p:nvPr/>
        </p:nvGrpSpPr>
        <p:grpSpPr>
          <a:xfrm>
            <a:off x="7968629" y="1987846"/>
            <a:ext cx="336830" cy="358099"/>
            <a:chOff x="-55194875" y="3590375"/>
            <a:chExt cx="299325" cy="318225"/>
          </a:xfrm>
        </p:grpSpPr>
        <p:sp>
          <p:nvSpPr>
            <p:cNvPr id="7531" name="Google Shape;7531;p56"/>
            <p:cNvSpPr/>
            <p:nvPr/>
          </p:nvSpPr>
          <p:spPr>
            <a:xfrm>
              <a:off x="-55194875" y="3667550"/>
              <a:ext cx="37050" cy="241050"/>
            </a:xfrm>
            <a:custGeom>
              <a:avLst/>
              <a:gdLst/>
              <a:ahLst/>
              <a:cxnLst/>
              <a:rect l="l" t="t" r="r" b="b"/>
              <a:pathLst>
                <a:path w="1482" h="9642" extrusionOk="0">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56"/>
            <p:cNvSpPr/>
            <p:nvPr/>
          </p:nvSpPr>
          <p:spPr>
            <a:xfrm>
              <a:off x="-55065700" y="3643925"/>
              <a:ext cx="132350" cy="40200"/>
            </a:xfrm>
            <a:custGeom>
              <a:avLst/>
              <a:gdLst/>
              <a:ahLst/>
              <a:cxnLst/>
              <a:rect l="l" t="t" r="r" b="b"/>
              <a:pathLst>
                <a:path w="5294" h="1608" extrusionOk="0">
                  <a:moveTo>
                    <a:pt x="5294" y="1"/>
                  </a:moveTo>
                  <a:lnTo>
                    <a:pt x="1" y="1607"/>
                  </a:lnTo>
                  <a:lnTo>
                    <a:pt x="5294" y="1607"/>
                  </a:lnTo>
                  <a:lnTo>
                    <a:pt x="52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56"/>
            <p:cNvSpPr/>
            <p:nvPr/>
          </p:nvSpPr>
          <p:spPr>
            <a:xfrm>
              <a:off x="-55138950" y="3703000"/>
              <a:ext cx="204800" cy="168575"/>
            </a:xfrm>
            <a:custGeom>
              <a:avLst/>
              <a:gdLst/>
              <a:ahLst/>
              <a:cxnLst/>
              <a:rect l="l" t="t" r="r" b="b"/>
              <a:pathLst>
                <a:path w="8192" h="6743" extrusionOk="0">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56"/>
            <p:cNvSpPr/>
            <p:nvPr/>
          </p:nvSpPr>
          <p:spPr>
            <a:xfrm>
              <a:off x="-55138950" y="3590375"/>
              <a:ext cx="204025" cy="92950"/>
            </a:xfrm>
            <a:custGeom>
              <a:avLst/>
              <a:gdLst/>
              <a:ahLst/>
              <a:cxnLst/>
              <a:rect l="l" t="t" r="r" b="b"/>
              <a:pathLst>
                <a:path w="8161" h="3718" extrusionOk="0">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56"/>
            <p:cNvSpPr/>
            <p:nvPr/>
          </p:nvSpPr>
          <p:spPr>
            <a:xfrm>
              <a:off x="-54914475" y="3688825"/>
              <a:ext cx="18925" cy="64600"/>
            </a:xfrm>
            <a:custGeom>
              <a:avLst/>
              <a:gdLst/>
              <a:ahLst/>
              <a:cxnLst/>
              <a:rect l="l" t="t" r="r" b="b"/>
              <a:pathLst>
                <a:path w="757" h="2584" extrusionOk="0">
                  <a:moveTo>
                    <a:pt x="1" y="0"/>
                  </a:moveTo>
                  <a:lnTo>
                    <a:pt x="1" y="2584"/>
                  </a:lnTo>
                  <a:cubicBezTo>
                    <a:pt x="442" y="2300"/>
                    <a:pt x="757" y="1828"/>
                    <a:pt x="757" y="1261"/>
                  </a:cubicBezTo>
                  <a:cubicBezTo>
                    <a:pt x="757" y="756"/>
                    <a:pt x="442"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6" name="Google Shape;7536;p56"/>
          <p:cNvGrpSpPr/>
          <p:nvPr/>
        </p:nvGrpSpPr>
        <p:grpSpPr>
          <a:xfrm>
            <a:off x="7973247" y="2430117"/>
            <a:ext cx="357198" cy="357198"/>
            <a:chOff x="-55203525" y="3983400"/>
            <a:chExt cx="317425" cy="317425"/>
          </a:xfrm>
        </p:grpSpPr>
        <p:sp>
          <p:nvSpPr>
            <p:cNvPr id="7537" name="Google Shape;7537;p56"/>
            <p:cNvSpPr/>
            <p:nvPr/>
          </p:nvSpPr>
          <p:spPr>
            <a:xfrm>
              <a:off x="-55147600" y="4094450"/>
              <a:ext cx="204800" cy="206375"/>
            </a:xfrm>
            <a:custGeom>
              <a:avLst/>
              <a:gdLst/>
              <a:ahLst/>
              <a:cxnLst/>
              <a:rect l="l" t="t" r="r" b="b"/>
              <a:pathLst>
                <a:path w="8192" h="8255" extrusionOk="0">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56"/>
            <p:cNvSpPr/>
            <p:nvPr/>
          </p:nvSpPr>
          <p:spPr>
            <a:xfrm>
              <a:off x="-55203525" y="4027500"/>
              <a:ext cx="317425" cy="196925"/>
            </a:xfrm>
            <a:custGeom>
              <a:avLst/>
              <a:gdLst/>
              <a:ahLst/>
              <a:cxnLst/>
              <a:rect l="l" t="t" r="r" b="b"/>
              <a:pathLst>
                <a:path w="12697" h="7877" extrusionOk="0">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56"/>
            <p:cNvSpPr/>
            <p:nvPr/>
          </p:nvSpPr>
          <p:spPr>
            <a:xfrm>
              <a:off x="-55128700" y="3983400"/>
              <a:ext cx="166200" cy="54350"/>
            </a:xfrm>
            <a:custGeom>
              <a:avLst/>
              <a:gdLst/>
              <a:ahLst/>
              <a:cxnLst/>
              <a:rect l="l" t="t" r="r" b="b"/>
              <a:pathLst>
                <a:path w="6648" h="2174" extrusionOk="0">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0" name="Google Shape;7540;p56"/>
          <p:cNvGrpSpPr/>
          <p:nvPr/>
        </p:nvGrpSpPr>
        <p:grpSpPr>
          <a:xfrm>
            <a:off x="6639727" y="2887174"/>
            <a:ext cx="335930" cy="358971"/>
            <a:chOff x="-53232900" y="3192625"/>
            <a:chExt cx="298525" cy="319000"/>
          </a:xfrm>
        </p:grpSpPr>
        <p:sp>
          <p:nvSpPr>
            <p:cNvPr id="7541" name="Google Shape;7541;p56"/>
            <p:cNvSpPr/>
            <p:nvPr/>
          </p:nvSpPr>
          <p:spPr>
            <a:xfrm>
              <a:off x="-52972975" y="3315500"/>
              <a:ext cx="37825" cy="55925"/>
            </a:xfrm>
            <a:custGeom>
              <a:avLst/>
              <a:gdLst/>
              <a:ahLst/>
              <a:cxnLst/>
              <a:rect l="l" t="t" r="r" b="b"/>
              <a:pathLst>
                <a:path w="1513" h="2237" extrusionOk="0">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56"/>
            <p:cNvSpPr/>
            <p:nvPr/>
          </p:nvSpPr>
          <p:spPr>
            <a:xfrm>
              <a:off x="-52978500" y="3259575"/>
              <a:ext cx="44125" cy="55950"/>
            </a:xfrm>
            <a:custGeom>
              <a:avLst/>
              <a:gdLst/>
              <a:ahLst/>
              <a:cxnLst/>
              <a:rect l="l" t="t" r="r" b="b"/>
              <a:pathLst>
                <a:path w="1765" h="2238" extrusionOk="0">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56"/>
            <p:cNvSpPr/>
            <p:nvPr/>
          </p:nvSpPr>
          <p:spPr>
            <a:xfrm>
              <a:off x="-53232900" y="3324950"/>
              <a:ext cx="242625" cy="55925"/>
            </a:xfrm>
            <a:custGeom>
              <a:avLst/>
              <a:gdLst/>
              <a:ahLst/>
              <a:cxnLst/>
              <a:rect l="l" t="t" r="r" b="b"/>
              <a:pathLst>
                <a:path w="9705" h="2237" extrusionOk="0">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56"/>
            <p:cNvSpPr/>
            <p:nvPr/>
          </p:nvSpPr>
          <p:spPr>
            <a:xfrm>
              <a:off x="-53232100" y="3399775"/>
              <a:ext cx="241825" cy="111850"/>
            </a:xfrm>
            <a:custGeom>
              <a:avLst/>
              <a:gdLst/>
              <a:ahLst/>
              <a:cxnLst/>
              <a:rect l="l" t="t" r="r" b="b"/>
              <a:pathLst>
                <a:path w="9673" h="4474" extrusionOk="0">
                  <a:moveTo>
                    <a:pt x="0" y="0"/>
                  </a:moveTo>
                  <a:cubicBezTo>
                    <a:pt x="158" y="2457"/>
                    <a:pt x="2269" y="4474"/>
                    <a:pt x="4821" y="4474"/>
                  </a:cubicBezTo>
                  <a:cubicBezTo>
                    <a:pt x="7372" y="4474"/>
                    <a:pt x="9452" y="2457"/>
                    <a:pt x="96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56"/>
            <p:cNvSpPr/>
            <p:nvPr/>
          </p:nvSpPr>
          <p:spPr>
            <a:xfrm>
              <a:off x="-53134450" y="3287125"/>
              <a:ext cx="44125" cy="18925"/>
            </a:xfrm>
            <a:custGeom>
              <a:avLst/>
              <a:gdLst/>
              <a:ahLst/>
              <a:cxnLst/>
              <a:rect l="l" t="t" r="r" b="b"/>
              <a:pathLst>
                <a:path w="1765" h="757" extrusionOk="0">
                  <a:moveTo>
                    <a:pt x="1" y="1"/>
                  </a:moveTo>
                  <a:lnTo>
                    <a:pt x="410" y="757"/>
                  </a:lnTo>
                  <a:lnTo>
                    <a:pt x="1419" y="757"/>
                  </a:lnTo>
                  <a:lnTo>
                    <a:pt x="17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6" name="Google Shape;7546;p56"/>
            <p:cNvSpPr/>
            <p:nvPr/>
          </p:nvSpPr>
          <p:spPr>
            <a:xfrm>
              <a:off x="-53232900" y="3287125"/>
              <a:ext cx="86675" cy="18925"/>
            </a:xfrm>
            <a:custGeom>
              <a:avLst/>
              <a:gdLst/>
              <a:ahLst/>
              <a:cxnLst/>
              <a:rect l="l" t="t" r="r" b="b"/>
              <a:pathLst>
                <a:path w="3467" h="757" extrusionOk="0">
                  <a:moveTo>
                    <a:pt x="127" y="1"/>
                  </a:moveTo>
                  <a:cubicBezTo>
                    <a:pt x="95" y="253"/>
                    <a:pt x="32" y="473"/>
                    <a:pt x="1" y="757"/>
                  </a:cubicBezTo>
                  <a:lnTo>
                    <a:pt x="3466" y="757"/>
                  </a:lnTo>
                  <a:lnTo>
                    <a:pt x="31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7" name="Google Shape;7547;p56"/>
            <p:cNvSpPr/>
            <p:nvPr/>
          </p:nvSpPr>
          <p:spPr>
            <a:xfrm>
              <a:off x="-53078525" y="3287125"/>
              <a:ext cx="86675" cy="18925"/>
            </a:xfrm>
            <a:custGeom>
              <a:avLst/>
              <a:gdLst/>
              <a:ahLst/>
              <a:cxnLst/>
              <a:rect l="l" t="t" r="r" b="b"/>
              <a:pathLst>
                <a:path w="3467" h="757" extrusionOk="0">
                  <a:moveTo>
                    <a:pt x="379" y="1"/>
                  </a:moveTo>
                  <a:lnTo>
                    <a:pt x="1" y="757"/>
                  </a:lnTo>
                  <a:lnTo>
                    <a:pt x="3466" y="757"/>
                  </a:lnTo>
                  <a:cubicBezTo>
                    <a:pt x="3466" y="536"/>
                    <a:pt x="3435" y="253"/>
                    <a:pt x="3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56"/>
            <p:cNvSpPr/>
            <p:nvPr/>
          </p:nvSpPr>
          <p:spPr>
            <a:xfrm>
              <a:off x="-53224225" y="3192625"/>
              <a:ext cx="223700" cy="74850"/>
            </a:xfrm>
            <a:custGeom>
              <a:avLst/>
              <a:gdLst/>
              <a:ahLst/>
              <a:cxnLst/>
              <a:rect l="l" t="t" r="r" b="b"/>
              <a:pathLst>
                <a:path w="8948" h="2994" extrusionOk="0">
                  <a:moveTo>
                    <a:pt x="4506" y="0"/>
                  </a:moveTo>
                  <a:cubicBezTo>
                    <a:pt x="2489" y="0"/>
                    <a:pt x="756" y="1260"/>
                    <a:pt x="0" y="2993"/>
                  </a:cubicBezTo>
                  <a:lnTo>
                    <a:pt x="8948" y="2993"/>
                  </a:lnTo>
                  <a:cubicBezTo>
                    <a:pt x="8255" y="1260"/>
                    <a:pt x="6522" y="0"/>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9" name="Google Shape;7549;p56"/>
          <p:cNvGrpSpPr/>
          <p:nvPr/>
        </p:nvGrpSpPr>
        <p:grpSpPr>
          <a:xfrm>
            <a:off x="6629093" y="3358148"/>
            <a:ext cx="357198" cy="356326"/>
            <a:chOff x="-53242350" y="3584850"/>
            <a:chExt cx="317425" cy="316650"/>
          </a:xfrm>
        </p:grpSpPr>
        <p:sp>
          <p:nvSpPr>
            <p:cNvPr id="7550" name="Google Shape;7550;p56"/>
            <p:cNvSpPr/>
            <p:nvPr/>
          </p:nvSpPr>
          <p:spPr>
            <a:xfrm>
              <a:off x="-53202975" y="3584850"/>
              <a:ext cx="237900" cy="98475"/>
            </a:xfrm>
            <a:custGeom>
              <a:avLst/>
              <a:gdLst/>
              <a:ahLst/>
              <a:cxnLst/>
              <a:rect l="l" t="t" r="r" b="b"/>
              <a:pathLst>
                <a:path w="9516" h="3939" extrusionOk="0">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56"/>
            <p:cNvSpPr/>
            <p:nvPr/>
          </p:nvSpPr>
          <p:spPr>
            <a:xfrm>
              <a:off x="-53242350" y="3711650"/>
              <a:ext cx="80350" cy="155975"/>
            </a:xfrm>
            <a:custGeom>
              <a:avLst/>
              <a:gdLst/>
              <a:ahLst/>
              <a:cxnLst/>
              <a:rect l="l" t="t" r="r" b="b"/>
              <a:pathLst>
                <a:path w="3214" h="6239" extrusionOk="0">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56"/>
            <p:cNvSpPr/>
            <p:nvPr/>
          </p:nvSpPr>
          <p:spPr>
            <a:xfrm>
              <a:off x="-53206125" y="3686850"/>
              <a:ext cx="243400" cy="84700"/>
            </a:xfrm>
            <a:custGeom>
              <a:avLst/>
              <a:gdLst/>
              <a:ahLst/>
              <a:cxnLst/>
              <a:rect l="l" t="t" r="r" b="b"/>
              <a:pathLst>
                <a:path w="9736" h="3388" extrusionOk="0">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56"/>
            <p:cNvSpPr/>
            <p:nvPr/>
          </p:nvSpPr>
          <p:spPr>
            <a:xfrm>
              <a:off x="-53186425" y="3775450"/>
              <a:ext cx="205600" cy="126050"/>
            </a:xfrm>
            <a:custGeom>
              <a:avLst/>
              <a:gdLst/>
              <a:ahLst/>
              <a:cxnLst/>
              <a:rect l="l" t="t" r="r" b="b"/>
              <a:pathLst>
                <a:path w="8224" h="5042" extrusionOk="0">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56"/>
            <p:cNvSpPr/>
            <p:nvPr/>
          </p:nvSpPr>
          <p:spPr>
            <a:xfrm>
              <a:off x="-52962725" y="3710875"/>
              <a:ext cx="37800" cy="95325"/>
            </a:xfrm>
            <a:custGeom>
              <a:avLst/>
              <a:gdLst/>
              <a:ahLst/>
              <a:cxnLst/>
              <a:rect l="l" t="t" r="r" b="b"/>
              <a:pathLst>
                <a:path w="1512" h="3813" extrusionOk="0">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5" name="Google Shape;7555;p56"/>
          <p:cNvGrpSpPr/>
          <p:nvPr/>
        </p:nvGrpSpPr>
        <p:grpSpPr>
          <a:xfrm>
            <a:off x="6650362" y="3820849"/>
            <a:ext cx="314662" cy="358999"/>
            <a:chOff x="-53224225" y="3976300"/>
            <a:chExt cx="279625" cy="319025"/>
          </a:xfrm>
        </p:grpSpPr>
        <p:sp>
          <p:nvSpPr>
            <p:cNvPr id="7556" name="Google Shape;7556;p56"/>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56"/>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56"/>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56"/>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56"/>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56"/>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56"/>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3" name="Google Shape;7563;p56"/>
          <p:cNvGrpSpPr/>
          <p:nvPr/>
        </p:nvGrpSpPr>
        <p:grpSpPr>
          <a:xfrm>
            <a:off x="7961258" y="3828529"/>
            <a:ext cx="358971" cy="358408"/>
            <a:chOff x="-52043575" y="3983125"/>
            <a:chExt cx="319000" cy="318500"/>
          </a:xfrm>
        </p:grpSpPr>
        <p:sp>
          <p:nvSpPr>
            <p:cNvPr id="7564" name="Google Shape;7564;p56"/>
            <p:cNvSpPr/>
            <p:nvPr/>
          </p:nvSpPr>
          <p:spPr>
            <a:xfrm>
              <a:off x="-52043575" y="3983200"/>
              <a:ext cx="55150" cy="105750"/>
            </a:xfrm>
            <a:custGeom>
              <a:avLst/>
              <a:gdLst/>
              <a:ahLst/>
              <a:cxnLst/>
              <a:rect l="l" t="t" r="r" b="b"/>
              <a:pathLst>
                <a:path w="2206" h="4230" extrusionOk="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56"/>
            <p:cNvSpPr/>
            <p:nvPr/>
          </p:nvSpPr>
          <p:spPr>
            <a:xfrm>
              <a:off x="-51985300" y="3983400"/>
              <a:ext cx="204800" cy="129975"/>
            </a:xfrm>
            <a:custGeom>
              <a:avLst/>
              <a:gdLst/>
              <a:ahLst/>
              <a:cxnLst/>
              <a:rect l="l" t="t" r="r" b="b"/>
              <a:pathLst>
                <a:path w="8192" h="5199" extrusionOk="0">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56"/>
            <p:cNvSpPr/>
            <p:nvPr/>
          </p:nvSpPr>
          <p:spPr>
            <a:xfrm>
              <a:off x="-51855350" y="3987325"/>
              <a:ext cx="74075" cy="89825"/>
            </a:xfrm>
            <a:custGeom>
              <a:avLst/>
              <a:gdLst/>
              <a:ahLst/>
              <a:cxnLst/>
              <a:rect l="l" t="t" r="r" b="b"/>
              <a:pathLst>
                <a:path w="2963" h="3593" extrusionOk="0">
                  <a:moveTo>
                    <a:pt x="1" y="1"/>
                  </a:moveTo>
                  <a:lnTo>
                    <a:pt x="1" y="3592"/>
                  </a:lnTo>
                  <a:lnTo>
                    <a:pt x="2962" y="3592"/>
                  </a:lnTo>
                  <a:cubicBezTo>
                    <a:pt x="2836" y="2647"/>
                    <a:pt x="2427" y="1733"/>
                    <a:pt x="1765" y="1009"/>
                  </a:cubicBezTo>
                  <a:cubicBezTo>
                    <a:pt x="1261" y="505"/>
                    <a:pt x="663" y="19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7" name="Google Shape;7567;p56"/>
            <p:cNvSpPr/>
            <p:nvPr/>
          </p:nvSpPr>
          <p:spPr>
            <a:xfrm>
              <a:off x="-51985300" y="3987325"/>
              <a:ext cx="74050" cy="89825"/>
            </a:xfrm>
            <a:custGeom>
              <a:avLst/>
              <a:gdLst/>
              <a:ahLst/>
              <a:cxnLst/>
              <a:rect l="l" t="t" r="r" b="b"/>
              <a:pathLst>
                <a:path w="2962" h="3593" extrusionOk="0">
                  <a:moveTo>
                    <a:pt x="2962" y="1"/>
                  </a:moveTo>
                  <a:cubicBezTo>
                    <a:pt x="1324" y="473"/>
                    <a:pt x="158" y="1891"/>
                    <a:pt x="1" y="3592"/>
                  </a:cubicBezTo>
                  <a:lnTo>
                    <a:pt x="2962" y="3592"/>
                  </a:ln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56"/>
            <p:cNvSpPr/>
            <p:nvPr/>
          </p:nvSpPr>
          <p:spPr>
            <a:xfrm>
              <a:off x="-51985300" y="4190350"/>
              <a:ext cx="204800" cy="111275"/>
            </a:xfrm>
            <a:custGeom>
              <a:avLst/>
              <a:gdLst/>
              <a:ahLst/>
              <a:cxnLst/>
              <a:rect l="l" t="t" r="r" b="b"/>
              <a:pathLst>
                <a:path w="8192" h="4451" extrusionOk="0">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56"/>
            <p:cNvSpPr/>
            <p:nvPr/>
          </p:nvSpPr>
          <p:spPr>
            <a:xfrm>
              <a:off x="-51985300" y="4133050"/>
              <a:ext cx="204800" cy="55925"/>
            </a:xfrm>
            <a:custGeom>
              <a:avLst/>
              <a:gdLst/>
              <a:ahLst/>
              <a:cxnLst/>
              <a:rect l="l" t="t" r="r" b="b"/>
              <a:pathLst>
                <a:path w="8192" h="2237" extrusionOk="0">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56"/>
            <p:cNvSpPr/>
            <p:nvPr/>
          </p:nvSpPr>
          <p:spPr>
            <a:xfrm>
              <a:off x="-51780525" y="3983125"/>
              <a:ext cx="55950" cy="105825"/>
            </a:xfrm>
            <a:custGeom>
              <a:avLst/>
              <a:gdLst/>
              <a:ahLst/>
              <a:cxnLst/>
              <a:rect l="l" t="t" r="r" b="b"/>
              <a:pathLst>
                <a:path w="2238" h="4233" extrusionOk="0">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56"/>
            <p:cNvSpPr/>
            <p:nvPr/>
          </p:nvSpPr>
          <p:spPr>
            <a:xfrm>
              <a:off x="-52023900" y="4139350"/>
              <a:ext cx="18925" cy="63800"/>
            </a:xfrm>
            <a:custGeom>
              <a:avLst/>
              <a:gdLst/>
              <a:ahLst/>
              <a:cxnLst/>
              <a:rect l="l" t="t" r="r" b="b"/>
              <a:pathLst>
                <a:path w="757" h="2552" extrusionOk="0">
                  <a:moveTo>
                    <a:pt x="757" y="0"/>
                  </a:moveTo>
                  <a:cubicBezTo>
                    <a:pt x="316" y="221"/>
                    <a:pt x="1" y="693"/>
                    <a:pt x="1" y="1260"/>
                  </a:cubicBezTo>
                  <a:cubicBezTo>
                    <a:pt x="1" y="1796"/>
                    <a:pt x="316" y="2268"/>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56"/>
            <p:cNvSpPr/>
            <p:nvPr/>
          </p:nvSpPr>
          <p:spPr>
            <a:xfrm>
              <a:off x="-51763200" y="4139350"/>
              <a:ext cx="18925" cy="63800"/>
            </a:xfrm>
            <a:custGeom>
              <a:avLst/>
              <a:gdLst/>
              <a:ahLst/>
              <a:cxnLst/>
              <a:rect l="l" t="t" r="r" b="b"/>
              <a:pathLst>
                <a:path w="757" h="2552" extrusionOk="0">
                  <a:moveTo>
                    <a:pt x="1" y="0"/>
                  </a:moveTo>
                  <a:lnTo>
                    <a:pt x="1" y="2552"/>
                  </a:lnTo>
                  <a:cubicBezTo>
                    <a:pt x="442" y="2268"/>
                    <a:pt x="757" y="1796"/>
                    <a:pt x="757" y="1260"/>
                  </a:cubicBezTo>
                  <a:cubicBezTo>
                    <a:pt x="757" y="693"/>
                    <a:pt x="442"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3" name="Google Shape;7573;p56"/>
          <p:cNvGrpSpPr/>
          <p:nvPr/>
        </p:nvGrpSpPr>
        <p:grpSpPr>
          <a:xfrm>
            <a:off x="6215199" y="1532546"/>
            <a:ext cx="314662" cy="358971"/>
            <a:chOff x="-56766175" y="3198925"/>
            <a:chExt cx="279625" cy="319000"/>
          </a:xfrm>
        </p:grpSpPr>
        <p:sp>
          <p:nvSpPr>
            <p:cNvPr id="7574" name="Google Shape;7574;p56"/>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56"/>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56"/>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7" name="Google Shape;7577;p56"/>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8" name="Google Shape;7578;p56"/>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56"/>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56"/>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1" name="Google Shape;7581;p56"/>
          <p:cNvGrpSpPr/>
          <p:nvPr/>
        </p:nvGrpSpPr>
        <p:grpSpPr>
          <a:xfrm>
            <a:off x="6214313" y="1987846"/>
            <a:ext cx="316434" cy="358099"/>
            <a:chOff x="-56766175" y="3590375"/>
            <a:chExt cx="281200" cy="318225"/>
          </a:xfrm>
        </p:grpSpPr>
        <p:sp>
          <p:nvSpPr>
            <p:cNvPr id="7582" name="Google Shape;7582;p56"/>
            <p:cNvSpPr/>
            <p:nvPr/>
          </p:nvSpPr>
          <p:spPr>
            <a:xfrm>
              <a:off x="-56766175" y="3632900"/>
              <a:ext cx="281200" cy="275700"/>
            </a:xfrm>
            <a:custGeom>
              <a:avLst/>
              <a:gdLst/>
              <a:ahLst/>
              <a:cxnLst/>
              <a:rect l="l" t="t" r="r" b="b"/>
              <a:pathLst>
                <a:path w="11248" h="11028" extrusionOk="0">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3" name="Google Shape;7583;p56"/>
            <p:cNvSpPr/>
            <p:nvPr/>
          </p:nvSpPr>
          <p:spPr>
            <a:xfrm>
              <a:off x="-56709475" y="3722700"/>
              <a:ext cx="167800" cy="153600"/>
            </a:xfrm>
            <a:custGeom>
              <a:avLst/>
              <a:gdLst/>
              <a:ahLst/>
              <a:cxnLst/>
              <a:rect l="l" t="t" r="r" b="b"/>
              <a:pathLst>
                <a:path w="6712" h="6144" extrusionOk="0">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56"/>
            <p:cNvSpPr/>
            <p:nvPr/>
          </p:nvSpPr>
          <p:spPr>
            <a:xfrm>
              <a:off x="-56654325" y="3833750"/>
              <a:ext cx="55150" cy="55950"/>
            </a:xfrm>
            <a:custGeom>
              <a:avLst/>
              <a:gdLst/>
              <a:ahLst/>
              <a:cxnLst/>
              <a:rect l="l" t="t" r="r" b="b"/>
              <a:pathLst>
                <a:path w="2206" h="2238" extrusionOk="0">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56"/>
            <p:cNvSpPr/>
            <p:nvPr/>
          </p:nvSpPr>
          <p:spPr>
            <a:xfrm>
              <a:off x="-56710250" y="3590375"/>
              <a:ext cx="167775" cy="74850"/>
            </a:xfrm>
            <a:custGeom>
              <a:avLst/>
              <a:gdLst/>
              <a:ahLst/>
              <a:cxnLst/>
              <a:rect l="l" t="t" r="r" b="b"/>
              <a:pathLst>
                <a:path w="6711" h="2994" extrusionOk="0">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6" name="Google Shape;7586;p56"/>
          <p:cNvGrpSpPr/>
          <p:nvPr/>
        </p:nvGrpSpPr>
        <p:grpSpPr>
          <a:xfrm>
            <a:off x="6251269" y="2429217"/>
            <a:ext cx="272126" cy="358099"/>
            <a:chOff x="-56747275" y="3982600"/>
            <a:chExt cx="241825" cy="318225"/>
          </a:xfrm>
        </p:grpSpPr>
        <p:sp>
          <p:nvSpPr>
            <p:cNvPr id="7587" name="Google Shape;7587;p56"/>
            <p:cNvSpPr/>
            <p:nvPr/>
          </p:nvSpPr>
          <p:spPr>
            <a:xfrm>
              <a:off x="-56635425" y="4076325"/>
              <a:ext cx="18125" cy="37050"/>
            </a:xfrm>
            <a:custGeom>
              <a:avLst/>
              <a:gdLst/>
              <a:ahLst/>
              <a:cxnLst/>
              <a:rect l="l" t="t" r="r" b="b"/>
              <a:pathLst>
                <a:path w="725" h="1482" extrusionOk="0">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8" name="Google Shape;7588;p56"/>
            <p:cNvSpPr/>
            <p:nvPr/>
          </p:nvSpPr>
          <p:spPr>
            <a:xfrm>
              <a:off x="-56618900" y="3991275"/>
              <a:ext cx="113450" cy="136250"/>
            </a:xfrm>
            <a:custGeom>
              <a:avLst/>
              <a:gdLst/>
              <a:ahLst/>
              <a:cxnLst/>
              <a:rect l="l" t="t" r="r" b="b"/>
              <a:pathLst>
                <a:path w="4538" h="5450" extrusionOk="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56"/>
            <p:cNvSpPr/>
            <p:nvPr/>
          </p:nvSpPr>
          <p:spPr>
            <a:xfrm>
              <a:off x="-56601550" y="4094450"/>
              <a:ext cx="31525" cy="19700"/>
            </a:xfrm>
            <a:custGeom>
              <a:avLst/>
              <a:gdLst/>
              <a:ahLst/>
              <a:cxnLst/>
              <a:rect l="l" t="t" r="r" b="b"/>
              <a:pathLst>
                <a:path w="1261" h="788" extrusionOk="0">
                  <a:moveTo>
                    <a:pt x="158" y="0"/>
                  </a:moveTo>
                  <a:lnTo>
                    <a:pt x="158" y="63"/>
                  </a:lnTo>
                  <a:cubicBezTo>
                    <a:pt x="158" y="315"/>
                    <a:pt x="95" y="567"/>
                    <a:pt x="0" y="788"/>
                  </a:cubicBezTo>
                  <a:lnTo>
                    <a:pt x="1260" y="788"/>
                  </a:lnTo>
                  <a:lnTo>
                    <a:pt x="1260" y="756"/>
                  </a:lnTo>
                  <a:lnTo>
                    <a:pt x="1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56"/>
            <p:cNvSpPr/>
            <p:nvPr/>
          </p:nvSpPr>
          <p:spPr>
            <a:xfrm>
              <a:off x="-56688200" y="4085775"/>
              <a:ext cx="37050" cy="27600"/>
            </a:xfrm>
            <a:custGeom>
              <a:avLst/>
              <a:gdLst/>
              <a:ahLst/>
              <a:cxnLst/>
              <a:rect l="l" t="t" r="r" b="b"/>
              <a:pathLst>
                <a:path w="1482" h="1104" extrusionOk="0">
                  <a:moveTo>
                    <a:pt x="1355" y="1"/>
                  </a:moveTo>
                  <a:lnTo>
                    <a:pt x="1" y="1103"/>
                  </a:lnTo>
                  <a:lnTo>
                    <a:pt x="1481" y="1103"/>
                  </a:lnTo>
                  <a:cubicBezTo>
                    <a:pt x="1418" y="883"/>
                    <a:pt x="1324" y="631"/>
                    <a:pt x="1324" y="347"/>
                  </a:cubicBezTo>
                  <a:cubicBezTo>
                    <a:pt x="1324" y="253"/>
                    <a:pt x="1324" y="127"/>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56"/>
            <p:cNvSpPr/>
            <p:nvPr/>
          </p:nvSpPr>
          <p:spPr>
            <a:xfrm>
              <a:off x="-56747275" y="3982600"/>
              <a:ext cx="189850" cy="143850"/>
            </a:xfrm>
            <a:custGeom>
              <a:avLst/>
              <a:gdLst/>
              <a:ahLst/>
              <a:cxnLst/>
              <a:rect l="l" t="t" r="r" b="b"/>
              <a:pathLst>
                <a:path w="7594" h="5754" extrusionOk="0">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56"/>
            <p:cNvSpPr/>
            <p:nvPr/>
          </p:nvSpPr>
          <p:spPr>
            <a:xfrm>
              <a:off x="-56654325" y="4217500"/>
              <a:ext cx="55150" cy="83325"/>
            </a:xfrm>
            <a:custGeom>
              <a:avLst/>
              <a:gdLst/>
              <a:ahLst/>
              <a:cxnLst/>
              <a:rect l="l" t="t" r="r" b="b"/>
              <a:pathLst>
                <a:path w="2206" h="3333" extrusionOk="0">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56"/>
            <p:cNvSpPr/>
            <p:nvPr/>
          </p:nvSpPr>
          <p:spPr>
            <a:xfrm>
              <a:off x="-56729150" y="4132250"/>
              <a:ext cx="204800" cy="157550"/>
            </a:xfrm>
            <a:custGeom>
              <a:avLst/>
              <a:gdLst/>
              <a:ahLst/>
              <a:cxnLst/>
              <a:rect l="l" t="t" r="r" b="b"/>
              <a:pathLst>
                <a:path w="8192" h="6302" extrusionOk="0">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4" name="Google Shape;7594;p56"/>
          <p:cNvGrpSpPr/>
          <p:nvPr/>
        </p:nvGrpSpPr>
        <p:grpSpPr>
          <a:xfrm>
            <a:off x="4859020" y="3371455"/>
            <a:ext cx="358999" cy="342991"/>
            <a:chOff x="-54812875" y="3596675"/>
            <a:chExt cx="319025" cy="304800"/>
          </a:xfrm>
        </p:grpSpPr>
        <p:sp>
          <p:nvSpPr>
            <p:cNvPr id="7595" name="Google Shape;7595;p56"/>
            <p:cNvSpPr/>
            <p:nvPr/>
          </p:nvSpPr>
          <p:spPr>
            <a:xfrm>
              <a:off x="-54812875" y="3607700"/>
              <a:ext cx="74850" cy="293775"/>
            </a:xfrm>
            <a:custGeom>
              <a:avLst/>
              <a:gdLst/>
              <a:ahLst/>
              <a:cxnLst/>
              <a:rect l="l" t="t" r="r" b="b"/>
              <a:pathLst>
                <a:path w="2994" h="11751" extrusionOk="0">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56"/>
            <p:cNvSpPr/>
            <p:nvPr/>
          </p:nvSpPr>
          <p:spPr>
            <a:xfrm>
              <a:off x="-54662425" y="3621875"/>
              <a:ext cx="18125" cy="61450"/>
            </a:xfrm>
            <a:custGeom>
              <a:avLst/>
              <a:gdLst/>
              <a:ahLst/>
              <a:cxnLst/>
              <a:rect l="l" t="t" r="r" b="b"/>
              <a:pathLst>
                <a:path w="725" h="2458" extrusionOk="0">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56"/>
            <p:cNvSpPr/>
            <p:nvPr/>
          </p:nvSpPr>
          <p:spPr>
            <a:xfrm>
              <a:off x="-54737250" y="3652600"/>
              <a:ext cx="66175" cy="37825"/>
            </a:xfrm>
            <a:custGeom>
              <a:avLst/>
              <a:gdLst/>
              <a:ahLst/>
              <a:cxnLst/>
              <a:rect l="l" t="t" r="r" b="b"/>
              <a:pathLst>
                <a:path w="2647" h="1513" extrusionOk="0">
                  <a:moveTo>
                    <a:pt x="0" y="0"/>
                  </a:moveTo>
                  <a:lnTo>
                    <a:pt x="599" y="1512"/>
                  </a:lnTo>
                  <a:lnTo>
                    <a:pt x="2647" y="1512"/>
                  </a:lnTo>
                  <a:cubicBezTo>
                    <a:pt x="2458" y="1103"/>
                    <a:pt x="2206" y="599"/>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56"/>
            <p:cNvSpPr/>
            <p:nvPr/>
          </p:nvSpPr>
          <p:spPr>
            <a:xfrm>
              <a:off x="-54568700" y="3608475"/>
              <a:ext cx="74850" cy="293000"/>
            </a:xfrm>
            <a:custGeom>
              <a:avLst/>
              <a:gdLst/>
              <a:ahLst/>
              <a:cxnLst/>
              <a:rect l="l" t="t" r="r" b="b"/>
              <a:pathLst>
                <a:path w="2994" h="11720" extrusionOk="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56"/>
            <p:cNvSpPr/>
            <p:nvPr/>
          </p:nvSpPr>
          <p:spPr>
            <a:xfrm>
              <a:off x="-54636450" y="3652600"/>
              <a:ext cx="66975" cy="37825"/>
            </a:xfrm>
            <a:custGeom>
              <a:avLst/>
              <a:gdLst/>
              <a:ahLst/>
              <a:cxnLst/>
              <a:rect l="l" t="t" r="r" b="b"/>
              <a:pathLst>
                <a:path w="2679" h="1513" extrusionOk="0">
                  <a:moveTo>
                    <a:pt x="411" y="0"/>
                  </a:moveTo>
                  <a:cubicBezTo>
                    <a:pt x="411" y="599"/>
                    <a:pt x="221" y="1103"/>
                    <a:pt x="1" y="1512"/>
                  </a:cubicBezTo>
                  <a:lnTo>
                    <a:pt x="2080" y="1512"/>
                  </a:lnTo>
                  <a:lnTo>
                    <a:pt x="2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56"/>
            <p:cNvSpPr/>
            <p:nvPr/>
          </p:nvSpPr>
          <p:spPr>
            <a:xfrm>
              <a:off x="-54760100" y="3596675"/>
              <a:ext cx="212675" cy="37025"/>
            </a:xfrm>
            <a:custGeom>
              <a:avLst/>
              <a:gdLst/>
              <a:ahLst/>
              <a:cxnLst/>
              <a:rect l="l" t="t" r="r" b="b"/>
              <a:pathLst>
                <a:path w="8507" h="1481" extrusionOk="0">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56"/>
            <p:cNvSpPr/>
            <p:nvPr/>
          </p:nvSpPr>
          <p:spPr>
            <a:xfrm>
              <a:off x="-54738050" y="3708500"/>
              <a:ext cx="169375" cy="186700"/>
            </a:xfrm>
            <a:custGeom>
              <a:avLst/>
              <a:gdLst/>
              <a:ahLst/>
              <a:cxnLst/>
              <a:rect l="l" t="t" r="r" b="b"/>
              <a:pathLst>
                <a:path w="6775" h="7468" extrusionOk="0">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02" name="Google Shape;7602;p56"/>
          <p:cNvSpPr/>
          <p:nvPr/>
        </p:nvSpPr>
        <p:spPr>
          <a:xfrm>
            <a:off x="5033910" y="3745725"/>
            <a:ext cx="8018" cy="900"/>
          </a:xfrm>
          <a:custGeom>
            <a:avLst/>
            <a:gdLst/>
            <a:ahLst/>
            <a:cxnLst/>
            <a:rect l="l" t="t" r="r" b="b"/>
            <a:pathLst>
              <a:path w="285" h="32" extrusionOk="0">
                <a:moveTo>
                  <a:pt x="1" y="0"/>
                </a:moveTo>
                <a:cubicBezTo>
                  <a:pt x="95" y="32"/>
                  <a:pt x="158" y="32"/>
                  <a:pt x="284" y="32"/>
                </a:cubicBezTo>
                <a:cubicBezTo>
                  <a:pt x="221" y="32"/>
                  <a:pt x="127" y="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56"/>
          <p:cNvSpPr/>
          <p:nvPr/>
        </p:nvSpPr>
        <p:spPr>
          <a:xfrm>
            <a:off x="5034361" y="3746598"/>
            <a:ext cx="7118" cy="928"/>
          </a:xfrm>
          <a:custGeom>
            <a:avLst/>
            <a:gdLst/>
            <a:ahLst/>
            <a:cxnLst/>
            <a:rect l="l" t="t" r="r" b="b"/>
            <a:pathLst>
              <a:path w="253" h="33" extrusionOk="0">
                <a:moveTo>
                  <a:pt x="253" y="1"/>
                </a:moveTo>
                <a:lnTo>
                  <a:pt x="253" y="1"/>
                </a:lnTo>
                <a:cubicBezTo>
                  <a:pt x="189" y="1"/>
                  <a:pt x="64" y="1"/>
                  <a:pt x="1" y="32"/>
                </a:cubicBezTo>
                <a:cubicBezTo>
                  <a:pt x="95" y="1"/>
                  <a:pt x="190" y="1"/>
                  <a:pt x="2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4" name="Google Shape;7604;p56"/>
          <p:cNvGrpSpPr/>
          <p:nvPr/>
        </p:nvGrpSpPr>
        <p:grpSpPr>
          <a:xfrm>
            <a:off x="4881188" y="3827938"/>
            <a:ext cx="314662" cy="358099"/>
            <a:chOff x="-54793175" y="3982600"/>
            <a:chExt cx="279625" cy="318225"/>
          </a:xfrm>
        </p:grpSpPr>
        <p:sp>
          <p:nvSpPr>
            <p:cNvPr id="7605" name="Google Shape;7605;p56"/>
            <p:cNvSpPr/>
            <p:nvPr/>
          </p:nvSpPr>
          <p:spPr>
            <a:xfrm>
              <a:off x="-54646675" y="3982600"/>
              <a:ext cx="113425" cy="111075"/>
            </a:xfrm>
            <a:custGeom>
              <a:avLst/>
              <a:gdLst/>
              <a:ahLst/>
              <a:cxnLst/>
              <a:rect l="l" t="t" r="r" b="b"/>
              <a:pathLst>
                <a:path w="4537" h="4443" extrusionOk="0">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56"/>
            <p:cNvSpPr/>
            <p:nvPr/>
          </p:nvSpPr>
          <p:spPr>
            <a:xfrm>
              <a:off x="-54644325" y="4003075"/>
              <a:ext cx="36250" cy="90600"/>
            </a:xfrm>
            <a:custGeom>
              <a:avLst/>
              <a:gdLst/>
              <a:ahLst/>
              <a:cxnLst/>
              <a:rect l="l" t="t" r="r" b="b"/>
              <a:pathLst>
                <a:path w="1450" h="3624" extrusionOk="0">
                  <a:moveTo>
                    <a:pt x="1" y="1"/>
                  </a:moveTo>
                  <a:lnTo>
                    <a:pt x="1" y="3624"/>
                  </a:lnTo>
                  <a:lnTo>
                    <a:pt x="1450" y="3624"/>
                  </a:lnTo>
                  <a:cubicBezTo>
                    <a:pt x="1419" y="1765"/>
                    <a:pt x="726" y="379"/>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56"/>
            <p:cNvSpPr/>
            <p:nvPr/>
          </p:nvSpPr>
          <p:spPr>
            <a:xfrm>
              <a:off x="-54773475" y="3983400"/>
              <a:ext cx="113425" cy="111075"/>
            </a:xfrm>
            <a:custGeom>
              <a:avLst/>
              <a:gdLst/>
              <a:ahLst/>
              <a:cxnLst/>
              <a:rect l="l" t="t" r="r" b="b"/>
              <a:pathLst>
                <a:path w="4537" h="4443" extrusionOk="0">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56"/>
            <p:cNvSpPr/>
            <p:nvPr/>
          </p:nvSpPr>
          <p:spPr>
            <a:xfrm>
              <a:off x="-54699450" y="4003075"/>
              <a:ext cx="36250" cy="90600"/>
            </a:xfrm>
            <a:custGeom>
              <a:avLst/>
              <a:gdLst/>
              <a:ahLst/>
              <a:cxnLst/>
              <a:rect l="l" t="t" r="r" b="b"/>
              <a:pathLst>
                <a:path w="1450" h="3624" extrusionOk="0">
                  <a:moveTo>
                    <a:pt x="1450" y="1"/>
                  </a:moveTo>
                  <a:cubicBezTo>
                    <a:pt x="725" y="379"/>
                    <a:pt x="64" y="1765"/>
                    <a:pt x="1" y="3624"/>
                  </a:cubicBezTo>
                  <a:lnTo>
                    <a:pt x="1450" y="3624"/>
                  </a:lnTo>
                  <a:lnTo>
                    <a:pt x="14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9" name="Google Shape;7609;p56"/>
            <p:cNvSpPr/>
            <p:nvPr/>
          </p:nvSpPr>
          <p:spPr>
            <a:xfrm>
              <a:off x="-54756150" y="4112550"/>
              <a:ext cx="204800" cy="188275"/>
            </a:xfrm>
            <a:custGeom>
              <a:avLst/>
              <a:gdLst/>
              <a:ahLst/>
              <a:cxnLst/>
              <a:rect l="l" t="t" r="r" b="b"/>
              <a:pathLst>
                <a:path w="8192" h="7531" extrusionOk="0">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56"/>
            <p:cNvSpPr/>
            <p:nvPr/>
          </p:nvSpPr>
          <p:spPr>
            <a:xfrm>
              <a:off x="-54532475" y="4136975"/>
              <a:ext cx="18925" cy="63825"/>
            </a:xfrm>
            <a:custGeom>
              <a:avLst/>
              <a:gdLst/>
              <a:ahLst/>
              <a:cxnLst/>
              <a:rect l="l" t="t" r="r" b="b"/>
              <a:pathLst>
                <a:path w="757" h="2553" extrusionOk="0">
                  <a:moveTo>
                    <a:pt x="1" y="1"/>
                  </a:moveTo>
                  <a:lnTo>
                    <a:pt x="1" y="2552"/>
                  </a:lnTo>
                  <a:cubicBezTo>
                    <a:pt x="442" y="2300"/>
                    <a:pt x="757" y="1828"/>
                    <a:pt x="757" y="1261"/>
                  </a:cubicBezTo>
                  <a:cubicBezTo>
                    <a:pt x="757" y="757"/>
                    <a:pt x="442"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56"/>
            <p:cNvSpPr/>
            <p:nvPr/>
          </p:nvSpPr>
          <p:spPr>
            <a:xfrm>
              <a:off x="-54793175" y="4136975"/>
              <a:ext cx="18925" cy="65400"/>
            </a:xfrm>
            <a:custGeom>
              <a:avLst/>
              <a:gdLst/>
              <a:ahLst/>
              <a:cxnLst/>
              <a:rect l="l" t="t" r="r" b="b"/>
              <a:pathLst>
                <a:path w="757" h="2616" extrusionOk="0">
                  <a:moveTo>
                    <a:pt x="757" y="1"/>
                  </a:moveTo>
                  <a:cubicBezTo>
                    <a:pt x="316" y="284"/>
                    <a:pt x="0" y="757"/>
                    <a:pt x="0" y="1292"/>
                  </a:cubicBezTo>
                  <a:cubicBezTo>
                    <a:pt x="0" y="1859"/>
                    <a:pt x="316" y="2332"/>
                    <a:pt x="757" y="2615"/>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2" name="Google Shape;7612;p56"/>
          <p:cNvGrpSpPr/>
          <p:nvPr/>
        </p:nvGrpSpPr>
        <p:grpSpPr>
          <a:xfrm>
            <a:off x="7092647" y="2887174"/>
            <a:ext cx="314662" cy="358099"/>
            <a:chOff x="-52832000" y="3192625"/>
            <a:chExt cx="279625" cy="318225"/>
          </a:xfrm>
        </p:grpSpPr>
        <p:sp>
          <p:nvSpPr>
            <p:cNvPr id="7613" name="Google Shape;7613;p56"/>
            <p:cNvSpPr/>
            <p:nvPr/>
          </p:nvSpPr>
          <p:spPr>
            <a:xfrm>
              <a:off x="-52574450" y="3306025"/>
              <a:ext cx="22075" cy="110300"/>
            </a:xfrm>
            <a:custGeom>
              <a:avLst/>
              <a:gdLst/>
              <a:ahLst/>
              <a:cxnLst/>
              <a:rect l="l" t="t" r="r" b="b"/>
              <a:pathLst>
                <a:path w="883" h="4412" extrusionOk="0">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56"/>
            <p:cNvSpPr/>
            <p:nvPr/>
          </p:nvSpPr>
          <p:spPr>
            <a:xfrm>
              <a:off x="-52826475" y="3192625"/>
              <a:ext cx="267800" cy="100050"/>
            </a:xfrm>
            <a:custGeom>
              <a:avLst/>
              <a:gdLst/>
              <a:ahLst/>
              <a:cxnLst/>
              <a:rect l="l" t="t" r="r" b="b"/>
              <a:pathLst>
                <a:path w="10712" h="4002" extrusionOk="0">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56"/>
            <p:cNvSpPr/>
            <p:nvPr/>
          </p:nvSpPr>
          <p:spPr>
            <a:xfrm>
              <a:off x="-52794975" y="3361175"/>
              <a:ext cx="204800" cy="149675"/>
            </a:xfrm>
            <a:custGeom>
              <a:avLst/>
              <a:gdLst/>
              <a:ahLst/>
              <a:cxnLst/>
              <a:rect l="l" t="t" r="r" b="b"/>
              <a:pathLst>
                <a:path w="8192" h="5987" extrusionOk="0">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56"/>
            <p:cNvSpPr/>
            <p:nvPr/>
          </p:nvSpPr>
          <p:spPr>
            <a:xfrm>
              <a:off x="-52791025" y="3231225"/>
              <a:ext cx="137850" cy="74825"/>
            </a:xfrm>
            <a:custGeom>
              <a:avLst/>
              <a:gdLst/>
              <a:ahLst/>
              <a:cxnLst/>
              <a:rect l="l" t="t" r="r" b="b"/>
              <a:pathLst>
                <a:path w="5514" h="2993" extrusionOk="0">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56"/>
            <p:cNvSpPr/>
            <p:nvPr/>
          </p:nvSpPr>
          <p:spPr>
            <a:xfrm>
              <a:off x="-52683125" y="3361950"/>
              <a:ext cx="74825" cy="37850"/>
            </a:xfrm>
            <a:custGeom>
              <a:avLst/>
              <a:gdLst/>
              <a:ahLst/>
              <a:cxnLst/>
              <a:rect l="l" t="t" r="r" b="b"/>
              <a:pathLst>
                <a:path w="2993" h="1514" extrusionOk="0">
                  <a:moveTo>
                    <a:pt x="0" y="1"/>
                  </a:moveTo>
                  <a:cubicBezTo>
                    <a:pt x="0" y="851"/>
                    <a:pt x="662" y="1513"/>
                    <a:pt x="1481" y="1513"/>
                  </a:cubicBezTo>
                  <a:cubicBezTo>
                    <a:pt x="2300" y="1513"/>
                    <a:pt x="2993" y="820"/>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56"/>
            <p:cNvSpPr/>
            <p:nvPr/>
          </p:nvSpPr>
          <p:spPr>
            <a:xfrm>
              <a:off x="-52794975" y="3247750"/>
              <a:ext cx="204800" cy="104000"/>
            </a:xfrm>
            <a:custGeom>
              <a:avLst/>
              <a:gdLst/>
              <a:ahLst/>
              <a:cxnLst/>
              <a:rect l="l" t="t" r="r" b="b"/>
              <a:pathLst>
                <a:path w="8192" h="4160" extrusionOk="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56"/>
            <p:cNvSpPr/>
            <p:nvPr/>
          </p:nvSpPr>
          <p:spPr>
            <a:xfrm>
              <a:off x="-52776850" y="3361950"/>
              <a:ext cx="74825" cy="37850"/>
            </a:xfrm>
            <a:custGeom>
              <a:avLst/>
              <a:gdLst/>
              <a:ahLst/>
              <a:cxnLst/>
              <a:rect l="l" t="t" r="r" b="b"/>
              <a:pathLst>
                <a:path w="2993" h="1514" extrusionOk="0">
                  <a:moveTo>
                    <a:pt x="0" y="1"/>
                  </a:moveTo>
                  <a:cubicBezTo>
                    <a:pt x="0" y="851"/>
                    <a:pt x="662" y="1513"/>
                    <a:pt x="1481" y="1513"/>
                  </a:cubicBezTo>
                  <a:cubicBezTo>
                    <a:pt x="2332" y="1513"/>
                    <a:pt x="2993" y="820"/>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56"/>
            <p:cNvSpPr/>
            <p:nvPr/>
          </p:nvSpPr>
          <p:spPr>
            <a:xfrm>
              <a:off x="-52832000" y="3306025"/>
              <a:ext cx="21300" cy="110300"/>
            </a:xfrm>
            <a:custGeom>
              <a:avLst/>
              <a:gdLst/>
              <a:ahLst/>
              <a:cxnLst/>
              <a:rect l="l" t="t" r="r" b="b"/>
              <a:pathLst>
                <a:path w="852" h="4412" extrusionOk="0">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1" name="Google Shape;7621;p56"/>
          <p:cNvGrpSpPr/>
          <p:nvPr/>
        </p:nvGrpSpPr>
        <p:grpSpPr>
          <a:xfrm>
            <a:off x="5779179" y="2428542"/>
            <a:ext cx="323524" cy="358774"/>
            <a:chOff x="-57162350" y="3982000"/>
            <a:chExt cx="287500" cy="318825"/>
          </a:xfrm>
        </p:grpSpPr>
        <p:sp>
          <p:nvSpPr>
            <p:cNvPr id="7622" name="Google Shape;7622;p56"/>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56"/>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56"/>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56"/>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56"/>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56"/>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56"/>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56"/>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0" name="Google Shape;7630;p56"/>
          <p:cNvGrpSpPr/>
          <p:nvPr/>
        </p:nvGrpSpPr>
        <p:grpSpPr>
          <a:xfrm>
            <a:off x="7070492" y="3359048"/>
            <a:ext cx="358971" cy="357198"/>
            <a:chOff x="-52851675" y="3585650"/>
            <a:chExt cx="319000" cy="317425"/>
          </a:xfrm>
        </p:grpSpPr>
        <p:sp>
          <p:nvSpPr>
            <p:cNvPr id="7631" name="Google Shape;7631;p56"/>
            <p:cNvSpPr/>
            <p:nvPr/>
          </p:nvSpPr>
          <p:spPr>
            <a:xfrm>
              <a:off x="-52851675" y="3641575"/>
              <a:ext cx="319000" cy="106350"/>
            </a:xfrm>
            <a:custGeom>
              <a:avLst/>
              <a:gdLst/>
              <a:ahLst/>
              <a:cxnLst/>
              <a:rect l="l" t="t" r="r" b="b"/>
              <a:pathLst>
                <a:path w="12760" h="4254" extrusionOk="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56"/>
            <p:cNvSpPr/>
            <p:nvPr/>
          </p:nvSpPr>
          <p:spPr>
            <a:xfrm>
              <a:off x="-52787100" y="3585650"/>
              <a:ext cx="189050" cy="52000"/>
            </a:xfrm>
            <a:custGeom>
              <a:avLst/>
              <a:gdLst/>
              <a:ahLst/>
              <a:cxnLst/>
              <a:rect l="l" t="t" r="r" b="b"/>
              <a:pathLst>
                <a:path w="7562" h="2080" extrusionOk="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56"/>
            <p:cNvSpPr/>
            <p:nvPr/>
          </p:nvSpPr>
          <p:spPr>
            <a:xfrm>
              <a:off x="-52794975" y="3696700"/>
              <a:ext cx="127625" cy="74850"/>
            </a:xfrm>
            <a:custGeom>
              <a:avLst/>
              <a:gdLst/>
              <a:ahLst/>
              <a:cxnLst/>
              <a:rect l="l" t="t" r="r" b="b"/>
              <a:pathLst>
                <a:path w="5105" h="2994" extrusionOk="0">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56"/>
            <p:cNvSpPr/>
            <p:nvPr/>
          </p:nvSpPr>
          <p:spPr>
            <a:xfrm>
              <a:off x="-52795750" y="3700625"/>
              <a:ext cx="204800" cy="202450"/>
            </a:xfrm>
            <a:custGeom>
              <a:avLst/>
              <a:gdLst/>
              <a:ahLst/>
              <a:cxnLst/>
              <a:rect l="l" t="t" r="r" b="b"/>
              <a:pathLst>
                <a:path w="8192" h="8098" extrusionOk="0">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56"/>
            <p:cNvSpPr/>
            <p:nvPr/>
          </p:nvSpPr>
          <p:spPr>
            <a:xfrm>
              <a:off x="-52832775" y="3740025"/>
              <a:ext cx="18125" cy="64600"/>
            </a:xfrm>
            <a:custGeom>
              <a:avLst/>
              <a:gdLst/>
              <a:ahLst/>
              <a:cxnLst/>
              <a:rect l="l" t="t" r="r" b="b"/>
              <a:pathLst>
                <a:path w="725" h="2584" extrusionOk="0">
                  <a:moveTo>
                    <a:pt x="725" y="0"/>
                  </a:moveTo>
                  <a:cubicBezTo>
                    <a:pt x="315" y="252"/>
                    <a:pt x="0" y="725"/>
                    <a:pt x="0" y="1260"/>
                  </a:cubicBezTo>
                  <a:cubicBezTo>
                    <a:pt x="0" y="1827"/>
                    <a:pt x="315" y="2300"/>
                    <a:pt x="725" y="2584"/>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56"/>
            <p:cNvSpPr/>
            <p:nvPr/>
          </p:nvSpPr>
          <p:spPr>
            <a:xfrm>
              <a:off x="-52570500" y="3740025"/>
              <a:ext cx="18925" cy="64600"/>
            </a:xfrm>
            <a:custGeom>
              <a:avLst/>
              <a:gdLst/>
              <a:ahLst/>
              <a:cxnLst/>
              <a:rect l="l" t="t" r="r" b="b"/>
              <a:pathLst>
                <a:path w="757" h="2584" extrusionOk="0">
                  <a:moveTo>
                    <a:pt x="0" y="0"/>
                  </a:moveTo>
                  <a:lnTo>
                    <a:pt x="0" y="2584"/>
                  </a:lnTo>
                  <a:cubicBezTo>
                    <a:pt x="442" y="2300"/>
                    <a:pt x="757" y="1827"/>
                    <a:pt x="757" y="1260"/>
                  </a:cubicBezTo>
                  <a:cubicBezTo>
                    <a:pt x="757" y="725"/>
                    <a:pt x="442"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7" name="Google Shape;7637;p56"/>
          <p:cNvGrpSpPr/>
          <p:nvPr/>
        </p:nvGrpSpPr>
        <p:grpSpPr>
          <a:xfrm>
            <a:off x="7092647" y="3820849"/>
            <a:ext cx="314662" cy="358999"/>
            <a:chOff x="-52832000" y="3976300"/>
            <a:chExt cx="279625" cy="319025"/>
          </a:xfrm>
        </p:grpSpPr>
        <p:sp>
          <p:nvSpPr>
            <p:cNvPr id="7638" name="Google Shape;7638;p56"/>
            <p:cNvSpPr/>
            <p:nvPr/>
          </p:nvSpPr>
          <p:spPr>
            <a:xfrm>
              <a:off x="-52794975" y="3976300"/>
              <a:ext cx="204800" cy="112650"/>
            </a:xfrm>
            <a:custGeom>
              <a:avLst/>
              <a:gdLst/>
              <a:ahLst/>
              <a:cxnLst/>
              <a:rect l="l" t="t" r="r" b="b"/>
              <a:pathLst>
                <a:path w="8192" h="4506" extrusionOk="0">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56"/>
            <p:cNvSpPr/>
            <p:nvPr/>
          </p:nvSpPr>
          <p:spPr>
            <a:xfrm>
              <a:off x="-52757175" y="4051125"/>
              <a:ext cx="167000" cy="94550"/>
            </a:xfrm>
            <a:custGeom>
              <a:avLst/>
              <a:gdLst/>
              <a:ahLst/>
              <a:cxnLst/>
              <a:rect l="l" t="t" r="r" b="b"/>
              <a:pathLst>
                <a:path w="6680" h="3782" extrusionOk="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0" name="Google Shape;7640;p56"/>
            <p:cNvSpPr/>
            <p:nvPr/>
          </p:nvSpPr>
          <p:spPr>
            <a:xfrm>
              <a:off x="-52794975" y="4088925"/>
              <a:ext cx="204025" cy="206400"/>
            </a:xfrm>
            <a:custGeom>
              <a:avLst/>
              <a:gdLst/>
              <a:ahLst/>
              <a:cxnLst/>
              <a:rect l="l" t="t" r="r" b="b"/>
              <a:pathLst>
                <a:path w="8161" h="8256" extrusionOk="0">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56"/>
            <p:cNvSpPr/>
            <p:nvPr/>
          </p:nvSpPr>
          <p:spPr>
            <a:xfrm>
              <a:off x="-52832000"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56"/>
            <p:cNvSpPr/>
            <p:nvPr/>
          </p:nvSpPr>
          <p:spPr>
            <a:xfrm>
              <a:off x="-52571300" y="4132250"/>
              <a:ext cx="18925" cy="63825"/>
            </a:xfrm>
            <a:custGeom>
              <a:avLst/>
              <a:gdLst/>
              <a:ahLst/>
              <a:cxnLst/>
              <a:rect l="l" t="t" r="r" b="b"/>
              <a:pathLst>
                <a:path w="757" h="2553" extrusionOk="0">
                  <a:moveTo>
                    <a:pt x="1" y="1"/>
                  </a:moveTo>
                  <a:lnTo>
                    <a:pt x="1" y="2552"/>
                  </a:lnTo>
                  <a:cubicBezTo>
                    <a:pt x="442" y="2269"/>
                    <a:pt x="757" y="1796"/>
                    <a:pt x="757" y="1261"/>
                  </a:cubicBezTo>
                  <a:cubicBezTo>
                    <a:pt x="757" y="694"/>
                    <a:pt x="442" y="221"/>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3" name="Google Shape;7643;p56"/>
          <p:cNvGrpSpPr/>
          <p:nvPr/>
        </p:nvGrpSpPr>
        <p:grpSpPr>
          <a:xfrm>
            <a:off x="6209853" y="4275497"/>
            <a:ext cx="316434" cy="358099"/>
            <a:chOff x="-51633225" y="3198925"/>
            <a:chExt cx="281200" cy="318225"/>
          </a:xfrm>
        </p:grpSpPr>
        <p:sp>
          <p:nvSpPr>
            <p:cNvPr id="7644" name="Google Shape;7644;p56"/>
            <p:cNvSpPr/>
            <p:nvPr/>
          </p:nvSpPr>
          <p:spPr>
            <a:xfrm>
              <a:off x="-51633225" y="3353300"/>
              <a:ext cx="18925" cy="63825"/>
            </a:xfrm>
            <a:custGeom>
              <a:avLst/>
              <a:gdLst/>
              <a:ahLst/>
              <a:cxnLst/>
              <a:rect l="l" t="t" r="r" b="b"/>
              <a:pathLst>
                <a:path w="757" h="2553" extrusionOk="0">
                  <a:moveTo>
                    <a:pt x="756" y="0"/>
                  </a:moveTo>
                  <a:cubicBezTo>
                    <a:pt x="315" y="284"/>
                    <a:pt x="0" y="756"/>
                    <a:pt x="0" y="1292"/>
                  </a:cubicBezTo>
                  <a:cubicBezTo>
                    <a:pt x="0" y="1859"/>
                    <a:pt x="315" y="2332"/>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56"/>
            <p:cNvSpPr/>
            <p:nvPr/>
          </p:nvSpPr>
          <p:spPr>
            <a:xfrm>
              <a:off x="-51595425" y="3348575"/>
              <a:ext cx="204800" cy="168575"/>
            </a:xfrm>
            <a:custGeom>
              <a:avLst/>
              <a:gdLst/>
              <a:ahLst/>
              <a:cxnLst/>
              <a:rect l="l" t="t" r="r" b="b"/>
              <a:pathLst>
                <a:path w="8192" h="6743" extrusionOk="0">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56"/>
            <p:cNvSpPr/>
            <p:nvPr/>
          </p:nvSpPr>
          <p:spPr>
            <a:xfrm>
              <a:off x="-51633225" y="3292650"/>
              <a:ext cx="279625" cy="37050"/>
            </a:xfrm>
            <a:custGeom>
              <a:avLst/>
              <a:gdLst/>
              <a:ahLst/>
              <a:cxnLst/>
              <a:rect l="l" t="t" r="r" b="b"/>
              <a:pathLst>
                <a:path w="11185" h="1482" extrusionOk="0">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56"/>
            <p:cNvSpPr/>
            <p:nvPr/>
          </p:nvSpPr>
          <p:spPr>
            <a:xfrm>
              <a:off x="-51492250" y="3198925"/>
              <a:ext cx="98475" cy="74850"/>
            </a:xfrm>
            <a:custGeom>
              <a:avLst/>
              <a:gdLst/>
              <a:ahLst/>
              <a:cxnLst/>
              <a:rect l="l" t="t" r="r" b="b"/>
              <a:pathLst>
                <a:path w="3939" h="2994" extrusionOk="0">
                  <a:moveTo>
                    <a:pt x="1" y="0"/>
                  </a:moveTo>
                  <a:lnTo>
                    <a:pt x="1" y="0"/>
                  </a:lnTo>
                  <a:cubicBezTo>
                    <a:pt x="946" y="0"/>
                    <a:pt x="1576" y="1418"/>
                    <a:pt x="1765" y="2993"/>
                  </a:cubicBezTo>
                  <a:lnTo>
                    <a:pt x="3939" y="2993"/>
                  </a:lnTo>
                  <a:cubicBezTo>
                    <a:pt x="3466" y="1261"/>
                    <a:pt x="1859" y="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56"/>
            <p:cNvSpPr/>
            <p:nvPr/>
          </p:nvSpPr>
          <p:spPr>
            <a:xfrm>
              <a:off x="-51590700" y="3198925"/>
              <a:ext cx="98475" cy="74850"/>
            </a:xfrm>
            <a:custGeom>
              <a:avLst/>
              <a:gdLst/>
              <a:ahLst/>
              <a:cxnLst/>
              <a:rect l="l" t="t" r="r" b="b"/>
              <a:pathLst>
                <a:path w="3939" h="2994" extrusionOk="0">
                  <a:moveTo>
                    <a:pt x="3939" y="0"/>
                  </a:moveTo>
                  <a:lnTo>
                    <a:pt x="3939" y="0"/>
                  </a:lnTo>
                  <a:cubicBezTo>
                    <a:pt x="2048" y="0"/>
                    <a:pt x="473" y="1292"/>
                    <a:pt x="1" y="2993"/>
                  </a:cubicBezTo>
                  <a:lnTo>
                    <a:pt x="2174" y="2993"/>
                  </a:lnTo>
                  <a:cubicBezTo>
                    <a:pt x="2332" y="1418"/>
                    <a:pt x="2962" y="0"/>
                    <a:pt x="3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56"/>
            <p:cNvSpPr/>
            <p:nvPr/>
          </p:nvSpPr>
          <p:spPr>
            <a:xfrm>
              <a:off x="-51517450" y="3218600"/>
              <a:ext cx="52000" cy="55950"/>
            </a:xfrm>
            <a:custGeom>
              <a:avLst/>
              <a:gdLst/>
              <a:ahLst/>
              <a:cxnLst/>
              <a:rect l="l" t="t" r="r" b="b"/>
              <a:pathLst>
                <a:path w="2080" h="2238" extrusionOk="0">
                  <a:moveTo>
                    <a:pt x="1009" y="1"/>
                  </a:moveTo>
                  <a:cubicBezTo>
                    <a:pt x="662" y="1"/>
                    <a:pt x="158" y="852"/>
                    <a:pt x="1" y="2238"/>
                  </a:cubicBezTo>
                  <a:lnTo>
                    <a:pt x="2080" y="2238"/>
                  </a:lnTo>
                  <a:cubicBezTo>
                    <a:pt x="1828" y="820"/>
                    <a:pt x="1355"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56"/>
            <p:cNvSpPr/>
            <p:nvPr/>
          </p:nvSpPr>
          <p:spPr>
            <a:xfrm>
              <a:off x="-51370950" y="3354075"/>
              <a:ext cx="18925" cy="64625"/>
            </a:xfrm>
            <a:custGeom>
              <a:avLst/>
              <a:gdLst/>
              <a:ahLst/>
              <a:cxnLst/>
              <a:rect l="l" t="t" r="r" b="b"/>
              <a:pathLst>
                <a:path w="757" h="2585" extrusionOk="0">
                  <a:moveTo>
                    <a:pt x="0" y="1"/>
                  </a:moveTo>
                  <a:lnTo>
                    <a:pt x="0" y="2584"/>
                  </a:lnTo>
                  <a:cubicBezTo>
                    <a:pt x="442" y="2301"/>
                    <a:pt x="757" y="1828"/>
                    <a:pt x="757" y="1324"/>
                  </a:cubicBezTo>
                  <a:cubicBezTo>
                    <a:pt x="757" y="725"/>
                    <a:pt x="442" y="25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1" name="Google Shape;7651;p56"/>
          <p:cNvGrpSpPr/>
          <p:nvPr/>
        </p:nvGrpSpPr>
        <p:grpSpPr>
          <a:xfrm>
            <a:off x="6628676" y="1533418"/>
            <a:ext cx="365188" cy="357226"/>
            <a:chOff x="-56396775" y="3199700"/>
            <a:chExt cx="324525" cy="317450"/>
          </a:xfrm>
        </p:grpSpPr>
        <p:sp>
          <p:nvSpPr>
            <p:cNvPr id="7652" name="Google Shape;7652;p56"/>
            <p:cNvSpPr/>
            <p:nvPr/>
          </p:nvSpPr>
          <p:spPr>
            <a:xfrm>
              <a:off x="-56374725" y="3353300"/>
              <a:ext cx="18925" cy="63825"/>
            </a:xfrm>
            <a:custGeom>
              <a:avLst/>
              <a:gdLst/>
              <a:ahLst/>
              <a:cxnLst/>
              <a:rect l="l" t="t" r="r" b="b"/>
              <a:pathLst>
                <a:path w="757" h="2553" extrusionOk="0">
                  <a:moveTo>
                    <a:pt x="757" y="0"/>
                  </a:moveTo>
                  <a:cubicBezTo>
                    <a:pt x="316" y="284"/>
                    <a:pt x="1" y="756"/>
                    <a:pt x="1" y="1292"/>
                  </a:cubicBezTo>
                  <a:cubicBezTo>
                    <a:pt x="1" y="1859"/>
                    <a:pt x="316" y="2332"/>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56"/>
            <p:cNvSpPr/>
            <p:nvPr/>
          </p:nvSpPr>
          <p:spPr>
            <a:xfrm>
              <a:off x="-56333775" y="3199700"/>
              <a:ext cx="198500" cy="73275"/>
            </a:xfrm>
            <a:custGeom>
              <a:avLst/>
              <a:gdLst/>
              <a:ahLst/>
              <a:cxnLst/>
              <a:rect l="l" t="t" r="r" b="b"/>
              <a:pathLst>
                <a:path w="7940" h="2931" extrusionOk="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56"/>
            <p:cNvSpPr/>
            <p:nvPr/>
          </p:nvSpPr>
          <p:spPr>
            <a:xfrm>
              <a:off x="-56396775" y="3273325"/>
              <a:ext cx="324525" cy="58725"/>
            </a:xfrm>
            <a:custGeom>
              <a:avLst/>
              <a:gdLst/>
              <a:ahLst/>
              <a:cxnLst/>
              <a:rect l="l" t="t" r="r" b="b"/>
              <a:pathLst>
                <a:path w="12981" h="2349" extrusionOk="0">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56"/>
            <p:cNvSpPr/>
            <p:nvPr/>
          </p:nvSpPr>
          <p:spPr>
            <a:xfrm>
              <a:off x="-56336925" y="3346200"/>
              <a:ext cx="204800" cy="78800"/>
            </a:xfrm>
            <a:custGeom>
              <a:avLst/>
              <a:gdLst/>
              <a:ahLst/>
              <a:cxnLst/>
              <a:rect l="l" t="t" r="r" b="b"/>
              <a:pathLst>
                <a:path w="8192" h="3152" extrusionOk="0">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56"/>
            <p:cNvSpPr/>
            <p:nvPr/>
          </p:nvSpPr>
          <p:spPr>
            <a:xfrm>
              <a:off x="-56332200" y="3406850"/>
              <a:ext cx="193775" cy="110300"/>
            </a:xfrm>
            <a:custGeom>
              <a:avLst/>
              <a:gdLst/>
              <a:ahLst/>
              <a:cxnLst/>
              <a:rect l="l" t="t" r="r" b="b"/>
              <a:pathLst>
                <a:path w="7751" h="4412" extrusionOk="0">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56"/>
            <p:cNvSpPr/>
            <p:nvPr/>
          </p:nvSpPr>
          <p:spPr>
            <a:xfrm>
              <a:off x="-56113225" y="3354075"/>
              <a:ext cx="18125" cy="64625"/>
            </a:xfrm>
            <a:custGeom>
              <a:avLst/>
              <a:gdLst/>
              <a:ahLst/>
              <a:cxnLst/>
              <a:rect l="l" t="t" r="r" b="b"/>
              <a:pathLst>
                <a:path w="725" h="2585" extrusionOk="0">
                  <a:moveTo>
                    <a:pt x="0" y="1"/>
                  </a:moveTo>
                  <a:lnTo>
                    <a:pt x="0" y="2584"/>
                  </a:lnTo>
                  <a:cubicBezTo>
                    <a:pt x="410" y="2332"/>
                    <a:pt x="725" y="1828"/>
                    <a:pt x="725" y="1261"/>
                  </a:cubicBezTo>
                  <a:cubicBezTo>
                    <a:pt x="725" y="725"/>
                    <a:pt x="473" y="25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8" name="Google Shape;7658;p56"/>
          <p:cNvGrpSpPr/>
          <p:nvPr/>
        </p:nvGrpSpPr>
        <p:grpSpPr>
          <a:xfrm>
            <a:off x="6631771" y="1999353"/>
            <a:ext cx="358999" cy="335958"/>
            <a:chOff x="-56394425" y="3600600"/>
            <a:chExt cx="319025" cy="298550"/>
          </a:xfrm>
        </p:grpSpPr>
        <p:sp>
          <p:nvSpPr>
            <p:cNvPr id="7659" name="Google Shape;7659;p56"/>
            <p:cNvSpPr/>
            <p:nvPr/>
          </p:nvSpPr>
          <p:spPr>
            <a:xfrm>
              <a:off x="-56272325" y="3861300"/>
              <a:ext cx="74825" cy="37850"/>
            </a:xfrm>
            <a:custGeom>
              <a:avLst/>
              <a:gdLst/>
              <a:ahLst/>
              <a:cxnLst/>
              <a:rect l="l" t="t" r="r" b="b"/>
              <a:pathLst>
                <a:path w="2993" h="1514" extrusionOk="0">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56"/>
            <p:cNvSpPr/>
            <p:nvPr/>
          </p:nvSpPr>
          <p:spPr>
            <a:xfrm>
              <a:off x="-56297550" y="3600600"/>
              <a:ext cx="126050" cy="71700"/>
            </a:xfrm>
            <a:custGeom>
              <a:avLst/>
              <a:gdLst/>
              <a:ahLst/>
              <a:cxnLst/>
              <a:rect l="l" t="t" r="r" b="b"/>
              <a:pathLst>
                <a:path w="5042" h="2868" extrusionOk="0">
                  <a:moveTo>
                    <a:pt x="2521" y="1"/>
                  </a:moveTo>
                  <a:cubicBezTo>
                    <a:pt x="1576" y="1"/>
                    <a:pt x="694" y="316"/>
                    <a:pt x="1" y="851"/>
                  </a:cubicBezTo>
                  <a:lnTo>
                    <a:pt x="2521" y="2868"/>
                  </a:lnTo>
                  <a:lnTo>
                    <a:pt x="5042" y="851"/>
                  </a:lnTo>
                  <a:cubicBezTo>
                    <a:pt x="4317" y="316"/>
                    <a:pt x="3467" y="1"/>
                    <a:pt x="25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56"/>
            <p:cNvSpPr/>
            <p:nvPr/>
          </p:nvSpPr>
          <p:spPr>
            <a:xfrm>
              <a:off x="-56394425" y="3635275"/>
              <a:ext cx="319025" cy="233925"/>
            </a:xfrm>
            <a:custGeom>
              <a:avLst/>
              <a:gdLst/>
              <a:ahLst/>
              <a:cxnLst/>
              <a:rect l="l" t="t" r="r" b="b"/>
              <a:pathLst>
                <a:path w="12761" h="9357" extrusionOk="0">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2" name="Google Shape;7662;p56"/>
          <p:cNvGrpSpPr/>
          <p:nvPr/>
        </p:nvGrpSpPr>
        <p:grpSpPr>
          <a:xfrm>
            <a:off x="6662538" y="2430117"/>
            <a:ext cx="327068" cy="357198"/>
            <a:chOff x="-56379450" y="3983400"/>
            <a:chExt cx="290650" cy="317425"/>
          </a:xfrm>
        </p:grpSpPr>
        <p:sp>
          <p:nvSpPr>
            <p:cNvPr id="7663" name="Google Shape;7663;p56"/>
            <p:cNvSpPr/>
            <p:nvPr/>
          </p:nvSpPr>
          <p:spPr>
            <a:xfrm>
              <a:off x="-56330625" y="3983400"/>
              <a:ext cx="241825" cy="111075"/>
            </a:xfrm>
            <a:custGeom>
              <a:avLst/>
              <a:gdLst/>
              <a:ahLst/>
              <a:cxnLst/>
              <a:rect l="l" t="t" r="r" b="b"/>
              <a:pathLst>
                <a:path w="9673" h="4443" extrusionOk="0">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56"/>
            <p:cNvSpPr/>
            <p:nvPr/>
          </p:nvSpPr>
          <p:spPr>
            <a:xfrm>
              <a:off x="-56350300" y="4058225"/>
              <a:ext cx="186675" cy="55150"/>
            </a:xfrm>
            <a:custGeom>
              <a:avLst/>
              <a:gdLst/>
              <a:ahLst/>
              <a:cxnLst/>
              <a:rect l="l" t="t" r="r" b="b"/>
              <a:pathLst>
                <a:path w="7467" h="2206" extrusionOk="0">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56"/>
            <p:cNvSpPr/>
            <p:nvPr/>
          </p:nvSpPr>
          <p:spPr>
            <a:xfrm>
              <a:off x="-56245550" y="4168275"/>
              <a:ext cx="78000" cy="26600"/>
            </a:xfrm>
            <a:custGeom>
              <a:avLst/>
              <a:gdLst/>
              <a:ahLst/>
              <a:cxnLst/>
              <a:rect l="l" t="t" r="r" b="b"/>
              <a:pathLst>
                <a:path w="3120" h="1064" extrusionOk="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56"/>
            <p:cNvSpPr/>
            <p:nvPr/>
          </p:nvSpPr>
          <p:spPr>
            <a:xfrm>
              <a:off x="-56359750" y="4112550"/>
              <a:ext cx="204800" cy="53100"/>
            </a:xfrm>
            <a:custGeom>
              <a:avLst/>
              <a:gdLst/>
              <a:ahLst/>
              <a:cxnLst/>
              <a:rect l="l" t="t" r="r" b="b"/>
              <a:pathLst>
                <a:path w="8192" h="2124" extrusionOk="0">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56"/>
            <p:cNvSpPr/>
            <p:nvPr/>
          </p:nvSpPr>
          <p:spPr>
            <a:xfrm>
              <a:off x="-56345575" y="4169000"/>
              <a:ext cx="77200" cy="26325"/>
            </a:xfrm>
            <a:custGeom>
              <a:avLst/>
              <a:gdLst/>
              <a:ahLst/>
              <a:cxnLst/>
              <a:rect l="l" t="t" r="r" b="b"/>
              <a:pathLst>
                <a:path w="3088" h="1053" extrusionOk="0">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56"/>
            <p:cNvSpPr/>
            <p:nvPr/>
          </p:nvSpPr>
          <p:spPr>
            <a:xfrm>
              <a:off x="-56379450" y="4180300"/>
              <a:ext cx="242600" cy="120525"/>
            </a:xfrm>
            <a:custGeom>
              <a:avLst/>
              <a:gdLst/>
              <a:ahLst/>
              <a:cxnLst/>
              <a:rect l="l" t="t" r="r" b="b"/>
              <a:pathLst>
                <a:path w="9704" h="4821" extrusionOk="0">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56"/>
            <p:cNvSpPr/>
            <p:nvPr/>
          </p:nvSpPr>
          <p:spPr>
            <a:xfrm>
              <a:off x="-56181750" y="4039300"/>
              <a:ext cx="0" cy="25"/>
            </a:xfrm>
            <a:custGeom>
              <a:avLst/>
              <a:gdLst/>
              <a:ahLst/>
              <a:cxnLst/>
              <a:rect l="l" t="t" r="r" b="b"/>
              <a:pathLst>
                <a:path h="1" extrusionOk="0">
                  <a:moveTo>
                    <a:pt x="0" y="1"/>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56"/>
            <p:cNvSpPr/>
            <p:nvPr/>
          </p:nvSpPr>
          <p:spPr>
            <a:xfrm>
              <a:off x="-56332200" y="4039300"/>
              <a:ext cx="25" cy="25"/>
            </a:xfrm>
            <a:custGeom>
              <a:avLst/>
              <a:gdLst/>
              <a:ahLst/>
              <a:cxnLst/>
              <a:rect l="l" t="t" r="r" b="b"/>
              <a:pathLst>
                <a:path w="1" h="1" extrusionOk="0">
                  <a:moveTo>
                    <a:pt x="1" y="1"/>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1" name="Google Shape;7671;p56"/>
          <p:cNvGrpSpPr/>
          <p:nvPr/>
        </p:nvGrpSpPr>
        <p:grpSpPr>
          <a:xfrm>
            <a:off x="5326242" y="2894264"/>
            <a:ext cx="316434" cy="358971"/>
            <a:chOff x="-54401725" y="3198925"/>
            <a:chExt cx="281200" cy="319000"/>
          </a:xfrm>
        </p:grpSpPr>
        <p:sp>
          <p:nvSpPr>
            <p:cNvPr id="7672" name="Google Shape;7672;p56"/>
            <p:cNvSpPr/>
            <p:nvPr/>
          </p:nvSpPr>
          <p:spPr>
            <a:xfrm>
              <a:off x="-54159150" y="3465925"/>
              <a:ext cx="38625" cy="52000"/>
            </a:xfrm>
            <a:custGeom>
              <a:avLst/>
              <a:gdLst/>
              <a:ahLst/>
              <a:cxnLst/>
              <a:rect l="l" t="t" r="r" b="b"/>
              <a:pathLst>
                <a:path w="1545" h="2080" extrusionOk="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56"/>
            <p:cNvSpPr/>
            <p:nvPr/>
          </p:nvSpPr>
          <p:spPr>
            <a:xfrm>
              <a:off x="-54401725" y="3465925"/>
              <a:ext cx="38600" cy="52000"/>
            </a:xfrm>
            <a:custGeom>
              <a:avLst/>
              <a:gdLst/>
              <a:ahLst/>
              <a:cxnLst/>
              <a:rect l="l" t="t" r="r" b="b"/>
              <a:pathLst>
                <a:path w="1544" h="2080" extrusionOk="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56"/>
            <p:cNvSpPr/>
            <p:nvPr/>
          </p:nvSpPr>
          <p:spPr>
            <a:xfrm>
              <a:off x="-54176475" y="3224125"/>
              <a:ext cx="17350" cy="61450"/>
            </a:xfrm>
            <a:custGeom>
              <a:avLst/>
              <a:gdLst/>
              <a:ahLst/>
              <a:cxnLst/>
              <a:rect l="l" t="t" r="r" b="b"/>
              <a:pathLst>
                <a:path w="694" h="2458" extrusionOk="0">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56"/>
            <p:cNvSpPr/>
            <p:nvPr/>
          </p:nvSpPr>
          <p:spPr>
            <a:xfrm>
              <a:off x="-54385975" y="3198925"/>
              <a:ext cx="198500" cy="74850"/>
            </a:xfrm>
            <a:custGeom>
              <a:avLst/>
              <a:gdLst/>
              <a:ahLst/>
              <a:cxnLst/>
              <a:rect l="l" t="t" r="r" b="b"/>
              <a:pathLst>
                <a:path w="7940" h="2994" extrusionOk="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56"/>
            <p:cNvSpPr/>
            <p:nvPr/>
          </p:nvSpPr>
          <p:spPr>
            <a:xfrm>
              <a:off x="-544009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56"/>
            <p:cNvSpPr/>
            <p:nvPr/>
          </p:nvSpPr>
          <p:spPr>
            <a:xfrm>
              <a:off x="-54401725" y="3292650"/>
              <a:ext cx="128400" cy="74850"/>
            </a:xfrm>
            <a:custGeom>
              <a:avLst/>
              <a:gdLst/>
              <a:ahLst/>
              <a:cxnLst/>
              <a:rect l="l" t="t" r="r" b="b"/>
              <a:pathLst>
                <a:path w="5136" h="2994" extrusionOk="0">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56"/>
            <p:cNvSpPr/>
            <p:nvPr/>
          </p:nvSpPr>
          <p:spPr>
            <a:xfrm>
              <a:off x="-54250500" y="3266650"/>
              <a:ext cx="128400" cy="99275"/>
            </a:xfrm>
            <a:custGeom>
              <a:avLst/>
              <a:gdLst/>
              <a:ahLst/>
              <a:cxnLst/>
              <a:rect l="l" t="t" r="r" b="b"/>
              <a:pathLst>
                <a:path w="5136" h="3971" extrusionOk="0">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56"/>
            <p:cNvSpPr/>
            <p:nvPr/>
          </p:nvSpPr>
          <p:spPr>
            <a:xfrm>
              <a:off x="-541591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56"/>
            <p:cNvSpPr/>
            <p:nvPr/>
          </p:nvSpPr>
          <p:spPr>
            <a:xfrm>
              <a:off x="-54345025" y="3309975"/>
              <a:ext cx="167000" cy="207175"/>
            </a:xfrm>
            <a:custGeom>
              <a:avLst/>
              <a:gdLst/>
              <a:ahLst/>
              <a:cxnLst/>
              <a:rect l="l" t="t" r="r" b="b"/>
              <a:pathLst>
                <a:path w="6680" h="8287" extrusionOk="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56"/>
            <p:cNvSpPr/>
            <p:nvPr/>
          </p:nvSpPr>
          <p:spPr>
            <a:xfrm>
              <a:off x="-54401725" y="3424175"/>
              <a:ext cx="37825" cy="40975"/>
            </a:xfrm>
            <a:custGeom>
              <a:avLst/>
              <a:gdLst/>
              <a:ahLst/>
              <a:cxnLst/>
              <a:rect l="l" t="t" r="r" b="b"/>
              <a:pathLst>
                <a:path w="1513" h="1639" extrusionOk="0">
                  <a:moveTo>
                    <a:pt x="0" y="1"/>
                  </a:moveTo>
                  <a:lnTo>
                    <a:pt x="0" y="914"/>
                  </a:lnTo>
                  <a:cubicBezTo>
                    <a:pt x="0" y="1292"/>
                    <a:pt x="315" y="1639"/>
                    <a:pt x="757" y="1639"/>
                  </a:cubicBezTo>
                  <a:cubicBezTo>
                    <a:pt x="1198" y="1639"/>
                    <a:pt x="1513" y="1324"/>
                    <a:pt x="1513" y="914"/>
                  </a:cubicBez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56"/>
            <p:cNvSpPr/>
            <p:nvPr/>
          </p:nvSpPr>
          <p:spPr>
            <a:xfrm>
              <a:off x="-54159150" y="3424175"/>
              <a:ext cx="37050" cy="40975"/>
            </a:xfrm>
            <a:custGeom>
              <a:avLst/>
              <a:gdLst/>
              <a:ahLst/>
              <a:cxnLst/>
              <a:rect l="l" t="t" r="r" b="b"/>
              <a:pathLst>
                <a:path w="1482" h="1639" extrusionOk="0">
                  <a:moveTo>
                    <a:pt x="1" y="1"/>
                  </a:moveTo>
                  <a:lnTo>
                    <a:pt x="1" y="914"/>
                  </a:lnTo>
                  <a:cubicBezTo>
                    <a:pt x="1" y="1292"/>
                    <a:pt x="316" y="1639"/>
                    <a:pt x="757" y="1639"/>
                  </a:cubicBezTo>
                  <a:cubicBezTo>
                    <a:pt x="1167" y="1639"/>
                    <a:pt x="1482" y="1324"/>
                    <a:pt x="1482" y="914"/>
                  </a:cubicBez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3" name="Google Shape;7683;p56"/>
          <p:cNvGrpSpPr/>
          <p:nvPr/>
        </p:nvGrpSpPr>
        <p:grpSpPr>
          <a:xfrm>
            <a:off x="5327128" y="3364365"/>
            <a:ext cx="314662" cy="358099"/>
            <a:chOff x="-54401725" y="3590375"/>
            <a:chExt cx="279625" cy="318225"/>
          </a:xfrm>
        </p:grpSpPr>
        <p:sp>
          <p:nvSpPr>
            <p:cNvPr id="7684" name="Google Shape;7684;p56"/>
            <p:cNvSpPr/>
            <p:nvPr/>
          </p:nvSpPr>
          <p:spPr>
            <a:xfrm>
              <a:off x="-54194575" y="3721900"/>
              <a:ext cx="35450" cy="19725"/>
            </a:xfrm>
            <a:custGeom>
              <a:avLst/>
              <a:gdLst/>
              <a:ahLst/>
              <a:cxnLst/>
              <a:rect l="l" t="t" r="r" b="b"/>
              <a:pathLst>
                <a:path w="1418" h="789" extrusionOk="0">
                  <a:moveTo>
                    <a:pt x="0" y="1"/>
                  </a:moveTo>
                  <a:cubicBezTo>
                    <a:pt x="158" y="410"/>
                    <a:pt x="536" y="788"/>
                    <a:pt x="1071" y="788"/>
                  </a:cubicBezTo>
                  <a:lnTo>
                    <a:pt x="1418" y="788"/>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5" name="Google Shape;7685;p56"/>
            <p:cNvSpPr/>
            <p:nvPr/>
          </p:nvSpPr>
          <p:spPr>
            <a:xfrm>
              <a:off x="-54380450" y="3590375"/>
              <a:ext cx="237075" cy="112650"/>
            </a:xfrm>
            <a:custGeom>
              <a:avLst/>
              <a:gdLst/>
              <a:ahLst/>
              <a:cxnLst/>
              <a:rect l="l" t="t" r="r" b="b"/>
              <a:pathLst>
                <a:path w="9483" h="4506" extrusionOk="0">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56"/>
            <p:cNvSpPr/>
            <p:nvPr/>
          </p:nvSpPr>
          <p:spPr>
            <a:xfrm>
              <a:off x="-54363925" y="3721900"/>
              <a:ext cx="35475" cy="19725"/>
            </a:xfrm>
            <a:custGeom>
              <a:avLst/>
              <a:gdLst/>
              <a:ahLst/>
              <a:cxnLst/>
              <a:rect l="l" t="t" r="r" b="b"/>
              <a:pathLst>
                <a:path w="1419" h="789" extrusionOk="0">
                  <a:moveTo>
                    <a:pt x="1" y="1"/>
                  </a:moveTo>
                  <a:lnTo>
                    <a:pt x="1" y="788"/>
                  </a:lnTo>
                  <a:lnTo>
                    <a:pt x="347" y="788"/>
                  </a:lnTo>
                  <a:cubicBezTo>
                    <a:pt x="820" y="788"/>
                    <a:pt x="1261" y="410"/>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56"/>
            <p:cNvSpPr/>
            <p:nvPr/>
          </p:nvSpPr>
          <p:spPr>
            <a:xfrm>
              <a:off x="-54363925" y="3721900"/>
              <a:ext cx="204800" cy="186700"/>
            </a:xfrm>
            <a:custGeom>
              <a:avLst/>
              <a:gdLst/>
              <a:ahLst/>
              <a:cxnLst/>
              <a:rect l="l" t="t" r="r" b="b"/>
              <a:pathLst>
                <a:path w="8192" h="7468" extrusionOk="0">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56"/>
            <p:cNvSpPr/>
            <p:nvPr/>
          </p:nvSpPr>
          <p:spPr>
            <a:xfrm>
              <a:off x="-54401725" y="3747100"/>
              <a:ext cx="18925" cy="63825"/>
            </a:xfrm>
            <a:custGeom>
              <a:avLst/>
              <a:gdLst/>
              <a:ahLst/>
              <a:cxnLst/>
              <a:rect l="l" t="t" r="r" b="b"/>
              <a:pathLst>
                <a:path w="757" h="2553" extrusionOk="0">
                  <a:moveTo>
                    <a:pt x="757" y="1"/>
                  </a:moveTo>
                  <a:cubicBezTo>
                    <a:pt x="284" y="253"/>
                    <a:pt x="0" y="725"/>
                    <a:pt x="0" y="1261"/>
                  </a:cubicBezTo>
                  <a:cubicBezTo>
                    <a:pt x="0" y="1828"/>
                    <a:pt x="315" y="2301"/>
                    <a:pt x="757" y="2553"/>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56"/>
            <p:cNvSpPr/>
            <p:nvPr/>
          </p:nvSpPr>
          <p:spPr>
            <a:xfrm>
              <a:off x="-54140225" y="374632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8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0" name="Google Shape;7690;p56"/>
          <p:cNvGrpSpPr/>
          <p:nvPr/>
        </p:nvGrpSpPr>
        <p:grpSpPr>
          <a:xfrm>
            <a:off x="5324920" y="3827938"/>
            <a:ext cx="319079" cy="358099"/>
            <a:chOff x="-54403300" y="3982600"/>
            <a:chExt cx="283550" cy="318225"/>
          </a:xfrm>
        </p:grpSpPr>
        <p:sp>
          <p:nvSpPr>
            <p:cNvPr id="7691" name="Google Shape;7691;p56"/>
            <p:cNvSpPr/>
            <p:nvPr/>
          </p:nvSpPr>
          <p:spPr>
            <a:xfrm>
              <a:off x="-54273350" y="4036950"/>
              <a:ext cx="27600" cy="27600"/>
            </a:xfrm>
            <a:custGeom>
              <a:avLst/>
              <a:gdLst/>
              <a:ahLst/>
              <a:cxnLst/>
              <a:rect l="l" t="t" r="r" b="b"/>
              <a:pathLst>
                <a:path w="1104" h="1104" extrusionOk="0">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56"/>
            <p:cNvSpPr/>
            <p:nvPr/>
          </p:nvSpPr>
          <p:spPr>
            <a:xfrm>
              <a:off x="-54383600" y="3982600"/>
              <a:ext cx="241800" cy="130775"/>
            </a:xfrm>
            <a:custGeom>
              <a:avLst/>
              <a:gdLst/>
              <a:ahLst/>
              <a:cxnLst/>
              <a:rect l="l" t="t" r="r" b="b"/>
              <a:pathLst>
                <a:path w="9672" h="5231" extrusionOk="0">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56"/>
            <p:cNvSpPr/>
            <p:nvPr/>
          </p:nvSpPr>
          <p:spPr>
            <a:xfrm>
              <a:off x="-54403300" y="4122000"/>
              <a:ext cx="58300" cy="140225"/>
            </a:xfrm>
            <a:custGeom>
              <a:avLst/>
              <a:gdLst/>
              <a:ahLst/>
              <a:cxnLst/>
              <a:rect l="l" t="t" r="r" b="b"/>
              <a:pathLst>
                <a:path w="2332" h="5609" extrusionOk="0">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56"/>
            <p:cNvSpPr/>
            <p:nvPr/>
          </p:nvSpPr>
          <p:spPr>
            <a:xfrm>
              <a:off x="-54346600" y="4132250"/>
              <a:ext cx="167800" cy="168575"/>
            </a:xfrm>
            <a:custGeom>
              <a:avLst/>
              <a:gdLst/>
              <a:ahLst/>
              <a:cxnLst/>
              <a:rect l="l" t="t" r="r" b="b"/>
              <a:pathLst>
                <a:path w="6712" h="6743" extrusionOk="0">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56"/>
            <p:cNvSpPr/>
            <p:nvPr/>
          </p:nvSpPr>
          <p:spPr>
            <a:xfrm>
              <a:off x="-54177250" y="4122000"/>
              <a:ext cx="57500" cy="141025"/>
            </a:xfrm>
            <a:custGeom>
              <a:avLst/>
              <a:gdLst/>
              <a:ahLst/>
              <a:cxnLst/>
              <a:rect l="l" t="t" r="r" b="b"/>
              <a:pathLst>
                <a:path w="2300" h="5641" extrusionOk="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6" name="Google Shape;7696;p56"/>
          <p:cNvGrpSpPr/>
          <p:nvPr/>
        </p:nvGrpSpPr>
        <p:grpSpPr>
          <a:xfrm>
            <a:off x="7512313" y="2889172"/>
            <a:ext cx="356298" cy="356973"/>
            <a:chOff x="-52458650" y="3194400"/>
            <a:chExt cx="316625" cy="317225"/>
          </a:xfrm>
        </p:grpSpPr>
        <p:sp>
          <p:nvSpPr>
            <p:cNvPr id="7697" name="Google Shape;7697;p56"/>
            <p:cNvSpPr/>
            <p:nvPr/>
          </p:nvSpPr>
          <p:spPr>
            <a:xfrm>
              <a:off x="-52458650" y="3194400"/>
              <a:ext cx="316625" cy="166000"/>
            </a:xfrm>
            <a:custGeom>
              <a:avLst/>
              <a:gdLst/>
              <a:ahLst/>
              <a:cxnLst/>
              <a:rect l="l" t="t" r="r" b="b"/>
              <a:pathLst>
                <a:path w="12665" h="6640" extrusionOk="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56"/>
            <p:cNvSpPr/>
            <p:nvPr/>
          </p:nvSpPr>
          <p:spPr>
            <a:xfrm>
              <a:off x="-52379100" y="3287125"/>
              <a:ext cx="156750" cy="18925"/>
            </a:xfrm>
            <a:custGeom>
              <a:avLst/>
              <a:gdLst/>
              <a:ahLst/>
              <a:cxnLst/>
              <a:rect l="l" t="t" r="r" b="b"/>
              <a:pathLst>
                <a:path w="6270" h="757" extrusionOk="0">
                  <a:moveTo>
                    <a:pt x="378" y="1"/>
                  </a:moveTo>
                  <a:lnTo>
                    <a:pt x="0" y="757"/>
                  </a:lnTo>
                  <a:lnTo>
                    <a:pt x="6270" y="757"/>
                  </a:lnTo>
                  <a:lnTo>
                    <a:pt x="58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56"/>
            <p:cNvSpPr/>
            <p:nvPr/>
          </p:nvSpPr>
          <p:spPr>
            <a:xfrm>
              <a:off x="-52383825" y="3361950"/>
              <a:ext cx="55150" cy="37050"/>
            </a:xfrm>
            <a:custGeom>
              <a:avLst/>
              <a:gdLst/>
              <a:ahLst/>
              <a:cxnLst/>
              <a:rect l="l" t="t" r="r" b="b"/>
              <a:pathLst>
                <a:path w="2206" h="1482" extrusionOk="0">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56"/>
            <p:cNvSpPr/>
            <p:nvPr/>
          </p:nvSpPr>
          <p:spPr>
            <a:xfrm>
              <a:off x="-52401950" y="3380075"/>
              <a:ext cx="204800" cy="131550"/>
            </a:xfrm>
            <a:custGeom>
              <a:avLst/>
              <a:gdLst/>
              <a:ahLst/>
              <a:cxnLst/>
              <a:rect l="l" t="t" r="r" b="b"/>
              <a:pathLst>
                <a:path w="8192" h="5262" extrusionOk="0">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56"/>
            <p:cNvSpPr/>
            <p:nvPr/>
          </p:nvSpPr>
          <p:spPr>
            <a:xfrm>
              <a:off x="-52272000" y="3361950"/>
              <a:ext cx="55175" cy="37050"/>
            </a:xfrm>
            <a:custGeom>
              <a:avLst/>
              <a:gdLst/>
              <a:ahLst/>
              <a:cxnLst/>
              <a:rect l="l" t="t" r="r" b="b"/>
              <a:pathLst>
                <a:path w="2207" h="1482" extrusionOk="0">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56"/>
            <p:cNvSpPr/>
            <p:nvPr/>
          </p:nvSpPr>
          <p:spPr>
            <a:xfrm>
              <a:off x="-52402750" y="3324950"/>
              <a:ext cx="204825" cy="46475"/>
            </a:xfrm>
            <a:custGeom>
              <a:avLst/>
              <a:gdLst/>
              <a:ahLst/>
              <a:cxnLst/>
              <a:rect l="l" t="t" r="r" b="b"/>
              <a:pathLst>
                <a:path w="8193" h="1859" extrusionOk="0">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56"/>
            <p:cNvSpPr/>
            <p:nvPr/>
          </p:nvSpPr>
          <p:spPr>
            <a:xfrm>
              <a:off x="-52440550" y="3349350"/>
              <a:ext cx="18925" cy="63825"/>
            </a:xfrm>
            <a:custGeom>
              <a:avLst/>
              <a:gdLst/>
              <a:ahLst/>
              <a:cxnLst/>
              <a:rect l="l" t="t" r="r" b="b"/>
              <a:pathLst>
                <a:path w="757" h="2553" extrusionOk="0">
                  <a:moveTo>
                    <a:pt x="757" y="1"/>
                  </a:moveTo>
                  <a:cubicBezTo>
                    <a:pt x="284" y="190"/>
                    <a:pt x="1" y="725"/>
                    <a:pt x="1" y="1261"/>
                  </a:cubicBezTo>
                  <a:cubicBezTo>
                    <a:pt x="1" y="1797"/>
                    <a:pt x="316" y="2301"/>
                    <a:pt x="757" y="2553"/>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56"/>
            <p:cNvSpPr/>
            <p:nvPr/>
          </p:nvSpPr>
          <p:spPr>
            <a:xfrm>
              <a:off x="-52179050" y="334857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5" name="Google Shape;7705;p56"/>
          <p:cNvGrpSpPr/>
          <p:nvPr/>
        </p:nvGrpSpPr>
        <p:grpSpPr>
          <a:xfrm>
            <a:off x="4881188" y="2894264"/>
            <a:ext cx="314662" cy="358971"/>
            <a:chOff x="-54793175" y="3198925"/>
            <a:chExt cx="279625" cy="319000"/>
          </a:xfrm>
        </p:grpSpPr>
        <p:sp>
          <p:nvSpPr>
            <p:cNvPr id="7706" name="Google Shape;7706;p56"/>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56"/>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56"/>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56"/>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56"/>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56"/>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56"/>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3" name="Google Shape;7713;p56"/>
          <p:cNvGrpSpPr/>
          <p:nvPr/>
        </p:nvGrpSpPr>
        <p:grpSpPr>
          <a:xfrm>
            <a:off x="7521611" y="3358148"/>
            <a:ext cx="337703" cy="357845"/>
            <a:chOff x="-52450000" y="3584850"/>
            <a:chExt cx="300100" cy="318000"/>
          </a:xfrm>
        </p:grpSpPr>
        <p:sp>
          <p:nvSpPr>
            <p:cNvPr id="7714" name="Google Shape;7714;p56"/>
            <p:cNvSpPr/>
            <p:nvPr/>
          </p:nvSpPr>
          <p:spPr>
            <a:xfrm>
              <a:off x="-52206625" y="3601400"/>
              <a:ext cx="55150" cy="55950"/>
            </a:xfrm>
            <a:custGeom>
              <a:avLst/>
              <a:gdLst/>
              <a:ahLst/>
              <a:cxnLst/>
              <a:rect l="l" t="t" r="r" b="b"/>
              <a:pathLst>
                <a:path w="2206" h="2238" extrusionOk="0">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56"/>
            <p:cNvSpPr/>
            <p:nvPr/>
          </p:nvSpPr>
          <p:spPr>
            <a:xfrm>
              <a:off x="-52271200" y="3601700"/>
              <a:ext cx="29950" cy="11525"/>
            </a:xfrm>
            <a:custGeom>
              <a:avLst/>
              <a:gdLst/>
              <a:ahLst/>
              <a:cxnLst/>
              <a:rect l="l" t="t" r="r" b="b"/>
              <a:pathLst>
                <a:path w="1198" h="461" extrusionOk="0">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56"/>
            <p:cNvSpPr/>
            <p:nvPr/>
          </p:nvSpPr>
          <p:spPr>
            <a:xfrm>
              <a:off x="-52225525" y="3584850"/>
              <a:ext cx="30750" cy="44925"/>
            </a:xfrm>
            <a:custGeom>
              <a:avLst/>
              <a:gdLst/>
              <a:ahLst/>
              <a:cxnLst/>
              <a:rect l="l" t="t" r="r" b="b"/>
              <a:pathLst>
                <a:path w="1230" h="1797" extrusionOk="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56"/>
            <p:cNvSpPr/>
            <p:nvPr/>
          </p:nvSpPr>
          <p:spPr>
            <a:xfrm>
              <a:off x="-52412200" y="3694325"/>
              <a:ext cx="205600" cy="208525"/>
            </a:xfrm>
            <a:custGeom>
              <a:avLst/>
              <a:gdLst/>
              <a:ahLst/>
              <a:cxnLst/>
              <a:rect l="l" t="t" r="r" b="b"/>
              <a:pathLst>
                <a:path w="8224" h="8341" extrusionOk="0">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56"/>
            <p:cNvSpPr/>
            <p:nvPr/>
          </p:nvSpPr>
          <p:spPr>
            <a:xfrm>
              <a:off x="-52430300" y="3619500"/>
              <a:ext cx="219775" cy="92975"/>
            </a:xfrm>
            <a:custGeom>
              <a:avLst/>
              <a:gdLst/>
              <a:ahLst/>
              <a:cxnLst/>
              <a:rect l="l" t="t" r="r" b="b"/>
              <a:pathLst>
                <a:path w="8791" h="3719" extrusionOk="0">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9" name="Google Shape;7719;p56"/>
            <p:cNvSpPr/>
            <p:nvPr/>
          </p:nvSpPr>
          <p:spPr>
            <a:xfrm>
              <a:off x="-52192450" y="3666775"/>
              <a:ext cx="42550" cy="120525"/>
            </a:xfrm>
            <a:custGeom>
              <a:avLst/>
              <a:gdLst/>
              <a:ahLst/>
              <a:cxnLst/>
              <a:rect l="l" t="t" r="r" b="b"/>
              <a:pathLst>
                <a:path w="1702" h="4821" extrusionOk="0">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56"/>
            <p:cNvSpPr/>
            <p:nvPr/>
          </p:nvSpPr>
          <p:spPr>
            <a:xfrm>
              <a:off x="-52450000"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1" name="Google Shape;7721;p56"/>
          <p:cNvGrpSpPr/>
          <p:nvPr/>
        </p:nvGrpSpPr>
        <p:grpSpPr>
          <a:xfrm>
            <a:off x="7533131" y="3822621"/>
            <a:ext cx="314662" cy="357226"/>
            <a:chOff x="-52440550" y="3977875"/>
            <a:chExt cx="279625" cy="317450"/>
          </a:xfrm>
        </p:grpSpPr>
        <p:sp>
          <p:nvSpPr>
            <p:cNvPr id="7722" name="Google Shape;7722;p56"/>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56"/>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56"/>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56"/>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56"/>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56"/>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56"/>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56"/>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0" name="Google Shape;7730;p56"/>
          <p:cNvGrpSpPr/>
          <p:nvPr/>
        </p:nvGrpSpPr>
        <p:grpSpPr>
          <a:xfrm>
            <a:off x="6645066" y="4278827"/>
            <a:ext cx="314662" cy="358999"/>
            <a:chOff x="-51623775" y="3584850"/>
            <a:chExt cx="279625" cy="319025"/>
          </a:xfrm>
        </p:grpSpPr>
        <p:sp>
          <p:nvSpPr>
            <p:cNvPr id="7731" name="Google Shape;7731;p56"/>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56"/>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56"/>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56"/>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56"/>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56"/>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56"/>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56"/>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56"/>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7743"/>
        <p:cNvGrpSpPr/>
        <p:nvPr/>
      </p:nvGrpSpPr>
      <p:grpSpPr>
        <a:xfrm>
          <a:off x="0" y="0"/>
          <a:ext cx="0" cy="0"/>
          <a:chOff x="0" y="0"/>
          <a:chExt cx="0" cy="0"/>
        </a:xfrm>
      </p:grpSpPr>
      <p:sp>
        <p:nvSpPr>
          <p:cNvPr id="7744" name="Google Shape;7744;p57"/>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latin typeface="Arial"/>
                <a:ea typeface="Arial"/>
                <a:cs typeface="Arial"/>
                <a:sym typeface="Arial"/>
              </a:rPr>
              <a:t>Creative Process I</a:t>
            </a:r>
            <a:r>
              <a:rPr lang="es">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745" name="Google Shape;7745;p57"/>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latin typeface="Arial"/>
                <a:ea typeface="Arial"/>
                <a:cs typeface="Arial"/>
                <a:sym typeface="Arial"/>
              </a:rPr>
              <a:t>Performing Arts Icons</a:t>
            </a:r>
            <a:endParaRPr>
              <a:solidFill>
                <a:srgbClr val="FFFFFF"/>
              </a:solidFill>
              <a:latin typeface="Arial"/>
              <a:ea typeface="Arial"/>
              <a:cs typeface="Arial"/>
              <a:sym typeface="Arial"/>
            </a:endParaRPr>
          </a:p>
        </p:txBody>
      </p:sp>
      <p:grpSp>
        <p:nvGrpSpPr>
          <p:cNvPr id="7746" name="Google Shape;7746;p57"/>
          <p:cNvGrpSpPr/>
          <p:nvPr/>
        </p:nvGrpSpPr>
        <p:grpSpPr>
          <a:xfrm>
            <a:off x="885675" y="1539249"/>
            <a:ext cx="276003" cy="357300"/>
            <a:chOff x="-50469125" y="3183175"/>
            <a:chExt cx="233150" cy="301825"/>
          </a:xfrm>
        </p:grpSpPr>
        <p:sp>
          <p:nvSpPr>
            <p:cNvPr id="7747" name="Google Shape;7747;p57"/>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57"/>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57"/>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0" name="Google Shape;7750;p57"/>
          <p:cNvGrpSpPr/>
          <p:nvPr/>
        </p:nvGrpSpPr>
        <p:grpSpPr>
          <a:xfrm>
            <a:off x="845574" y="1974651"/>
            <a:ext cx="356205" cy="355288"/>
            <a:chOff x="-50504575" y="3550975"/>
            <a:chExt cx="300900" cy="300125"/>
          </a:xfrm>
        </p:grpSpPr>
        <p:sp>
          <p:nvSpPr>
            <p:cNvPr id="7751" name="Google Shape;7751;p57"/>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57"/>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57"/>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57"/>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5" name="Google Shape;7755;p57"/>
          <p:cNvGrpSpPr/>
          <p:nvPr/>
        </p:nvGrpSpPr>
        <p:grpSpPr>
          <a:xfrm>
            <a:off x="845574" y="2412893"/>
            <a:ext cx="356205" cy="354341"/>
            <a:chOff x="-50503000" y="3921175"/>
            <a:chExt cx="300900" cy="299325"/>
          </a:xfrm>
        </p:grpSpPr>
        <p:sp>
          <p:nvSpPr>
            <p:cNvPr id="7756" name="Google Shape;7756;p57"/>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57"/>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57"/>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57"/>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57"/>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1" name="Google Shape;7761;p57"/>
          <p:cNvGrpSpPr/>
          <p:nvPr/>
        </p:nvGrpSpPr>
        <p:grpSpPr>
          <a:xfrm>
            <a:off x="3049627" y="1558811"/>
            <a:ext cx="355258" cy="356205"/>
            <a:chOff x="-48630025" y="3199700"/>
            <a:chExt cx="300100" cy="300900"/>
          </a:xfrm>
        </p:grpSpPr>
        <p:sp>
          <p:nvSpPr>
            <p:cNvPr id="7762" name="Google Shape;7762;p57"/>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57"/>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57"/>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5" name="Google Shape;7765;p57"/>
          <p:cNvGrpSpPr/>
          <p:nvPr/>
        </p:nvGrpSpPr>
        <p:grpSpPr>
          <a:xfrm>
            <a:off x="3049627" y="1996107"/>
            <a:ext cx="355258" cy="355258"/>
            <a:chOff x="-48630025" y="3569100"/>
            <a:chExt cx="300100" cy="300100"/>
          </a:xfrm>
        </p:grpSpPr>
        <p:sp>
          <p:nvSpPr>
            <p:cNvPr id="7766" name="Google Shape;7766;p57"/>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57"/>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57"/>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57"/>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57"/>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57"/>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57"/>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57"/>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57"/>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57"/>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6" name="Google Shape;7776;p57"/>
          <p:cNvGrpSpPr/>
          <p:nvPr/>
        </p:nvGrpSpPr>
        <p:grpSpPr>
          <a:xfrm>
            <a:off x="3050101" y="2433403"/>
            <a:ext cx="354311" cy="353394"/>
            <a:chOff x="-48629225" y="3938500"/>
            <a:chExt cx="299300" cy="298525"/>
          </a:xfrm>
        </p:grpSpPr>
        <p:sp>
          <p:nvSpPr>
            <p:cNvPr id="7777" name="Google Shape;7777;p57"/>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57"/>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57"/>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57"/>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1" name="Google Shape;7781;p57"/>
          <p:cNvGrpSpPr/>
          <p:nvPr/>
        </p:nvGrpSpPr>
        <p:grpSpPr>
          <a:xfrm>
            <a:off x="1785504" y="2904744"/>
            <a:ext cx="311458" cy="354341"/>
            <a:chOff x="-46762575" y="3200500"/>
            <a:chExt cx="263100" cy="299325"/>
          </a:xfrm>
        </p:grpSpPr>
        <p:sp>
          <p:nvSpPr>
            <p:cNvPr id="7782" name="Google Shape;7782;p57"/>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57"/>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57"/>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57"/>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57"/>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7" name="Google Shape;7787;p57"/>
          <p:cNvGrpSpPr/>
          <p:nvPr/>
        </p:nvGrpSpPr>
        <p:grpSpPr>
          <a:xfrm>
            <a:off x="1763589" y="3363466"/>
            <a:ext cx="355288" cy="312375"/>
            <a:chOff x="-46779900" y="3588000"/>
            <a:chExt cx="300125" cy="263875"/>
          </a:xfrm>
        </p:grpSpPr>
        <p:sp>
          <p:nvSpPr>
            <p:cNvPr id="7788" name="Google Shape;7788;p57"/>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57"/>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57"/>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57"/>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2" name="Google Shape;7792;p57"/>
          <p:cNvGrpSpPr/>
          <p:nvPr/>
        </p:nvGrpSpPr>
        <p:grpSpPr>
          <a:xfrm>
            <a:off x="1764062" y="3778388"/>
            <a:ext cx="354341" cy="353394"/>
            <a:chOff x="-46779100" y="3938500"/>
            <a:chExt cx="299325" cy="298525"/>
          </a:xfrm>
        </p:grpSpPr>
        <p:sp>
          <p:nvSpPr>
            <p:cNvPr id="7793" name="Google Shape;7793;p57"/>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57"/>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5" name="Google Shape;7795;p57"/>
          <p:cNvGrpSpPr/>
          <p:nvPr/>
        </p:nvGrpSpPr>
        <p:grpSpPr>
          <a:xfrm>
            <a:off x="3971800" y="2911255"/>
            <a:ext cx="355258" cy="355288"/>
            <a:chOff x="-44924250" y="3206000"/>
            <a:chExt cx="300100" cy="300125"/>
          </a:xfrm>
        </p:grpSpPr>
        <p:sp>
          <p:nvSpPr>
            <p:cNvPr id="7796" name="Google Shape;7796;p57"/>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57"/>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57"/>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57"/>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57"/>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1" name="Google Shape;7801;p57"/>
          <p:cNvGrpSpPr/>
          <p:nvPr/>
        </p:nvGrpSpPr>
        <p:grpSpPr>
          <a:xfrm>
            <a:off x="1286286" y="1539249"/>
            <a:ext cx="355258" cy="355258"/>
            <a:chOff x="-50134375" y="3183175"/>
            <a:chExt cx="300100" cy="300100"/>
          </a:xfrm>
        </p:grpSpPr>
        <p:sp>
          <p:nvSpPr>
            <p:cNvPr id="7802" name="Google Shape;7802;p57"/>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57"/>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57"/>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57"/>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57"/>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57"/>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57"/>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57"/>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57"/>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57"/>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2" name="Google Shape;7812;p57"/>
          <p:cNvGrpSpPr/>
          <p:nvPr/>
        </p:nvGrpSpPr>
        <p:grpSpPr>
          <a:xfrm>
            <a:off x="1286286" y="1974651"/>
            <a:ext cx="355258" cy="355288"/>
            <a:chOff x="-50134375" y="3550975"/>
            <a:chExt cx="300100" cy="300125"/>
          </a:xfrm>
        </p:grpSpPr>
        <p:sp>
          <p:nvSpPr>
            <p:cNvPr id="7813" name="Google Shape;7813;p57"/>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57"/>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5" name="Google Shape;7815;p57"/>
          <p:cNvGrpSpPr/>
          <p:nvPr/>
        </p:nvGrpSpPr>
        <p:grpSpPr>
          <a:xfrm>
            <a:off x="1286286" y="2412183"/>
            <a:ext cx="355258" cy="355051"/>
            <a:chOff x="-50134375" y="3920575"/>
            <a:chExt cx="300100" cy="299925"/>
          </a:xfrm>
        </p:grpSpPr>
        <p:sp>
          <p:nvSpPr>
            <p:cNvPr id="7816" name="Google Shape;7816;p57"/>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57"/>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57"/>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9" name="Google Shape;7819;p57"/>
          <p:cNvGrpSpPr/>
          <p:nvPr/>
        </p:nvGrpSpPr>
        <p:grpSpPr>
          <a:xfrm>
            <a:off x="3497010" y="1559758"/>
            <a:ext cx="357123" cy="355258"/>
            <a:chOff x="-48262200" y="3200500"/>
            <a:chExt cx="301675" cy="300100"/>
          </a:xfrm>
        </p:grpSpPr>
        <p:sp>
          <p:nvSpPr>
            <p:cNvPr id="7820" name="Google Shape;7820;p57"/>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57"/>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57"/>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57"/>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57"/>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57"/>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57"/>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57"/>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57"/>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9" name="Google Shape;7829;p57"/>
          <p:cNvGrpSpPr/>
          <p:nvPr/>
        </p:nvGrpSpPr>
        <p:grpSpPr>
          <a:xfrm>
            <a:off x="3526383" y="1996847"/>
            <a:ext cx="298377" cy="354519"/>
            <a:chOff x="-48233050" y="3569725"/>
            <a:chExt cx="252050" cy="299475"/>
          </a:xfrm>
        </p:grpSpPr>
        <p:sp>
          <p:nvSpPr>
            <p:cNvPr id="7830" name="Google Shape;7830;p57"/>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57"/>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57"/>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3" name="Google Shape;7833;p57"/>
          <p:cNvGrpSpPr/>
          <p:nvPr/>
        </p:nvGrpSpPr>
        <p:grpSpPr>
          <a:xfrm>
            <a:off x="3550148" y="2430591"/>
            <a:ext cx="250847" cy="358070"/>
            <a:chOff x="-48216525" y="3936125"/>
            <a:chExt cx="211900" cy="302475"/>
          </a:xfrm>
        </p:grpSpPr>
        <p:sp>
          <p:nvSpPr>
            <p:cNvPr id="7834" name="Google Shape;7834;p57"/>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57"/>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57"/>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57"/>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8" name="Google Shape;7838;p57"/>
          <p:cNvGrpSpPr/>
          <p:nvPr/>
        </p:nvGrpSpPr>
        <p:grpSpPr>
          <a:xfrm>
            <a:off x="2205866" y="2905661"/>
            <a:ext cx="355258" cy="355288"/>
            <a:chOff x="-46410500" y="3201275"/>
            <a:chExt cx="300100" cy="300125"/>
          </a:xfrm>
        </p:grpSpPr>
        <p:sp>
          <p:nvSpPr>
            <p:cNvPr id="7839" name="Google Shape;7839;p57"/>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57"/>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57"/>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57"/>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57"/>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4" name="Google Shape;7844;p57"/>
          <p:cNvGrpSpPr/>
          <p:nvPr/>
        </p:nvGrpSpPr>
        <p:grpSpPr>
          <a:xfrm>
            <a:off x="2205866" y="3341092"/>
            <a:ext cx="355258" cy="356205"/>
            <a:chOff x="-46409700" y="3569100"/>
            <a:chExt cx="300100" cy="300900"/>
          </a:xfrm>
        </p:grpSpPr>
        <p:sp>
          <p:nvSpPr>
            <p:cNvPr id="7845" name="Google Shape;7845;p57"/>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57"/>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57"/>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57"/>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57"/>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0" name="Google Shape;7850;p57"/>
          <p:cNvGrpSpPr/>
          <p:nvPr/>
        </p:nvGrpSpPr>
        <p:grpSpPr>
          <a:xfrm>
            <a:off x="2193747" y="3776524"/>
            <a:ext cx="379497" cy="358070"/>
            <a:chOff x="-46422300" y="3936925"/>
            <a:chExt cx="320575" cy="302475"/>
          </a:xfrm>
        </p:grpSpPr>
        <p:sp>
          <p:nvSpPr>
            <p:cNvPr id="7851" name="Google Shape;7851;p57"/>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57"/>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3" name="Google Shape;7853;p57"/>
          <p:cNvGrpSpPr/>
          <p:nvPr/>
        </p:nvGrpSpPr>
        <p:grpSpPr>
          <a:xfrm>
            <a:off x="3971326" y="3330852"/>
            <a:ext cx="356205" cy="355258"/>
            <a:chOff x="-44914800" y="3560450"/>
            <a:chExt cx="300900" cy="300100"/>
          </a:xfrm>
        </p:grpSpPr>
        <p:sp>
          <p:nvSpPr>
            <p:cNvPr id="7854" name="Google Shape;7854;p57"/>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57"/>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57"/>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57"/>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57"/>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9" name="Google Shape;7859;p57"/>
          <p:cNvGrpSpPr/>
          <p:nvPr/>
        </p:nvGrpSpPr>
        <p:grpSpPr>
          <a:xfrm>
            <a:off x="1726378" y="1539486"/>
            <a:ext cx="354311" cy="354104"/>
            <a:chOff x="-49764975" y="3183375"/>
            <a:chExt cx="299300" cy="299125"/>
          </a:xfrm>
        </p:grpSpPr>
        <p:sp>
          <p:nvSpPr>
            <p:cNvPr id="7860" name="Google Shape;7860;p57"/>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57"/>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57"/>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57"/>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57"/>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57"/>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57"/>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57"/>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57"/>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9" name="Google Shape;7869;p57"/>
          <p:cNvGrpSpPr/>
          <p:nvPr/>
        </p:nvGrpSpPr>
        <p:grpSpPr>
          <a:xfrm>
            <a:off x="1726378" y="1974947"/>
            <a:ext cx="354311" cy="355909"/>
            <a:chOff x="-49764975" y="3551225"/>
            <a:chExt cx="299300" cy="300650"/>
          </a:xfrm>
        </p:grpSpPr>
        <p:sp>
          <p:nvSpPr>
            <p:cNvPr id="7870" name="Google Shape;7870;p57"/>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57"/>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57"/>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57"/>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57"/>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57"/>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57"/>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57"/>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57"/>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57"/>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57"/>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1" name="Google Shape;7881;p57"/>
          <p:cNvGrpSpPr/>
          <p:nvPr/>
        </p:nvGrpSpPr>
        <p:grpSpPr>
          <a:xfrm>
            <a:off x="1724040" y="2411710"/>
            <a:ext cx="358987" cy="355525"/>
            <a:chOff x="-49766550" y="3920175"/>
            <a:chExt cx="303250" cy="300325"/>
          </a:xfrm>
        </p:grpSpPr>
        <p:sp>
          <p:nvSpPr>
            <p:cNvPr id="7882" name="Google Shape;7882;p57"/>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57"/>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57"/>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57"/>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6" name="Google Shape;7886;p57"/>
          <p:cNvGrpSpPr/>
          <p:nvPr/>
        </p:nvGrpSpPr>
        <p:grpSpPr>
          <a:xfrm>
            <a:off x="3939571" y="1559758"/>
            <a:ext cx="357123" cy="354341"/>
            <a:chOff x="-47892800" y="3200500"/>
            <a:chExt cx="301675" cy="299325"/>
          </a:xfrm>
        </p:grpSpPr>
        <p:sp>
          <p:nvSpPr>
            <p:cNvPr id="7887" name="Google Shape;7887;p57"/>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57"/>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57"/>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57"/>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57"/>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57"/>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3" name="Google Shape;7893;p57"/>
          <p:cNvGrpSpPr/>
          <p:nvPr/>
        </p:nvGrpSpPr>
        <p:grpSpPr>
          <a:xfrm>
            <a:off x="4003437" y="1996107"/>
            <a:ext cx="229391" cy="355258"/>
            <a:chOff x="-47839250" y="3569100"/>
            <a:chExt cx="193775" cy="300100"/>
          </a:xfrm>
        </p:grpSpPr>
        <p:sp>
          <p:nvSpPr>
            <p:cNvPr id="7894" name="Google Shape;7894;p57"/>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57"/>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57"/>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57"/>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57"/>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57"/>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0" name="Google Shape;7900;p57"/>
          <p:cNvGrpSpPr/>
          <p:nvPr/>
        </p:nvGrpSpPr>
        <p:grpSpPr>
          <a:xfrm>
            <a:off x="3940503" y="2432456"/>
            <a:ext cx="355258" cy="356205"/>
            <a:chOff x="-47892800" y="3937700"/>
            <a:chExt cx="300100" cy="300900"/>
          </a:xfrm>
        </p:grpSpPr>
        <p:sp>
          <p:nvSpPr>
            <p:cNvPr id="7901" name="Google Shape;7901;p57"/>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57"/>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57"/>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57"/>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57"/>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57"/>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57"/>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57"/>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9" name="Google Shape;7909;p57"/>
          <p:cNvGrpSpPr/>
          <p:nvPr/>
        </p:nvGrpSpPr>
        <p:grpSpPr>
          <a:xfrm>
            <a:off x="2645798" y="2926170"/>
            <a:ext cx="355258" cy="311458"/>
            <a:chOff x="-46042675" y="3218600"/>
            <a:chExt cx="300100" cy="263100"/>
          </a:xfrm>
        </p:grpSpPr>
        <p:sp>
          <p:nvSpPr>
            <p:cNvPr id="7910" name="Google Shape;7910;p57"/>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57"/>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57"/>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57"/>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57"/>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57"/>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6" name="Google Shape;7916;p57"/>
          <p:cNvGrpSpPr/>
          <p:nvPr/>
        </p:nvGrpSpPr>
        <p:grpSpPr>
          <a:xfrm>
            <a:off x="2645798" y="3340619"/>
            <a:ext cx="355258" cy="323118"/>
            <a:chOff x="-46042675" y="3568700"/>
            <a:chExt cx="300100" cy="272950"/>
          </a:xfrm>
        </p:grpSpPr>
        <p:sp>
          <p:nvSpPr>
            <p:cNvPr id="7917" name="Google Shape;7917;p57"/>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57"/>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57"/>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57"/>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1" name="Google Shape;7921;p57"/>
          <p:cNvGrpSpPr/>
          <p:nvPr/>
        </p:nvGrpSpPr>
        <p:grpSpPr>
          <a:xfrm>
            <a:off x="2687749" y="3777589"/>
            <a:ext cx="271357" cy="356057"/>
            <a:chOff x="-46007225" y="3937825"/>
            <a:chExt cx="229225" cy="300775"/>
          </a:xfrm>
        </p:grpSpPr>
        <p:sp>
          <p:nvSpPr>
            <p:cNvPr id="7922" name="Google Shape;7922;p57"/>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57"/>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57"/>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57"/>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57"/>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57"/>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57"/>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57"/>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57"/>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57"/>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2" name="Google Shape;7932;p57"/>
          <p:cNvGrpSpPr/>
          <p:nvPr/>
        </p:nvGrpSpPr>
        <p:grpSpPr>
          <a:xfrm>
            <a:off x="3993241" y="3767675"/>
            <a:ext cx="312375" cy="357596"/>
            <a:chOff x="-44895900" y="3929450"/>
            <a:chExt cx="263875" cy="302075"/>
          </a:xfrm>
        </p:grpSpPr>
        <p:sp>
          <p:nvSpPr>
            <p:cNvPr id="7933" name="Google Shape;7933;p57"/>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57"/>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57"/>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57"/>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57"/>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57"/>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9" name="Google Shape;7939;p57"/>
          <p:cNvGrpSpPr/>
          <p:nvPr/>
        </p:nvGrpSpPr>
        <p:grpSpPr>
          <a:xfrm>
            <a:off x="2167060" y="1550436"/>
            <a:ext cx="356205" cy="332885"/>
            <a:chOff x="-49397175" y="3192625"/>
            <a:chExt cx="300900" cy="281200"/>
          </a:xfrm>
        </p:grpSpPr>
        <p:sp>
          <p:nvSpPr>
            <p:cNvPr id="7940" name="Google Shape;7940;p57"/>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57"/>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57"/>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57"/>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57"/>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57"/>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57"/>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7" name="Google Shape;7947;p57"/>
          <p:cNvGrpSpPr/>
          <p:nvPr/>
        </p:nvGrpSpPr>
        <p:grpSpPr>
          <a:xfrm>
            <a:off x="2193163" y="1974651"/>
            <a:ext cx="304000" cy="356205"/>
            <a:chOff x="-49375900" y="3550975"/>
            <a:chExt cx="256800" cy="300900"/>
          </a:xfrm>
        </p:grpSpPr>
        <p:sp>
          <p:nvSpPr>
            <p:cNvPr id="7948" name="Google Shape;7948;p57"/>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57"/>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57"/>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57"/>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57"/>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57"/>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57"/>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57"/>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57"/>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57"/>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57"/>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9" name="Google Shape;7959;p57"/>
          <p:cNvGrpSpPr/>
          <p:nvPr/>
        </p:nvGrpSpPr>
        <p:grpSpPr>
          <a:xfrm>
            <a:off x="2188516" y="2411946"/>
            <a:ext cx="313293" cy="356205"/>
            <a:chOff x="-49378250" y="3920375"/>
            <a:chExt cx="264650" cy="300900"/>
          </a:xfrm>
        </p:grpSpPr>
        <p:sp>
          <p:nvSpPr>
            <p:cNvPr id="7960" name="Google Shape;7960;p57"/>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57"/>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57"/>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57"/>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57"/>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57"/>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57"/>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7" name="Google Shape;7967;p57"/>
          <p:cNvGrpSpPr/>
          <p:nvPr/>
        </p:nvGrpSpPr>
        <p:grpSpPr>
          <a:xfrm>
            <a:off x="907504" y="2904744"/>
            <a:ext cx="312375" cy="357123"/>
            <a:chOff x="-47505300" y="3200500"/>
            <a:chExt cx="263875" cy="301675"/>
          </a:xfrm>
        </p:grpSpPr>
        <p:sp>
          <p:nvSpPr>
            <p:cNvPr id="7968" name="Google Shape;7968;p57"/>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57"/>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57"/>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57"/>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57"/>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57"/>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57"/>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57"/>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57"/>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57"/>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57"/>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57"/>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57"/>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1" name="Google Shape;7981;p57"/>
          <p:cNvGrpSpPr/>
          <p:nvPr/>
        </p:nvGrpSpPr>
        <p:grpSpPr>
          <a:xfrm>
            <a:off x="885604" y="3341092"/>
            <a:ext cx="356176" cy="355051"/>
            <a:chOff x="-47524975" y="3569100"/>
            <a:chExt cx="300875" cy="299925"/>
          </a:xfrm>
        </p:grpSpPr>
        <p:sp>
          <p:nvSpPr>
            <p:cNvPr id="7982" name="Google Shape;7982;p57"/>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57"/>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57"/>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57"/>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57"/>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7" name="Google Shape;7987;p57"/>
          <p:cNvGrpSpPr/>
          <p:nvPr/>
        </p:nvGrpSpPr>
        <p:grpSpPr>
          <a:xfrm>
            <a:off x="886062" y="3820354"/>
            <a:ext cx="355258" cy="270410"/>
            <a:chOff x="-47523400" y="3973950"/>
            <a:chExt cx="300100" cy="228425"/>
          </a:xfrm>
        </p:grpSpPr>
        <p:sp>
          <p:nvSpPr>
            <p:cNvPr id="7988" name="Google Shape;7988;p57"/>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57"/>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57"/>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57"/>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57"/>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3" name="Google Shape;7993;p57"/>
          <p:cNvGrpSpPr/>
          <p:nvPr/>
        </p:nvGrpSpPr>
        <p:grpSpPr>
          <a:xfrm>
            <a:off x="3091183" y="2903353"/>
            <a:ext cx="354341" cy="357596"/>
            <a:chOff x="-45673275" y="3199325"/>
            <a:chExt cx="299325" cy="302075"/>
          </a:xfrm>
        </p:grpSpPr>
        <p:sp>
          <p:nvSpPr>
            <p:cNvPr id="7994" name="Google Shape;7994;p57"/>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57"/>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57"/>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7" name="Google Shape;7997;p57"/>
          <p:cNvGrpSpPr/>
          <p:nvPr/>
        </p:nvGrpSpPr>
        <p:grpSpPr>
          <a:xfrm>
            <a:off x="3090251" y="3361602"/>
            <a:ext cx="356205" cy="314240"/>
            <a:chOff x="-45674075" y="3586425"/>
            <a:chExt cx="300900" cy="265450"/>
          </a:xfrm>
        </p:grpSpPr>
        <p:sp>
          <p:nvSpPr>
            <p:cNvPr id="7998" name="Google Shape;7998;p57"/>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57"/>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0" name="Google Shape;8000;p57"/>
          <p:cNvGrpSpPr/>
          <p:nvPr/>
        </p:nvGrpSpPr>
        <p:grpSpPr>
          <a:xfrm>
            <a:off x="3091183" y="3777441"/>
            <a:ext cx="354341" cy="356205"/>
            <a:chOff x="-45673275" y="3937700"/>
            <a:chExt cx="299325" cy="300900"/>
          </a:xfrm>
        </p:grpSpPr>
        <p:sp>
          <p:nvSpPr>
            <p:cNvPr id="8001" name="Google Shape;8001;p57"/>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57"/>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57"/>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57"/>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57"/>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57"/>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7" name="Google Shape;8007;p57"/>
          <p:cNvGrpSpPr/>
          <p:nvPr/>
        </p:nvGrpSpPr>
        <p:grpSpPr>
          <a:xfrm>
            <a:off x="2205349" y="4270225"/>
            <a:ext cx="356205" cy="356205"/>
            <a:chOff x="-44512325" y="3176075"/>
            <a:chExt cx="300900" cy="300900"/>
          </a:xfrm>
        </p:grpSpPr>
        <p:sp>
          <p:nvSpPr>
            <p:cNvPr id="8008" name="Google Shape;8008;p57"/>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57"/>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57"/>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1" name="Google Shape;8011;p57"/>
          <p:cNvGrpSpPr/>
          <p:nvPr/>
        </p:nvGrpSpPr>
        <p:grpSpPr>
          <a:xfrm>
            <a:off x="2608689" y="1539249"/>
            <a:ext cx="354341" cy="354341"/>
            <a:chOff x="-49027775" y="3183175"/>
            <a:chExt cx="299325" cy="299325"/>
          </a:xfrm>
        </p:grpSpPr>
        <p:sp>
          <p:nvSpPr>
            <p:cNvPr id="8012" name="Google Shape;8012;p57"/>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57"/>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57"/>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57"/>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6" name="Google Shape;8016;p57"/>
          <p:cNvGrpSpPr/>
          <p:nvPr/>
        </p:nvGrpSpPr>
        <p:grpSpPr>
          <a:xfrm>
            <a:off x="2608230" y="1974651"/>
            <a:ext cx="355258" cy="357152"/>
            <a:chOff x="-49027775" y="3550975"/>
            <a:chExt cx="300100" cy="301700"/>
          </a:xfrm>
        </p:grpSpPr>
        <p:sp>
          <p:nvSpPr>
            <p:cNvPr id="8017" name="Google Shape;8017;p57"/>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57"/>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57"/>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57"/>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57"/>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57"/>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57"/>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57"/>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57"/>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57"/>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7" name="Google Shape;8027;p57"/>
          <p:cNvGrpSpPr/>
          <p:nvPr/>
        </p:nvGrpSpPr>
        <p:grpSpPr>
          <a:xfrm>
            <a:off x="2606306" y="2411710"/>
            <a:ext cx="359106" cy="355525"/>
            <a:chOff x="-49031025" y="3920175"/>
            <a:chExt cx="303350" cy="300325"/>
          </a:xfrm>
        </p:grpSpPr>
        <p:sp>
          <p:nvSpPr>
            <p:cNvPr id="8028" name="Google Shape;8028;p57"/>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57"/>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57"/>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57"/>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2" name="Google Shape;8032;p57"/>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3" name="Google Shape;8033;p57"/>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4" name="Google Shape;8034;p57"/>
          <p:cNvGrpSpPr/>
          <p:nvPr/>
        </p:nvGrpSpPr>
        <p:grpSpPr>
          <a:xfrm>
            <a:off x="1322411" y="2904744"/>
            <a:ext cx="356176" cy="354341"/>
            <a:chOff x="-47155575" y="3200500"/>
            <a:chExt cx="300875" cy="299325"/>
          </a:xfrm>
        </p:grpSpPr>
        <p:sp>
          <p:nvSpPr>
            <p:cNvPr id="8035" name="Google Shape;8035;p57"/>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57"/>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7" name="Google Shape;8037;p57"/>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8" name="Google Shape;8038;p57"/>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57"/>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57"/>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1" name="Google Shape;8041;p57"/>
          <p:cNvGrpSpPr/>
          <p:nvPr/>
        </p:nvGrpSpPr>
        <p:grpSpPr>
          <a:xfrm>
            <a:off x="1322870" y="3341092"/>
            <a:ext cx="355258" cy="355258"/>
            <a:chOff x="-47154800" y="3569100"/>
            <a:chExt cx="300100" cy="300100"/>
          </a:xfrm>
        </p:grpSpPr>
        <p:sp>
          <p:nvSpPr>
            <p:cNvPr id="8042" name="Google Shape;8042;p57"/>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57"/>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57"/>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5" name="Google Shape;8045;p57"/>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6" name="Google Shape;8046;p57"/>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57"/>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8" name="Google Shape;8048;p57"/>
          <p:cNvGrpSpPr/>
          <p:nvPr/>
        </p:nvGrpSpPr>
        <p:grpSpPr>
          <a:xfrm>
            <a:off x="1323343" y="3779305"/>
            <a:ext cx="354311" cy="353423"/>
            <a:chOff x="-47154000" y="3939275"/>
            <a:chExt cx="299300" cy="298550"/>
          </a:xfrm>
        </p:grpSpPr>
        <p:sp>
          <p:nvSpPr>
            <p:cNvPr id="8049" name="Google Shape;8049;p57"/>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0" name="Google Shape;8050;p57"/>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57"/>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57"/>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3" name="Google Shape;8053;p57"/>
          <p:cNvGrpSpPr/>
          <p:nvPr/>
        </p:nvGrpSpPr>
        <p:grpSpPr>
          <a:xfrm>
            <a:off x="3548633" y="2904744"/>
            <a:ext cx="312375" cy="354341"/>
            <a:chOff x="-45286550" y="3200500"/>
            <a:chExt cx="263875" cy="299325"/>
          </a:xfrm>
        </p:grpSpPr>
        <p:sp>
          <p:nvSpPr>
            <p:cNvPr id="8054" name="Google Shape;8054;p57"/>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57"/>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6" name="Google Shape;8056;p57"/>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7" name="Google Shape;8057;p57"/>
          <p:cNvGrpSpPr/>
          <p:nvPr/>
        </p:nvGrpSpPr>
        <p:grpSpPr>
          <a:xfrm>
            <a:off x="3548633" y="3342039"/>
            <a:ext cx="312375" cy="354311"/>
            <a:chOff x="-45286550" y="3569900"/>
            <a:chExt cx="263875" cy="299300"/>
          </a:xfrm>
        </p:grpSpPr>
        <p:sp>
          <p:nvSpPr>
            <p:cNvPr id="8058" name="Google Shape;8058;p57"/>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57"/>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57"/>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1" name="Google Shape;8061;p57"/>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2" name="Google Shape;8062;p57"/>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57"/>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4" name="Google Shape;8064;p57"/>
          <p:cNvGrpSpPr/>
          <p:nvPr/>
        </p:nvGrpSpPr>
        <p:grpSpPr>
          <a:xfrm>
            <a:off x="3559820" y="3778388"/>
            <a:ext cx="290001" cy="355258"/>
            <a:chOff x="-45277900" y="3938500"/>
            <a:chExt cx="244975" cy="300100"/>
          </a:xfrm>
        </p:grpSpPr>
        <p:sp>
          <p:nvSpPr>
            <p:cNvPr id="8065" name="Google Shape;8065;p57"/>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57"/>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7" name="Google Shape;8067;p57"/>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8" name="Google Shape;8068;p57"/>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9" name="Google Shape;8069;p57"/>
          <p:cNvGrpSpPr/>
          <p:nvPr/>
        </p:nvGrpSpPr>
        <p:grpSpPr>
          <a:xfrm>
            <a:off x="2645769" y="4247490"/>
            <a:ext cx="355258" cy="355258"/>
            <a:chOff x="-44502875" y="3576975"/>
            <a:chExt cx="300100" cy="300100"/>
          </a:xfrm>
        </p:grpSpPr>
        <p:sp>
          <p:nvSpPr>
            <p:cNvPr id="8070" name="Google Shape;8070;p57"/>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1" name="Google Shape;8071;p57"/>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57"/>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3" name="Google Shape;8073;p57"/>
          <p:cNvGrpSpPr/>
          <p:nvPr/>
        </p:nvGrpSpPr>
        <p:grpSpPr>
          <a:xfrm>
            <a:off x="4858981" y="1973145"/>
            <a:ext cx="356196" cy="354670"/>
            <a:chOff x="-13946200" y="3647075"/>
            <a:chExt cx="353650" cy="352100"/>
          </a:xfrm>
        </p:grpSpPr>
        <p:sp>
          <p:nvSpPr>
            <p:cNvPr id="8074" name="Google Shape;8074;p57"/>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5" name="Google Shape;8075;p57"/>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6" name="Google Shape;8076;p57"/>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57"/>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57"/>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57"/>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0" name="Google Shape;8080;p57"/>
          <p:cNvGrpSpPr/>
          <p:nvPr/>
        </p:nvGrpSpPr>
        <p:grpSpPr>
          <a:xfrm>
            <a:off x="6642374" y="1532628"/>
            <a:ext cx="357002" cy="354267"/>
            <a:chOff x="-12163025" y="3214275"/>
            <a:chExt cx="354450" cy="351700"/>
          </a:xfrm>
        </p:grpSpPr>
        <p:sp>
          <p:nvSpPr>
            <p:cNvPr id="8081" name="Google Shape;8081;p57"/>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2" name="Google Shape;8082;p57"/>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57"/>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4" name="Google Shape;8084;p57"/>
          <p:cNvGrpSpPr/>
          <p:nvPr/>
        </p:nvGrpSpPr>
        <p:grpSpPr>
          <a:xfrm>
            <a:off x="6643154" y="1972365"/>
            <a:ext cx="355441" cy="356232"/>
            <a:chOff x="-12160675" y="3647875"/>
            <a:chExt cx="352900" cy="353650"/>
          </a:xfrm>
        </p:grpSpPr>
        <p:sp>
          <p:nvSpPr>
            <p:cNvPr id="8085" name="Google Shape;8085;p57"/>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6" name="Google Shape;8086;p57"/>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7" name="Google Shape;8087;p57"/>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57"/>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57"/>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57"/>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1" name="Google Shape;8091;p57"/>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2" name="Google Shape;8092;p57"/>
          <p:cNvGrpSpPr/>
          <p:nvPr/>
        </p:nvGrpSpPr>
        <p:grpSpPr>
          <a:xfrm>
            <a:off x="6653870" y="2416821"/>
            <a:ext cx="354635" cy="356232"/>
            <a:chOff x="-12160675" y="4081850"/>
            <a:chExt cx="352100" cy="353650"/>
          </a:xfrm>
        </p:grpSpPr>
        <p:sp>
          <p:nvSpPr>
            <p:cNvPr id="8093" name="Google Shape;8093;p57"/>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57"/>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57"/>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6" name="Google Shape;8096;p57"/>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57"/>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57"/>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9" name="Google Shape;8099;p57"/>
          <p:cNvGrpSpPr/>
          <p:nvPr/>
        </p:nvGrpSpPr>
        <p:grpSpPr>
          <a:xfrm>
            <a:off x="4858836" y="2891264"/>
            <a:ext cx="355416" cy="355652"/>
            <a:chOff x="-10391650" y="3180600"/>
            <a:chExt cx="352875" cy="353075"/>
          </a:xfrm>
        </p:grpSpPr>
        <p:sp>
          <p:nvSpPr>
            <p:cNvPr id="8100" name="Google Shape;8100;p57"/>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57"/>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57"/>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57"/>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57"/>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57"/>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6" name="Google Shape;8106;p57"/>
          <p:cNvGrpSpPr/>
          <p:nvPr/>
        </p:nvGrpSpPr>
        <p:grpSpPr>
          <a:xfrm>
            <a:off x="4858835" y="3368062"/>
            <a:ext cx="354635" cy="353890"/>
            <a:chOff x="-10390875" y="3616350"/>
            <a:chExt cx="352100" cy="351325"/>
          </a:xfrm>
        </p:grpSpPr>
        <p:sp>
          <p:nvSpPr>
            <p:cNvPr id="8107" name="Google Shape;8107;p57"/>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57"/>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57"/>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0" name="Google Shape;8110;p57"/>
          <p:cNvGrpSpPr/>
          <p:nvPr/>
        </p:nvGrpSpPr>
        <p:grpSpPr>
          <a:xfrm>
            <a:off x="7525810" y="2892727"/>
            <a:ext cx="312585" cy="354670"/>
            <a:chOff x="-10370400" y="4049550"/>
            <a:chExt cx="310350" cy="352100"/>
          </a:xfrm>
        </p:grpSpPr>
        <p:sp>
          <p:nvSpPr>
            <p:cNvPr id="8111" name="Google Shape;8111;p57"/>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57"/>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3" name="Google Shape;8113;p57"/>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57"/>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57"/>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6" name="Google Shape;8116;p57"/>
          <p:cNvGrpSpPr/>
          <p:nvPr/>
        </p:nvGrpSpPr>
        <p:grpSpPr>
          <a:xfrm>
            <a:off x="6630066" y="2891668"/>
            <a:ext cx="379236" cy="354847"/>
            <a:chOff x="-8674650" y="3210975"/>
            <a:chExt cx="376525" cy="352275"/>
          </a:xfrm>
        </p:grpSpPr>
        <p:sp>
          <p:nvSpPr>
            <p:cNvPr id="8117" name="Google Shape;8117;p57"/>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8" name="Google Shape;8118;p57"/>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57"/>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57"/>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57"/>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57"/>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3" name="Google Shape;8123;p57"/>
          <p:cNvGrpSpPr/>
          <p:nvPr/>
        </p:nvGrpSpPr>
        <p:grpSpPr>
          <a:xfrm>
            <a:off x="5301563" y="1973145"/>
            <a:ext cx="356221" cy="354670"/>
            <a:chOff x="-13512225" y="3647075"/>
            <a:chExt cx="353675" cy="352100"/>
          </a:xfrm>
        </p:grpSpPr>
        <p:sp>
          <p:nvSpPr>
            <p:cNvPr id="8124" name="Google Shape;8124;p57"/>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5" name="Google Shape;8125;p57"/>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57"/>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57"/>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57"/>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57"/>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0" name="Google Shape;8130;p57"/>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57"/>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57"/>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57"/>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4" name="Google Shape;8134;p57"/>
          <p:cNvGrpSpPr/>
          <p:nvPr/>
        </p:nvGrpSpPr>
        <p:grpSpPr>
          <a:xfrm>
            <a:off x="5311876" y="2417211"/>
            <a:ext cx="356221" cy="355451"/>
            <a:chOff x="-13512225" y="4080275"/>
            <a:chExt cx="353675" cy="352875"/>
          </a:xfrm>
        </p:grpSpPr>
        <p:sp>
          <p:nvSpPr>
            <p:cNvPr id="8135" name="Google Shape;8135;p57"/>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57"/>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57"/>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57"/>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57"/>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0" name="Google Shape;8140;p57"/>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57"/>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57"/>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57"/>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57"/>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57"/>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6" name="Google Shape;8146;p57"/>
          <p:cNvGrpSpPr/>
          <p:nvPr/>
        </p:nvGrpSpPr>
        <p:grpSpPr>
          <a:xfrm>
            <a:off x="7084956" y="1564572"/>
            <a:ext cx="356196" cy="290379"/>
            <a:chOff x="-11728250" y="3245400"/>
            <a:chExt cx="353650" cy="288275"/>
          </a:xfrm>
        </p:grpSpPr>
        <p:sp>
          <p:nvSpPr>
            <p:cNvPr id="8147" name="Google Shape;8147;p57"/>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57"/>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9" name="Google Shape;8149;p57"/>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0" name="Google Shape;8150;p57"/>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57"/>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2" name="Google Shape;8152;p57"/>
          <p:cNvGrpSpPr/>
          <p:nvPr/>
        </p:nvGrpSpPr>
        <p:grpSpPr>
          <a:xfrm>
            <a:off x="7117464" y="2417211"/>
            <a:ext cx="311804" cy="355451"/>
            <a:chOff x="-11703850" y="4081850"/>
            <a:chExt cx="309575" cy="352875"/>
          </a:xfrm>
        </p:grpSpPr>
        <p:sp>
          <p:nvSpPr>
            <p:cNvPr id="8153" name="Google Shape;8153;p57"/>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4" name="Google Shape;8154;p57"/>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5" name="Google Shape;8155;p57"/>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57"/>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57"/>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8" name="Google Shape;8158;p57"/>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57"/>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57"/>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1" name="Google Shape;8161;p57"/>
          <p:cNvGrpSpPr/>
          <p:nvPr/>
        </p:nvGrpSpPr>
        <p:grpSpPr>
          <a:xfrm>
            <a:off x="5306120" y="2891364"/>
            <a:ext cx="357002" cy="355451"/>
            <a:chOff x="-9958475" y="3180025"/>
            <a:chExt cx="354450" cy="352875"/>
          </a:xfrm>
        </p:grpSpPr>
        <p:sp>
          <p:nvSpPr>
            <p:cNvPr id="8162" name="Google Shape;8162;p57"/>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57"/>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57"/>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5" name="Google Shape;8165;p57"/>
          <p:cNvGrpSpPr/>
          <p:nvPr/>
        </p:nvGrpSpPr>
        <p:grpSpPr>
          <a:xfrm>
            <a:off x="5315247" y="3367345"/>
            <a:ext cx="337966" cy="355325"/>
            <a:chOff x="-9949025" y="3615575"/>
            <a:chExt cx="335550" cy="352750"/>
          </a:xfrm>
        </p:grpSpPr>
        <p:sp>
          <p:nvSpPr>
            <p:cNvPr id="8166" name="Google Shape;8166;p57"/>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57"/>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57"/>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9" name="Google Shape;8169;p57"/>
          <p:cNvGrpSpPr/>
          <p:nvPr/>
        </p:nvGrpSpPr>
        <p:grpSpPr>
          <a:xfrm>
            <a:off x="7950093" y="2890851"/>
            <a:ext cx="360175" cy="358423"/>
            <a:chOff x="-9961625" y="4048175"/>
            <a:chExt cx="357600" cy="355825"/>
          </a:xfrm>
        </p:grpSpPr>
        <p:sp>
          <p:nvSpPr>
            <p:cNvPr id="8170" name="Google Shape;8170;p57"/>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57"/>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57"/>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3" name="Google Shape;8173;p57"/>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57"/>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57"/>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6" name="Google Shape;8176;p57"/>
          <p:cNvGrpSpPr/>
          <p:nvPr/>
        </p:nvGrpSpPr>
        <p:grpSpPr>
          <a:xfrm>
            <a:off x="6636814" y="3366363"/>
            <a:ext cx="364959" cy="357289"/>
            <a:chOff x="-8680950" y="3624225"/>
            <a:chExt cx="362350" cy="354700"/>
          </a:xfrm>
        </p:grpSpPr>
        <p:sp>
          <p:nvSpPr>
            <p:cNvPr id="8177" name="Google Shape;8177;p57"/>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57"/>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57"/>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57"/>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1" name="Google Shape;8181;p57"/>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57"/>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3" name="Google Shape;8183;p57"/>
          <p:cNvGrpSpPr/>
          <p:nvPr/>
        </p:nvGrpSpPr>
        <p:grpSpPr>
          <a:xfrm>
            <a:off x="5773058" y="1532024"/>
            <a:ext cx="313365" cy="355476"/>
            <a:chOff x="-13056975" y="3212300"/>
            <a:chExt cx="311125" cy="352900"/>
          </a:xfrm>
        </p:grpSpPr>
        <p:sp>
          <p:nvSpPr>
            <p:cNvPr id="8184" name="Google Shape;8184;p57"/>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5" name="Google Shape;8185;p57"/>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57"/>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7" name="Google Shape;8187;p57"/>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8" name="Google Shape;8188;p57"/>
          <p:cNvGrpSpPr/>
          <p:nvPr/>
        </p:nvGrpSpPr>
        <p:grpSpPr>
          <a:xfrm>
            <a:off x="5750446" y="1972818"/>
            <a:ext cx="358588" cy="355325"/>
            <a:chOff x="-13077450" y="3647075"/>
            <a:chExt cx="356025" cy="352750"/>
          </a:xfrm>
        </p:grpSpPr>
        <p:sp>
          <p:nvSpPr>
            <p:cNvPr id="8189" name="Google Shape;8189;p57"/>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57"/>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1" name="Google Shape;8191;p57"/>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2" name="Google Shape;8192;p57"/>
          <p:cNvGrpSpPr/>
          <p:nvPr/>
        </p:nvGrpSpPr>
        <p:grpSpPr>
          <a:xfrm>
            <a:off x="5761552" y="2416418"/>
            <a:ext cx="357002" cy="357037"/>
            <a:chOff x="-13079025" y="4079475"/>
            <a:chExt cx="354450" cy="354450"/>
          </a:xfrm>
        </p:grpSpPr>
        <p:sp>
          <p:nvSpPr>
            <p:cNvPr id="8193" name="Google Shape;8193;p57"/>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57"/>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57"/>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57"/>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7" name="Google Shape;8197;p57"/>
          <p:cNvGrpSpPr/>
          <p:nvPr/>
        </p:nvGrpSpPr>
        <p:grpSpPr>
          <a:xfrm>
            <a:off x="7534619" y="1532427"/>
            <a:ext cx="356221" cy="354670"/>
            <a:chOff x="-11292700" y="3213875"/>
            <a:chExt cx="353675" cy="352100"/>
          </a:xfrm>
        </p:grpSpPr>
        <p:sp>
          <p:nvSpPr>
            <p:cNvPr id="8198" name="Google Shape;8198;p57"/>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57"/>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57"/>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57"/>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57"/>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57"/>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57"/>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05" name="Google Shape;8205;p57"/>
          <p:cNvGrpSpPr/>
          <p:nvPr/>
        </p:nvGrpSpPr>
        <p:grpSpPr>
          <a:xfrm>
            <a:off x="7528677" y="1972365"/>
            <a:ext cx="368106" cy="356232"/>
            <a:chOff x="-11299000" y="3647875"/>
            <a:chExt cx="365475" cy="353650"/>
          </a:xfrm>
        </p:grpSpPr>
        <p:sp>
          <p:nvSpPr>
            <p:cNvPr id="8206" name="Google Shape;8206;p57"/>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57"/>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57"/>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57"/>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57"/>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57"/>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2" name="Google Shape;8212;p57"/>
          <p:cNvGrpSpPr/>
          <p:nvPr/>
        </p:nvGrpSpPr>
        <p:grpSpPr>
          <a:xfrm>
            <a:off x="7544139" y="2428316"/>
            <a:ext cx="357808" cy="333240"/>
            <a:chOff x="-11295075" y="4092875"/>
            <a:chExt cx="355250" cy="330825"/>
          </a:xfrm>
        </p:grpSpPr>
        <p:sp>
          <p:nvSpPr>
            <p:cNvPr id="8213" name="Google Shape;8213;p57"/>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57"/>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57"/>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57"/>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57"/>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8" name="Google Shape;8218;p57"/>
          <p:cNvGrpSpPr/>
          <p:nvPr/>
        </p:nvGrpSpPr>
        <p:grpSpPr>
          <a:xfrm>
            <a:off x="5769739" y="2891364"/>
            <a:ext cx="312585" cy="355451"/>
            <a:chOff x="-9500075" y="3180800"/>
            <a:chExt cx="310350" cy="352875"/>
          </a:xfrm>
        </p:grpSpPr>
        <p:sp>
          <p:nvSpPr>
            <p:cNvPr id="8219" name="Google Shape;8219;p57"/>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57"/>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57"/>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57"/>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57"/>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57"/>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57"/>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57"/>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57"/>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8" name="Google Shape;8228;p57"/>
          <p:cNvGrpSpPr/>
          <p:nvPr/>
        </p:nvGrpSpPr>
        <p:grpSpPr>
          <a:xfrm>
            <a:off x="5747530" y="3366879"/>
            <a:ext cx="356221" cy="356257"/>
            <a:chOff x="-9523700" y="3614000"/>
            <a:chExt cx="353675" cy="353675"/>
          </a:xfrm>
        </p:grpSpPr>
        <p:sp>
          <p:nvSpPr>
            <p:cNvPr id="8229" name="Google Shape;8229;p57"/>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0" name="Google Shape;8230;p57"/>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57"/>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57"/>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57"/>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57"/>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57"/>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57"/>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57"/>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8" name="Google Shape;8238;p57"/>
          <p:cNvGrpSpPr/>
          <p:nvPr/>
        </p:nvGrpSpPr>
        <p:grpSpPr>
          <a:xfrm>
            <a:off x="7532481" y="3389521"/>
            <a:ext cx="356221" cy="354670"/>
            <a:chOff x="-9523700" y="4049550"/>
            <a:chExt cx="353675" cy="352100"/>
          </a:xfrm>
        </p:grpSpPr>
        <p:sp>
          <p:nvSpPr>
            <p:cNvPr id="8239" name="Google Shape;8239;p57"/>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57"/>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57"/>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57"/>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57"/>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57"/>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57"/>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6" name="Google Shape;8246;p57"/>
          <p:cNvGrpSpPr/>
          <p:nvPr/>
        </p:nvGrpSpPr>
        <p:grpSpPr>
          <a:xfrm>
            <a:off x="7088596" y="3389494"/>
            <a:ext cx="357002" cy="311029"/>
            <a:chOff x="-8209150" y="3659675"/>
            <a:chExt cx="354450" cy="308775"/>
          </a:xfrm>
        </p:grpSpPr>
        <p:sp>
          <p:nvSpPr>
            <p:cNvPr id="8247" name="Google Shape;8247;p57"/>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57"/>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57"/>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0" name="Google Shape;8250;p57"/>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57"/>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57"/>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3" name="Google Shape;8253;p57"/>
          <p:cNvGrpSpPr/>
          <p:nvPr/>
        </p:nvGrpSpPr>
        <p:grpSpPr>
          <a:xfrm>
            <a:off x="6202157" y="2418407"/>
            <a:ext cx="356221" cy="353059"/>
            <a:chOff x="-12643475" y="4081850"/>
            <a:chExt cx="353675" cy="350500"/>
          </a:xfrm>
        </p:grpSpPr>
        <p:sp>
          <p:nvSpPr>
            <p:cNvPr id="8254" name="Google Shape;8254;p57"/>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57"/>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57"/>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7" name="Google Shape;8257;p57"/>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58" name="Google Shape;8258;p57"/>
          <p:cNvSpPr/>
          <p:nvPr/>
        </p:nvSpPr>
        <p:spPr>
          <a:xfrm>
            <a:off x="8015262" y="1973047"/>
            <a:ext cx="273732" cy="354519"/>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59" name="Google Shape;8259;p57"/>
          <p:cNvGrpSpPr/>
          <p:nvPr/>
        </p:nvGrpSpPr>
        <p:grpSpPr>
          <a:xfrm>
            <a:off x="7984757" y="2428316"/>
            <a:ext cx="356221" cy="333240"/>
            <a:chOff x="-10858725" y="4092875"/>
            <a:chExt cx="353675" cy="330825"/>
          </a:xfrm>
        </p:grpSpPr>
        <p:sp>
          <p:nvSpPr>
            <p:cNvPr id="8260" name="Google Shape;8260;p57"/>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57"/>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57"/>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57"/>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57"/>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57"/>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6" name="Google Shape;8266;p57"/>
          <p:cNvGrpSpPr/>
          <p:nvPr/>
        </p:nvGrpSpPr>
        <p:grpSpPr>
          <a:xfrm>
            <a:off x="6243280" y="3367282"/>
            <a:ext cx="252278" cy="355451"/>
            <a:chOff x="-9039300" y="3614000"/>
            <a:chExt cx="250475" cy="352875"/>
          </a:xfrm>
        </p:grpSpPr>
        <p:sp>
          <p:nvSpPr>
            <p:cNvPr id="8267" name="Google Shape;8267;p57"/>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57"/>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9" name="Google Shape;8269;p57"/>
          <p:cNvGrpSpPr/>
          <p:nvPr/>
        </p:nvGrpSpPr>
        <p:grpSpPr>
          <a:xfrm>
            <a:off x="7975246" y="3389521"/>
            <a:ext cx="354635" cy="354670"/>
            <a:chOff x="-9088150" y="4049550"/>
            <a:chExt cx="352100" cy="352100"/>
          </a:xfrm>
        </p:grpSpPr>
        <p:sp>
          <p:nvSpPr>
            <p:cNvPr id="8270" name="Google Shape;8270;p57"/>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57"/>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57"/>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57"/>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57"/>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5" name="Google Shape;8275;p57"/>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6" name="Google Shape;8276;p57"/>
          <p:cNvGrpSpPr/>
          <p:nvPr/>
        </p:nvGrpSpPr>
        <p:grpSpPr>
          <a:xfrm>
            <a:off x="7109610" y="2891754"/>
            <a:ext cx="315757" cy="354670"/>
            <a:chOff x="-8191825" y="3174500"/>
            <a:chExt cx="313500" cy="352100"/>
          </a:xfrm>
        </p:grpSpPr>
        <p:sp>
          <p:nvSpPr>
            <p:cNvPr id="8277" name="Google Shape;8277;p57"/>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57"/>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57"/>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0" name="Google Shape;8280;p57"/>
          <p:cNvGrpSpPr/>
          <p:nvPr/>
        </p:nvGrpSpPr>
        <p:grpSpPr>
          <a:xfrm>
            <a:off x="4858968" y="1532275"/>
            <a:ext cx="356221" cy="354973"/>
            <a:chOff x="-13947000" y="3212800"/>
            <a:chExt cx="353675" cy="352400"/>
          </a:xfrm>
        </p:grpSpPr>
        <p:sp>
          <p:nvSpPr>
            <p:cNvPr id="8281" name="Google Shape;8281;p57"/>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2" name="Google Shape;8282;p57"/>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3" name="Google Shape;8283;p57"/>
          <p:cNvSpPr/>
          <p:nvPr/>
        </p:nvSpPr>
        <p:spPr>
          <a:xfrm>
            <a:off x="4902088" y="2417809"/>
            <a:ext cx="271340" cy="353864"/>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84" name="Google Shape;8284;p57"/>
          <p:cNvGrpSpPr/>
          <p:nvPr/>
        </p:nvGrpSpPr>
        <p:grpSpPr>
          <a:xfrm>
            <a:off x="5301563" y="1531633"/>
            <a:ext cx="356221" cy="356257"/>
            <a:chOff x="-13512225" y="3211525"/>
            <a:chExt cx="353675" cy="353675"/>
          </a:xfrm>
        </p:grpSpPr>
        <p:sp>
          <p:nvSpPr>
            <p:cNvPr id="8285" name="Google Shape;8285;p57"/>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57"/>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7" name="Google Shape;8287;p57"/>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57"/>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57"/>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0" name="Google Shape;8290;p57"/>
          <p:cNvGrpSpPr/>
          <p:nvPr/>
        </p:nvGrpSpPr>
        <p:grpSpPr>
          <a:xfrm>
            <a:off x="6191845" y="1532024"/>
            <a:ext cx="356221" cy="355476"/>
            <a:chOff x="-12643475" y="3212300"/>
            <a:chExt cx="353675" cy="352900"/>
          </a:xfrm>
        </p:grpSpPr>
        <p:sp>
          <p:nvSpPr>
            <p:cNvPr id="8291" name="Google Shape;8291;p57"/>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57"/>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57"/>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57"/>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57"/>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6" name="Google Shape;8296;p57"/>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7" name="Google Shape;8297;p57"/>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57"/>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57"/>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0" name="Google Shape;8300;p57"/>
          <p:cNvGrpSpPr/>
          <p:nvPr/>
        </p:nvGrpSpPr>
        <p:grpSpPr>
          <a:xfrm>
            <a:off x="6191845" y="1983798"/>
            <a:ext cx="356221" cy="333366"/>
            <a:chOff x="-12643475" y="3657325"/>
            <a:chExt cx="353675" cy="330950"/>
          </a:xfrm>
        </p:grpSpPr>
        <p:sp>
          <p:nvSpPr>
            <p:cNvPr id="8301" name="Google Shape;8301;p57"/>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57"/>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57"/>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57"/>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57"/>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57"/>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7" name="Google Shape;8307;p57"/>
          <p:cNvGrpSpPr/>
          <p:nvPr/>
        </p:nvGrpSpPr>
        <p:grpSpPr>
          <a:xfrm>
            <a:off x="7974847" y="1532427"/>
            <a:ext cx="355416" cy="354670"/>
            <a:chOff x="-10857925" y="3213875"/>
            <a:chExt cx="352875" cy="352100"/>
          </a:xfrm>
        </p:grpSpPr>
        <p:sp>
          <p:nvSpPr>
            <p:cNvPr id="8308" name="Google Shape;8308;p57"/>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9" name="Google Shape;8309;p57"/>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57"/>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57"/>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2" name="Google Shape;8312;p57"/>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3" name="Google Shape;8313;p57"/>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57"/>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57"/>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6" name="Google Shape;8316;p57"/>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7" name="Google Shape;8317;p57"/>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8" name="Google Shape;8318;p57"/>
          <p:cNvGrpSpPr/>
          <p:nvPr/>
        </p:nvGrpSpPr>
        <p:grpSpPr>
          <a:xfrm>
            <a:off x="6191762" y="2891855"/>
            <a:ext cx="356096" cy="354469"/>
            <a:chOff x="-9089725" y="3180200"/>
            <a:chExt cx="353550" cy="351900"/>
          </a:xfrm>
        </p:grpSpPr>
        <p:sp>
          <p:nvSpPr>
            <p:cNvPr id="8319" name="Google Shape;8319;p57"/>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0" name="Google Shape;8320;p57"/>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1" name="Google Shape;8321;p57"/>
          <p:cNvGrpSpPr/>
          <p:nvPr/>
        </p:nvGrpSpPr>
        <p:grpSpPr>
          <a:xfrm>
            <a:off x="7083760" y="1971660"/>
            <a:ext cx="358588" cy="357642"/>
            <a:chOff x="7083760" y="1971660"/>
            <a:chExt cx="358588" cy="357642"/>
          </a:xfrm>
        </p:grpSpPr>
        <p:sp>
          <p:nvSpPr>
            <p:cNvPr id="8322" name="Google Shape;8322;p57"/>
            <p:cNvSpPr/>
            <p:nvPr/>
          </p:nvSpPr>
          <p:spPr>
            <a:xfrm>
              <a:off x="7354268" y="1973246"/>
              <a:ext cx="87299" cy="80760"/>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57"/>
            <p:cNvSpPr/>
            <p:nvPr/>
          </p:nvSpPr>
          <p:spPr>
            <a:xfrm>
              <a:off x="7212278" y="2099990"/>
              <a:ext cx="19867" cy="19869"/>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57"/>
            <p:cNvSpPr/>
            <p:nvPr/>
          </p:nvSpPr>
          <p:spPr>
            <a:xfrm>
              <a:off x="7083760" y="1971660"/>
              <a:ext cx="356221" cy="210878"/>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5" name="Google Shape;8325;p57"/>
            <p:cNvSpPr/>
            <p:nvPr/>
          </p:nvSpPr>
          <p:spPr>
            <a:xfrm>
              <a:off x="7295574" y="2099990"/>
              <a:ext cx="19867" cy="19869"/>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6" name="Google Shape;8326;p57"/>
            <p:cNvSpPr/>
            <p:nvPr/>
          </p:nvSpPr>
          <p:spPr>
            <a:xfrm>
              <a:off x="7121131" y="2184880"/>
              <a:ext cx="68238" cy="69856"/>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57"/>
            <p:cNvSpPr/>
            <p:nvPr/>
          </p:nvSpPr>
          <p:spPr>
            <a:xfrm>
              <a:off x="7188883" y="2195985"/>
              <a:ext cx="47641" cy="55578"/>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57"/>
            <p:cNvSpPr/>
            <p:nvPr/>
          </p:nvSpPr>
          <p:spPr>
            <a:xfrm>
              <a:off x="7400297" y="2129352"/>
              <a:ext cx="42051" cy="8413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57"/>
            <p:cNvSpPr/>
            <p:nvPr/>
          </p:nvSpPr>
          <p:spPr>
            <a:xfrm>
              <a:off x="7225961" y="2203137"/>
              <a:ext cx="84907" cy="62704"/>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57"/>
            <p:cNvSpPr/>
            <p:nvPr/>
          </p:nvSpPr>
          <p:spPr>
            <a:xfrm>
              <a:off x="7298289" y="2195985"/>
              <a:ext cx="47615" cy="55578"/>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57"/>
            <p:cNvSpPr/>
            <p:nvPr/>
          </p:nvSpPr>
          <p:spPr>
            <a:xfrm>
              <a:off x="7086152" y="2230913"/>
              <a:ext cx="354610" cy="98388"/>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57"/>
            <p:cNvSpPr/>
            <p:nvPr/>
          </p:nvSpPr>
          <p:spPr>
            <a:xfrm>
              <a:off x="7345419" y="2186466"/>
              <a:ext cx="67457" cy="690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3" name="Google Shape;8333;p57"/>
            <p:cNvSpPr/>
            <p:nvPr/>
          </p:nvSpPr>
          <p:spPr>
            <a:xfrm flipH="1">
              <a:off x="7088602" y="2134638"/>
              <a:ext cx="47123" cy="84126"/>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337"/>
        <p:cNvGrpSpPr/>
        <p:nvPr/>
      </p:nvGrpSpPr>
      <p:grpSpPr>
        <a:xfrm>
          <a:off x="0" y="0"/>
          <a:ext cx="0" cy="0"/>
          <a:chOff x="0" y="0"/>
          <a:chExt cx="0" cy="0"/>
        </a:xfrm>
      </p:grpSpPr>
      <p:sp>
        <p:nvSpPr>
          <p:cNvPr id="8338" name="Google Shape;8338;p58"/>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solidFill>
                  <a:srgbClr val="FFFFFF"/>
                </a:solidFill>
                <a:latin typeface="Arial"/>
                <a:ea typeface="Arial"/>
                <a:cs typeface="Arial"/>
                <a:sym typeface="Arial"/>
              </a:rPr>
              <a:t>Nature Icons</a:t>
            </a:r>
            <a:endParaRPr>
              <a:solidFill>
                <a:srgbClr val="FFFFFF"/>
              </a:solidFill>
              <a:latin typeface="Arial"/>
              <a:ea typeface="Arial"/>
              <a:cs typeface="Arial"/>
              <a:sym typeface="Arial"/>
            </a:endParaRPr>
          </a:p>
        </p:txBody>
      </p:sp>
      <p:sp>
        <p:nvSpPr>
          <p:cNvPr id="8339" name="Google Shape;8339;p58"/>
          <p:cNvSpPr/>
          <p:nvPr/>
        </p:nvSpPr>
        <p:spPr>
          <a:xfrm>
            <a:off x="801940" y="1691070"/>
            <a:ext cx="343404" cy="446998"/>
          </a:xfrm>
          <a:custGeom>
            <a:avLst/>
            <a:gdLst/>
            <a:ahLst/>
            <a:cxnLst/>
            <a:rect l="l" t="t" r="r" b="b"/>
            <a:pathLst>
              <a:path w="9295" h="12099" extrusionOk="0">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0" name="Google Shape;8340;p58"/>
          <p:cNvGrpSpPr/>
          <p:nvPr/>
        </p:nvGrpSpPr>
        <p:grpSpPr>
          <a:xfrm>
            <a:off x="748855" y="2243507"/>
            <a:ext cx="452798" cy="449473"/>
            <a:chOff x="-21322300" y="3693325"/>
            <a:chExt cx="306400" cy="304150"/>
          </a:xfrm>
        </p:grpSpPr>
        <p:sp>
          <p:nvSpPr>
            <p:cNvPr id="8341" name="Google Shape;8341;p58"/>
            <p:cNvSpPr/>
            <p:nvPr/>
          </p:nvSpPr>
          <p:spPr>
            <a:xfrm>
              <a:off x="-21142725" y="3868400"/>
              <a:ext cx="111850" cy="69325"/>
            </a:xfrm>
            <a:custGeom>
              <a:avLst/>
              <a:gdLst/>
              <a:ahLst/>
              <a:cxnLst/>
              <a:rect l="l" t="t" r="r" b="b"/>
              <a:pathLst>
                <a:path w="4474" h="2773" extrusionOk="0">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2" name="Google Shape;8342;p58"/>
            <p:cNvSpPr/>
            <p:nvPr/>
          </p:nvSpPr>
          <p:spPr>
            <a:xfrm>
              <a:off x="-21141950" y="3693325"/>
              <a:ext cx="126050" cy="120750"/>
            </a:xfrm>
            <a:custGeom>
              <a:avLst/>
              <a:gdLst/>
              <a:ahLst/>
              <a:cxnLst/>
              <a:rect l="l" t="t" r="r" b="b"/>
              <a:pathLst>
                <a:path w="5042" h="4830" extrusionOk="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58"/>
            <p:cNvSpPr/>
            <p:nvPr/>
          </p:nvSpPr>
          <p:spPr>
            <a:xfrm>
              <a:off x="-21263225" y="3707725"/>
              <a:ext cx="69325" cy="112650"/>
            </a:xfrm>
            <a:custGeom>
              <a:avLst/>
              <a:gdLst/>
              <a:ahLst/>
              <a:cxnLst/>
              <a:rect l="l" t="t" r="r" b="b"/>
              <a:pathLst>
                <a:path w="2773" h="4506" extrusionOk="0">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4" name="Google Shape;8344;p58"/>
            <p:cNvSpPr/>
            <p:nvPr/>
          </p:nvSpPr>
          <p:spPr>
            <a:xfrm>
              <a:off x="-21322300" y="3703775"/>
              <a:ext cx="294600" cy="293700"/>
            </a:xfrm>
            <a:custGeom>
              <a:avLst/>
              <a:gdLst/>
              <a:ahLst/>
              <a:cxnLst/>
              <a:rect l="l" t="t" r="r" b="b"/>
              <a:pathLst>
                <a:path w="11784" h="11748" extrusionOk="0">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5" name="Google Shape;8345;p58"/>
          <p:cNvGrpSpPr/>
          <p:nvPr/>
        </p:nvGrpSpPr>
        <p:grpSpPr>
          <a:xfrm>
            <a:off x="748263" y="2810244"/>
            <a:ext cx="453980" cy="422540"/>
            <a:chOff x="-21322300" y="4077125"/>
            <a:chExt cx="307200" cy="285925"/>
          </a:xfrm>
        </p:grpSpPr>
        <p:sp>
          <p:nvSpPr>
            <p:cNvPr id="8346" name="Google Shape;8346;p58"/>
            <p:cNvSpPr/>
            <p:nvPr/>
          </p:nvSpPr>
          <p:spPr>
            <a:xfrm>
              <a:off x="-21177375" y="4077125"/>
              <a:ext cx="17350" cy="52800"/>
            </a:xfrm>
            <a:custGeom>
              <a:avLst/>
              <a:gdLst/>
              <a:ahLst/>
              <a:cxnLst/>
              <a:rect l="l" t="t" r="r" b="b"/>
              <a:pathLst>
                <a:path w="694" h="2112" extrusionOk="0">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7" name="Google Shape;8347;p58"/>
            <p:cNvSpPr/>
            <p:nvPr/>
          </p:nvSpPr>
          <p:spPr>
            <a:xfrm>
              <a:off x="-21279775" y="4117475"/>
              <a:ext cx="46500" cy="44525"/>
            </a:xfrm>
            <a:custGeom>
              <a:avLst/>
              <a:gdLst/>
              <a:ahLst/>
              <a:cxnLst/>
              <a:rect l="l" t="t" r="r" b="b"/>
              <a:pathLst>
                <a:path w="1860" h="1781" extrusionOk="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8" name="Google Shape;8348;p58"/>
            <p:cNvSpPr/>
            <p:nvPr/>
          </p:nvSpPr>
          <p:spPr>
            <a:xfrm>
              <a:off x="-21103350" y="4117475"/>
              <a:ext cx="45700" cy="44525"/>
            </a:xfrm>
            <a:custGeom>
              <a:avLst/>
              <a:gdLst/>
              <a:ahLst/>
              <a:cxnLst/>
              <a:rect l="l" t="t" r="r" b="b"/>
              <a:pathLst>
                <a:path w="1828" h="1781" extrusionOk="0">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58"/>
            <p:cNvSpPr/>
            <p:nvPr/>
          </p:nvSpPr>
          <p:spPr>
            <a:xfrm>
              <a:off x="-21137225" y="4103750"/>
              <a:ext cx="27600" cy="34975"/>
            </a:xfrm>
            <a:custGeom>
              <a:avLst/>
              <a:gdLst/>
              <a:ahLst/>
              <a:cxnLst/>
              <a:rect l="l" t="t" r="r" b="b"/>
              <a:pathLst>
                <a:path w="1104" h="1399" extrusionOk="0">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58"/>
            <p:cNvSpPr/>
            <p:nvPr/>
          </p:nvSpPr>
          <p:spPr>
            <a:xfrm>
              <a:off x="-21227800" y="4103750"/>
              <a:ext cx="27600" cy="34975"/>
            </a:xfrm>
            <a:custGeom>
              <a:avLst/>
              <a:gdLst/>
              <a:ahLst/>
              <a:cxnLst/>
              <a:rect l="l" t="t" r="r" b="b"/>
              <a:pathLst>
                <a:path w="1104" h="1399" extrusionOk="0">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58"/>
            <p:cNvSpPr/>
            <p:nvPr/>
          </p:nvSpPr>
          <p:spPr>
            <a:xfrm>
              <a:off x="-21319950" y="4219675"/>
              <a:ext cx="53600" cy="18150"/>
            </a:xfrm>
            <a:custGeom>
              <a:avLst/>
              <a:gdLst/>
              <a:ahLst/>
              <a:cxnLst/>
              <a:rect l="l" t="t" r="r" b="b"/>
              <a:pathLst>
                <a:path w="2144" h="726" extrusionOk="0">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58"/>
            <p:cNvSpPr/>
            <p:nvPr/>
          </p:nvSpPr>
          <p:spPr>
            <a:xfrm>
              <a:off x="-21070275" y="4219675"/>
              <a:ext cx="54375" cy="18150"/>
            </a:xfrm>
            <a:custGeom>
              <a:avLst/>
              <a:gdLst/>
              <a:ahLst/>
              <a:cxnLst/>
              <a:rect l="l" t="t" r="r" b="b"/>
              <a:pathLst>
                <a:path w="2175" h="726" extrusionOk="0">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3" name="Google Shape;8353;p58"/>
            <p:cNvSpPr/>
            <p:nvPr/>
          </p:nvSpPr>
          <p:spPr>
            <a:xfrm>
              <a:off x="-21078925" y="4171825"/>
              <a:ext cx="37025" cy="25175"/>
            </a:xfrm>
            <a:custGeom>
              <a:avLst/>
              <a:gdLst/>
              <a:ahLst/>
              <a:cxnLst/>
              <a:rect l="l" t="t" r="r" b="b"/>
              <a:pathLst>
                <a:path w="1481" h="1007" extrusionOk="0">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4" name="Google Shape;8354;p58"/>
            <p:cNvSpPr/>
            <p:nvPr/>
          </p:nvSpPr>
          <p:spPr>
            <a:xfrm>
              <a:off x="-21294750" y="4172625"/>
              <a:ext cx="37850" cy="25150"/>
            </a:xfrm>
            <a:custGeom>
              <a:avLst/>
              <a:gdLst/>
              <a:ahLst/>
              <a:cxnLst/>
              <a:rect l="l" t="t" r="r" b="b"/>
              <a:pathLst>
                <a:path w="1514" h="1006" extrusionOk="0">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5" name="Google Shape;8355;p58"/>
            <p:cNvSpPr/>
            <p:nvPr/>
          </p:nvSpPr>
          <p:spPr>
            <a:xfrm>
              <a:off x="-21321525" y="4328375"/>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6" name="Google Shape;8356;p58"/>
            <p:cNvSpPr/>
            <p:nvPr/>
          </p:nvSpPr>
          <p:spPr>
            <a:xfrm>
              <a:off x="-21321525" y="4292150"/>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7" name="Google Shape;8357;p58"/>
            <p:cNvSpPr/>
            <p:nvPr/>
          </p:nvSpPr>
          <p:spPr>
            <a:xfrm>
              <a:off x="-21322300" y="4148000"/>
              <a:ext cx="307200" cy="143375"/>
            </a:xfrm>
            <a:custGeom>
              <a:avLst/>
              <a:gdLst/>
              <a:ahLst/>
              <a:cxnLst/>
              <a:rect l="l" t="t" r="r" b="b"/>
              <a:pathLst>
                <a:path w="12288" h="5735" extrusionOk="0">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8" name="Google Shape;8358;p58"/>
          <p:cNvGrpSpPr/>
          <p:nvPr/>
        </p:nvGrpSpPr>
        <p:grpSpPr>
          <a:xfrm>
            <a:off x="3525440" y="1689128"/>
            <a:ext cx="451653" cy="450212"/>
            <a:chOff x="-19394200" y="3333800"/>
            <a:chExt cx="305625" cy="304650"/>
          </a:xfrm>
        </p:grpSpPr>
        <p:sp>
          <p:nvSpPr>
            <p:cNvPr id="8359" name="Google Shape;8359;p58"/>
            <p:cNvSpPr/>
            <p:nvPr/>
          </p:nvSpPr>
          <p:spPr>
            <a:xfrm>
              <a:off x="-19206750" y="3495850"/>
              <a:ext cx="82725" cy="18150"/>
            </a:xfrm>
            <a:custGeom>
              <a:avLst/>
              <a:gdLst/>
              <a:ahLst/>
              <a:cxnLst/>
              <a:rect l="l" t="t" r="r" b="b"/>
              <a:pathLst>
                <a:path w="3309" h="726" extrusionOk="0">
                  <a:moveTo>
                    <a:pt x="1" y="1"/>
                  </a:moveTo>
                  <a:cubicBezTo>
                    <a:pt x="158" y="190"/>
                    <a:pt x="284" y="442"/>
                    <a:pt x="316" y="725"/>
                  </a:cubicBezTo>
                  <a:lnTo>
                    <a:pt x="2836" y="725"/>
                  </a:lnTo>
                  <a:cubicBezTo>
                    <a:pt x="3309" y="725"/>
                    <a:pt x="3309" y="1"/>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0" name="Google Shape;8360;p58"/>
            <p:cNvSpPr/>
            <p:nvPr/>
          </p:nvSpPr>
          <p:spPr>
            <a:xfrm>
              <a:off x="-19205950" y="3532875"/>
              <a:ext cx="64600" cy="17350"/>
            </a:xfrm>
            <a:custGeom>
              <a:avLst/>
              <a:gdLst/>
              <a:ahLst/>
              <a:cxnLst/>
              <a:rect l="l" t="t" r="r" b="b"/>
              <a:pathLst>
                <a:path w="2584" h="694" extrusionOk="0">
                  <a:moveTo>
                    <a:pt x="315" y="0"/>
                  </a:moveTo>
                  <a:cubicBezTo>
                    <a:pt x="252" y="252"/>
                    <a:pt x="126" y="504"/>
                    <a:pt x="0" y="693"/>
                  </a:cubicBezTo>
                  <a:lnTo>
                    <a:pt x="2111" y="693"/>
                  </a:lnTo>
                  <a:cubicBezTo>
                    <a:pt x="2583" y="693"/>
                    <a:pt x="2583"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58"/>
            <p:cNvSpPr/>
            <p:nvPr/>
          </p:nvSpPr>
          <p:spPr>
            <a:xfrm>
              <a:off x="-19323325" y="3568325"/>
              <a:ext cx="163850" cy="17350"/>
            </a:xfrm>
            <a:custGeom>
              <a:avLst/>
              <a:gdLst/>
              <a:ahLst/>
              <a:cxnLst/>
              <a:rect l="l" t="t" r="r" b="b"/>
              <a:pathLst>
                <a:path w="6554" h="694" extrusionOk="0">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58"/>
            <p:cNvSpPr/>
            <p:nvPr/>
          </p:nvSpPr>
          <p:spPr>
            <a:xfrm>
              <a:off x="-19343000" y="3460400"/>
              <a:ext cx="201650" cy="18150"/>
            </a:xfrm>
            <a:custGeom>
              <a:avLst/>
              <a:gdLst/>
              <a:ahLst/>
              <a:cxnLst/>
              <a:rect l="l" t="t" r="r" b="b"/>
              <a:pathLst>
                <a:path w="8066" h="726" extrusionOk="0">
                  <a:moveTo>
                    <a:pt x="473" y="1"/>
                  </a:moveTo>
                  <a:cubicBezTo>
                    <a:pt x="0" y="1"/>
                    <a:pt x="0" y="726"/>
                    <a:pt x="473" y="726"/>
                  </a:cubicBezTo>
                  <a:lnTo>
                    <a:pt x="7593" y="726"/>
                  </a:lnTo>
                  <a:cubicBezTo>
                    <a:pt x="8065" y="726"/>
                    <a:pt x="8065" y="1"/>
                    <a:pt x="75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58"/>
            <p:cNvSpPr/>
            <p:nvPr/>
          </p:nvSpPr>
          <p:spPr>
            <a:xfrm>
              <a:off x="-19361125" y="3495850"/>
              <a:ext cx="82725" cy="18150"/>
            </a:xfrm>
            <a:custGeom>
              <a:avLst/>
              <a:gdLst/>
              <a:ahLst/>
              <a:cxnLst/>
              <a:rect l="l" t="t" r="r" b="b"/>
              <a:pathLst>
                <a:path w="3309" h="726" extrusionOk="0">
                  <a:moveTo>
                    <a:pt x="473" y="1"/>
                  </a:moveTo>
                  <a:cubicBezTo>
                    <a:pt x="1" y="1"/>
                    <a:pt x="1" y="725"/>
                    <a:pt x="473" y="725"/>
                  </a:cubicBezTo>
                  <a:lnTo>
                    <a:pt x="2994" y="725"/>
                  </a:lnTo>
                  <a:cubicBezTo>
                    <a:pt x="3025" y="473"/>
                    <a:pt x="3151" y="253"/>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58"/>
            <p:cNvSpPr/>
            <p:nvPr/>
          </p:nvSpPr>
          <p:spPr>
            <a:xfrm>
              <a:off x="-19305200" y="3603750"/>
              <a:ext cx="124475" cy="34700"/>
            </a:xfrm>
            <a:custGeom>
              <a:avLst/>
              <a:gdLst/>
              <a:ahLst/>
              <a:cxnLst/>
              <a:rect l="l" t="t" r="r" b="b"/>
              <a:pathLst>
                <a:path w="4979" h="1388" extrusionOk="0">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58"/>
            <p:cNvSpPr/>
            <p:nvPr/>
          </p:nvSpPr>
          <p:spPr>
            <a:xfrm>
              <a:off x="-19269750" y="3495850"/>
              <a:ext cx="54350" cy="53575"/>
            </a:xfrm>
            <a:custGeom>
              <a:avLst/>
              <a:gdLst/>
              <a:ahLst/>
              <a:cxnLst/>
              <a:rect l="l" t="t" r="r" b="b"/>
              <a:pathLst>
                <a:path w="2174" h="2143" extrusionOk="0">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6" name="Google Shape;8366;p58"/>
            <p:cNvSpPr/>
            <p:nvPr/>
          </p:nvSpPr>
          <p:spPr>
            <a:xfrm>
              <a:off x="-19394200" y="3333800"/>
              <a:ext cx="305625" cy="107725"/>
            </a:xfrm>
            <a:custGeom>
              <a:avLst/>
              <a:gdLst/>
              <a:ahLst/>
              <a:cxnLst/>
              <a:rect l="l" t="t" r="r" b="b"/>
              <a:pathLst>
                <a:path w="12225" h="4309" extrusionOk="0">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7" name="Google Shape;8367;p58"/>
            <p:cNvSpPr/>
            <p:nvPr/>
          </p:nvSpPr>
          <p:spPr>
            <a:xfrm>
              <a:off x="-19341425" y="3532875"/>
              <a:ext cx="63025" cy="17350"/>
            </a:xfrm>
            <a:custGeom>
              <a:avLst/>
              <a:gdLst/>
              <a:ahLst/>
              <a:cxnLst/>
              <a:rect l="l" t="t" r="r" b="b"/>
              <a:pathLst>
                <a:path w="2521" h="694" extrusionOk="0">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8" name="Google Shape;8368;p58"/>
          <p:cNvGrpSpPr/>
          <p:nvPr/>
        </p:nvGrpSpPr>
        <p:grpSpPr>
          <a:xfrm>
            <a:off x="3524276" y="2243580"/>
            <a:ext cx="453980" cy="449325"/>
            <a:chOff x="-19396575" y="3708500"/>
            <a:chExt cx="307200" cy="304050"/>
          </a:xfrm>
        </p:grpSpPr>
        <p:sp>
          <p:nvSpPr>
            <p:cNvPr id="8369" name="Google Shape;8369;p58"/>
            <p:cNvSpPr/>
            <p:nvPr/>
          </p:nvSpPr>
          <p:spPr>
            <a:xfrm>
              <a:off x="-19215425" y="3708500"/>
              <a:ext cx="70925" cy="70925"/>
            </a:xfrm>
            <a:custGeom>
              <a:avLst/>
              <a:gdLst/>
              <a:ahLst/>
              <a:cxnLst/>
              <a:rect l="l" t="t" r="r" b="b"/>
              <a:pathLst>
                <a:path w="2837" h="2837" extrusionOk="0">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58"/>
            <p:cNvSpPr/>
            <p:nvPr/>
          </p:nvSpPr>
          <p:spPr>
            <a:xfrm>
              <a:off x="-19396575" y="3773100"/>
              <a:ext cx="277275" cy="239450"/>
            </a:xfrm>
            <a:custGeom>
              <a:avLst/>
              <a:gdLst/>
              <a:ahLst/>
              <a:cxnLst/>
              <a:rect l="l" t="t" r="r" b="b"/>
              <a:pathLst>
                <a:path w="11091" h="9578" extrusionOk="0">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58"/>
            <p:cNvSpPr/>
            <p:nvPr/>
          </p:nvSpPr>
          <p:spPr>
            <a:xfrm>
              <a:off x="-19140600" y="3727425"/>
              <a:ext cx="51225" cy="70550"/>
            </a:xfrm>
            <a:custGeom>
              <a:avLst/>
              <a:gdLst/>
              <a:ahLst/>
              <a:cxnLst/>
              <a:rect l="l" t="t" r="r" b="b"/>
              <a:pathLst>
                <a:path w="2049" h="2822" extrusionOk="0">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2" name="Google Shape;8372;p58"/>
          <p:cNvGrpSpPr/>
          <p:nvPr/>
        </p:nvGrpSpPr>
        <p:grpSpPr>
          <a:xfrm>
            <a:off x="3518457" y="2796461"/>
            <a:ext cx="465618" cy="450101"/>
            <a:chOff x="-19394200" y="4084200"/>
            <a:chExt cx="315075" cy="304575"/>
          </a:xfrm>
        </p:grpSpPr>
        <p:sp>
          <p:nvSpPr>
            <p:cNvPr id="8373" name="Google Shape;8373;p58"/>
            <p:cNvSpPr/>
            <p:nvPr/>
          </p:nvSpPr>
          <p:spPr>
            <a:xfrm>
              <a:off x="-19185475" y="4234650"/>
              <a:ext cx="40175" cy="28375"/>
            </a:xfrm>
            <a:custGeom>
              <a:avLst/>
              <a:gdLst/>
              <a:ahLst/>
              <a:cxnLst/>
              <a:rect l="l" t="t" r="r" b="b"/>
              <a:pathLst>
                <a:path w="1607" h="1135" extrusionOk="0">
                  <a:moveTo>
                    <a:pt x="1134" y="0"/>
                  </a:moveTo>
                  <a:lnTo>
                    <a:pt x="0" y="1134"/>
                  </a:lnTo>
                  <a:lnTo>
                    <a:pt x="1607" y="1134"/>
                  </a:lnTo>
                  <a:cubicBezTo>
                    <a:pt x="1575" y="756"/>
                    <a:pt x="1418" y="347"/>
                    <a:pt x="11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58"/>
            <p:cNvSpPr/>
            <p:nvPr/>
          </p:nvSpPr>
          <p:spPr>
            <a:xfrm>
              <a:off x="-19244550" y="4293725"/>
              <a:ext cx="28375" cy="39400"/>
            </a:xfrm>
            <a:custGeom>
              <a:avLst/>
              <a:gdLst/>
              <a:ahLst/>
              <a:cxnLst/>
              <a:rect l="l" t="t" r="r" b="b"/>
              <a:pathLst>
                <a:path w="1135" h="1576" extrusionOk="0">
                  <a:moveTo>
                    <a:pt x="1134" y="0"/>
                  </a:moveTo>
                  <a:lnTo>
                    <a:pt x="0" y="1134"/>
                  </a:lnTo>
                  <a:cubicBezTo>
                    <a:pt x="315" y="1386"/>
                    <a:pt x="693" y="1512"/>
                    <a:pt x="1134" y="1575"/>
                  </a:cubicBezTo>
                  <a:lnTo>
                    <a:pt x="11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58"/>
            <p:cNvSpPr/>
            <p:nvPr/>
          </p:nvSpPr>
          <p:spPr>
            <a:xfrm>
              <a:off x="-19280000" y="4201050"/>
              <a:ext cx="200875" cy="187725"/>
            </a:xfrm>
            <a:custGeom>
              <a:avLst/>
              <a:gdLst/>
              <a:ahLst/>
              <a:cxnLst/>
              <a:rect l="l" t="t" r="r" b="b"/>
              <a:pathLst>
                <a:path w="8035" h="7509" extrusionOk="0">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58"/>
            <p:cNvSpPr/>
            <p:nvPr/>
          </p:nvSpPr>
          <p:spPr>
            <a:xfrm>
              <a:off x="-19197300" y="4293725"/>
              <a:ext cx="28375" cy="39400"/>
            </a:xfrm>
            <a:custGeom>
              <a:avLst/>
              <a:gdLst/>
              <a:ahLst/>
              <a:cxnLst/>
              <a:rect l="l" t="t" r="r" b="b"/>
              <a:pathLst>
                <a:path w="1135" h="1576" extrusionOk="0">
                  <a:moveTo>
                    <a:pt x="1" y="0"/>
                  </a:moveTo>
                  <a:lnTo>
                    <a:pt x="1" y="1575"/>
                  </a:lnTo>
                  <a:cubicBezTo>
                    <a:pt x="379" y="1512"/>
                    <a:pt x="788" y="1386"/>
                    <a:pt x="1135" y="1134"/>
                  </a:cubicBez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7" name="Google Shape;8377;p58"/>
            <p:cNvSpPr/>
            <p:nvPr/>
          </p:nvSpPr>
          <p:spPr>
            <a:xfrm>
              <a:off x="-19394200" y="4084200"/>
              <a:ext cx="252850" cy="303275"/>
            </a:xfrm>
            <a:custGeom>
              <a:avLst/>
              <a:gdLst/>
              <a:ahLst/>
              <a:cxnLst/>
              <a:rect l="l" t="t" r="r" b="b"/>
              <a:pathLst>
                <a:path w="10114" h="12131" extrusionOk="0">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8" name="Google Shape;8378;p58"/>
            <p:cNvSpPr/>
            <p:nvPr/>
          </p:nvSpPr>
          <p:spPr>
            <a:xfrm>
              <a:off x="-19185475" y="4281100"/>
              <a:ext cx="40175" cy="28400"/>
            </a:xfrm>
            <a:custGeom>
              <a:avLst/>
              <a:gdLst/>
              <a:ahLst/>
              <a:cxnLst/>
              <a:rect l="l" t="t" r="r" b="b"/>
              <a:pathLst>
                <a:path w="1607" h="1136" extrusionOk="0">
                  <a:moveTo>
                    <a:pt x="0" y="1"/>
                  </a:moveTo>
                  <a:lnTo>
                    <a:pt x="1134" y="1135"/>
                  </a:lnTo>
                  <a:cubicBezTo>
                    <a:pt x="1418" y="820"/>
                    <a:pt x="1575" y="411"/>
                    <a:pt x="16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9" name="Google Shape;8379;p58"/>
          <p:cNvGrpSpPr/>
          <p:nvPr/>
        </p:nvGrpSpPr>
        <p:grpSpPr>
          <a:xfrm>
            <a:off x="6324167" y="1689001"/>
            <a:ext cx="400447" cy="450470"/>
            <a:chOff x="-17526750" y="3309200"/>
            <a:chExt cx="270975" cy="304825"/>
          </a:xfrm>
        </p:grpSpPr>
        <p:sp>
          <p:nvSpPr>
            <p:cNvPr id="8380" name="Google Shape;8380;p58"/>
            <p:cNvSpPr/>
            <p:nvPr/>
          </p:nvSpPr>
          <p:spPr>
            <a:xfrm>
              <a:off x="-17507050" y="3452525"/>
              <a:ext cx="232375" cy="161500"/>
            </a:xfrm>
            <a:custGeom>
              <a:avLst/>
              <a:gdLst/>
              <a:ahLst/>
              <a:cxnLst/>
              <a:rect l="l" t="t" r="r" b="b"/>
              <a:pathLst>
                <a:path w="9295" h="6460" extrusionOk="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1" name="Google Shape;8381;p58"/>
            <p:cNvSpPr/>
            <p:nvPr/>
          </p:nvSpPr>
          <p:spPr>
            <a:xfrm>
              <a:off x="-17417275" y="3309200"/>
              <a:ext cx="52800" cy="54350"/>
            </a:xfrm>
            <a:custGeom>
              <a:avLst/>
              <a:gdLst/>
              <a:ahLst/>
              <a:cxnLst/>
              <a:rect l="l" t="t" r="r" b="b"/>
              <a:pathLst>
                <a:path w="2112" h="2174" extrusionOk="0">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2" name="Google Shape;8382;p58"/>
            <p:cNvSpPr/>
            <p:nvPr/>
          </p:nvSpPr>
          <p:spPr>
            <a:xfrm>
              <a:off x="-17456650" y="3369825"/>
              <a:ext cx="130775" cy="64625"/>
            </a:xfrm>
            <a:custGeom>
              <a:avLst/>
              <a:gdLst/>
              <a:ahLst/>
              <a:cxnLst/>
              <a:rect l="l" t="t" r="r" b="b"/>
              <a:pathLst>
                <a:path w="5231" h="2585" extrusionOk="0">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58"/>
            <p:cNvSpPr/>
            <p:nvPr/>
          </p:nvSpPr>
          <p:spPr>
            <a:xfrm>
              <a:off x="-17526750" y="3344625"/>
              <a:ext cx="95325" cy="89825"/>
            </a:xfrm>
            <a:custGeom>
              <a:avLst/>
              <a:gdLst/>
              <a:ahLst/>
              <a:cxnLst/>
              <a:rect l="l" t="t" r="r" b="b"/>
              <a:pathLst>
                <a:path w="3813" h="3593" extrusionOk="0">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4" name="Google Shape;8384;p58"/>
            <p:cNvSpPr/>
            <p:nvPr/>
          </p:nvSpPr>
          <p:spPr>
            <a:xfrm>
              <a:off x="-17351900" y="3345425"/>
              <a:ext cx="96125" cy="89800"/>
            </a:xfrm>
            <a:custGeom>
              <a:avLst/>
              <a:gdLst/>
              <a:ahLst/>
              <a:cxnLst/>
              <a:rect l="l" t="t" r="r" b="b"/>
              <a:pathLst>
                <a:path w="3845" h="3592" extrusionOk="0">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5" name="Google Shape;8385;p58"/>
          <p:cNvGrpSpPr/>
          <p:nvPr/>
        </p:nvGrpSpPr>
        <p:grpSpPr>
          <a:xfrm>
            <a:off x="6300319" y="2244173"/>
            <a:ext cx="448143" cy="448143"/>
            <a:chOff x="-17542500" y="3684100"/>
            <a:chExt cx="303250" cy="303250"/>
          </a:xfrm>
        </p:grpSpPr>
        <p:sp>
          <p:nvSpPr>
            <p:cNvPr id="8386" name="Google Shape;8386;p58"/>
            <p:cNvSpPr/>
            <p:nvPr/>
          </p:nvSpPr>
          <p:spPr>
            <a:xfrm>
              <a:off x="-17542500" y="3863675"/>
              <a:ext cx="70900" cy="52800"/>
            </a:xfrm>
            <a:custGeom>
              <a:avLst/>
              <a:gdLst/>
              <a:ahLst/>
              <a:cxnLst/>
              <a:rect l="l" t="t" r="r" b="b"/>
              <a:pathLst>
                <a:path w="2836" h="2112" extrusionOk="0">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7" name="Google Shape;8387;p58"/>
            <p:cNvSpPr/>
            <p:nvPr/>
          </p:nvSpPr>
          <p:spPr>
            <a:xfrm>
              <a:off x="-17488150" y="3881000"/>
              <a:ext cx="70900" cy="106350"/>
            </a:xfrm>
            <a:custGeom>
              <a:avLst/>
              <a:gdLst/>
              <a:ahLst/>
              <a:cxnLst/>
              <a:rect l="l" t="t" r="r" b="b"/>
              <a:pathLst>
                <a:path w="2836" h="4254" extrusionOk="0">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8" name="Google Shape;8388;p58"/>
            <p:cNvSpPr/>
            <p:nvPr/>
          </p:nvSpPr>
          <p:spPr>
            <a:xfrm>
              <a:off x="-17310150" y="3863675"/>
              <a:ext cx="70900" cy="52800"/>
            </a:xfrm>
            <a:custGeom>
              <a:avLst/>
              <a:gdLst/>
              <a:ahLst/>
              <a:cxnLst/>
              <a:rect l="l" t="t" r="r" b="b"/>
              <a:pathLst>
                <a:path w="2836" h="2112" extrusionOk="0">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9" name="Google Shape;8389;p58"/>
            <p:cNvSpPr/>
            <p:nvPr/>
          </p:nvSpPr>
          <p:spPr>
            <a:xfrm>
              <a:off x="-17364500" y="3881000"/>
              <a:ext cx="70925" cy="106350"/>
            </a:xfrm>
            <a:custGeom>
              <a:avLst/>
              <a:gdLst/>
              <a:ahLst/>
              <a:cxnLst/>
              <a:rect l="l" t="t" r="r" b="b"/>
              <a:pathLst>
                <a:path w="2837" h="4254" extrusionOk="0">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0" name="Google Shape;8390;p58"/>
            <p:cNvSpPr/>
            <p:nvPr/>
          </p:nvSpPr>
          <p:spPr>
            <a:xfrm>
              <a:off x="-17505475" y="3845550"/>
              <a:ext cx="228425" cy="18150"/>
            </a:xfrm>
            <a:custGeom>
              <a:avLst/>
              <a:gdLst/>
              <a:ahLst/>
              <a:cxnLst/>
              <a:rect l="l" t="t" r="r" b="b"/>
              <a:pathLst>
                <a:path w="9137" h="726" extrusionOk="0">
                  <a:moveTo>
                    <a:pt x="0" y="1"/>
                  </a:moveTo>
                  <a:cubicBezTo>
                    <a:pt x="158" y="379"/>
                    <a:pt x="536" y="725"/>
                    <a:pt x="1008" y="725"/>
                  </a:cubicBezTo>
                  <a:lnTo>
                    <a:pt x="8129" y="725"/>
                  </a:lnTo>
                  <a:cubicBezTo>
                    <a:pt x="8601" y="725"/>
                    <a:pt x="8979" y="379"/>
                    <a:pt x="91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1" name="Google Shape;8391;p58"/>
            <p:cNvSpPr/>
            <p:nvPr/>
          </p:nvSpPr>
          <p:spPr>
            <a:xfrm>
              <a:off x="-17523600" y="3706925"/>
              <a:ext cx="265450" cy="121325"/>
            </a:xfrm>
            <a:custGeom>
              <a:avLst/>
              <a:gdLst/>
              <a:ahLst/>
              <a:cxnLst/>
              <a:rect l="l" t="t" r="r" b="b"/>
              <a:pathLst>
                <a:path w="10618" h="4853" extrusionOk="0">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58"/>
            <p:cNvSpPr/>
            <p:nvPr/>
          </p:nvSpPr>
          <p:spPr>
            <a:xfrm>
              <a:off x="-17448775" y="3684100"/>
              <a:ext cx="115800" cy="52800"/>
            </a:xfrm>
            <a:custGeom>
              <a:avLst/>
              <a:gdLst/>
              <a:ahLst/>
              <a:cxnLst/>
              <a:rect l="l" t="t" r="r" b="b"/>
              <a:pathLst>
                <a:path w="4632" h="2112" extrusionOk="0">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3" name="Google Shape;8393;p58"/>
          <p:cNvGrpSpPr/>
          <p:nvPr/>
        </p:nvGrpSpPr>
        <p:grpSpPr>
          <a:xfrm>
            <a:off x="6299728" y="2810817"/>
            <a:ext cx="449325" cy="421395"/>
            <a:chOff x="-17542500" y="4068450"/>
            <a:chExt cx="304050" cy="285150"/>
          </a:xfrm>
        </p:grpSpPr>
        <p:sp>
          <p:nvSpPr>
            <p:cNvPr id="8394" name="Google Shape;8394;p58"/>
            <p:cNvSpPr/>
            <p:nvPr/>
          </p:nvSpPr>
          <p:spPr>
            <a:xfrm>
              <a:off x="-17519650" y="4281900"/>
              <a:ext cx="256000" cy="71700"/>
            </a:xfrm>
            <a:custGeom>
              <a:avLst/>
              <a:gdLst/>
              <a:ahLst/>
              <a:cxnLst/>
              <a:rect l="l" t="t" r="r" b="b"/>
              <a:pathLst>
                <a:path w="10240" h="2868" extrusionOk="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5" name="Google Shape;8395;p58"/>
            <p:cNvSpPr/>
            <p:nvPr/>
          </p:nvSpPr>
          <p:spPr>
            <a:xfrm>
              <a:off x="-17542500" y="4166900"/>
              <a:ext cx="304050" cy="133925"/>
            </a:xfrm>
            <a:custGeom>
              <a:avLst/>
              <a:gdLst/>
              <a:ahLst/>
              <a:cxnLst/>
              <a:rect l="l" t="t" r="r" b="b"/>
              <a:pathLst>
                <a:path w="12162" h="5357" extrusionOk="0">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6" name="Google Shape;8396;p58"/>
            <p:cNvSpPr/>
            <p:nvPr/>
          </p:nvSpPr>
          <p:spPr>
            <a:xfrm>
              <a:off x="-17329050" y="4121225"/>
              <a:ext cx="18125" cy="18150"/>
            </a:xfrm>
            <a:custGeom>
              <a:avLst/>
              <a:gdLst/>
              <a:ahLst/>
              <a:cxnLst/>
              <a:rect l="l" t="t" r="r" b="b"/>
              <a:pathLst>
                <a:path w="725" h="726" extrusionOk="0">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58"/>
            <p:cNvSpPr/>
            <p:nvPr/>
          </p:nvSpPr>
          <p:spPr>
            <a:xfrm>
              <a:off x="-17381825" y="4068450"/>
              <a:ext cx="123675" cy="123675"/>
            </a:xfrm>
            <a:custGeom>
              <a:avLst/>
              <a:gdLst/>
              <a:ahLst/>
              <a:cxnLst/>
              <a:rect l="l" t="t" r="r" b="b"/>
              <a:pathLst>
                <a:path w="4947" h="4947" extrusionOk="0">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8" name="Google Shape;8398;p58"/>
            <p:cNvSpPr/>
            <p:nvPr/>
          </p:nvSpPr>
          <p:spPr>
            <a:xfrm>
              <a:off x="-17471625" y="4121225"/>
              <a:ext cx="17375" cy="18150"/>
            </a:xfrm>
            <a:custGeom>
              <a:avLst/>
              <a:gdLst/>
              <a:ahLst/>
              <a:cxnLst/>
              <a:rect l="l" t="t" r="r" b="b"/>
              <a:pathLst>
                <a:path w="695" h="726" extrusionOk="0">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9" name="Google Shape;8399;p58"/>
            <p:cNvSpPr/>
            <p:nvPr/>
          </p:nvSpPr>
          <p:spPr>
            <a:xfrm>
              <a:off x="-17525175" y="4068450"/>
              <a:ext cx="124475" cy="123675"/>
            </a:xfrm>
            <a:custGeom>
              <a:avLst/>
              <a:gdLst/>
              <a:ahLst/>
              <a:cxnLst/>
              <a:rect l="l" t="t" r="r" b="b"/>
              <a:pathLst>
                <a:path w="4979" h="4947" extrusionOk="0">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0" name="Google Shape;8400;p58"/>
          <p:cNvGrpSpPr/>
          <p:nvPr/>
        </p:nvGrpSpPr>
        <p:grpSpPr>
          <a:xfrm>
            <a:off x="3530150" y="3342211"/>
            <a:ext cx="343404" cy="449325"/>
            <a:chOff x="-15652200" y="3335975"/>
            <a:chExt cx="232375" cy="304050"/>
          </a:xfrm>
        </p:grpSpPr>
        <p:sp>
          <p:nvSpPr>
            <p:cNvPr id="8401" name="Google Shape;8401;p58"/>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2" name="Google Shape;8402;p58"/>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3" name="Google Shape;8403;p58"/>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4" name="Google Shape;8404;p58"/>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5" name="Google Shape;8405;p58"/>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6" name="Google Shape;8406;p58"/>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7" name="Google Shape;8407;p58"/>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8" name="Google Shape;8408;p58"/>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9" name="Google Shape;8409;p58"/>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0" name="Google Shape;8410;p58"/>
          <p:cNvGrpSpPr/>
          <p:nvPr/>
        </p:nvGrpSpPr>
        <p:grpSpPr>
          <a:xfrm>
            <a:off x="1303491" y="1689573"/>
            <a:ext cx="450470" cy="449325"/>
            <a:chOff x="-20946600" y="3317850"/>
            <a:chExt cx="304825" cy="304050"/>
          </a:xfrm>
        </p:grpSpPr>
        <p:sp>
          <p:nvSpPr>
            <p:cNvPr id="8411" name="Google Shape;8411;p58"/>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2" name="Google Shape;8412;p58"/>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3" name="Google Shape;8413;p58"/>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4" name="Google Shape;8414;p58"/>
          <p:cNvGrpSpPr/>
          <p:nvPr/>
        </p:nvGrpSpPr>
        <p:grpSpPr>
          <a:xfrm>
            <a:off x="1304064" y="2243729"/>
            <a:ext cx="449325" cy="449030"/>
            <a:chOff x="-20945825" y="3692175"/>
            <a:chExt cx="304050" cy="303850"/>
          </a:xfrm>
        </p:grpSpPr>
        <p:sp>
          <p:nvSpPr>
            <p:cNvPr id="8415" name="Google Shape;8415;p58"/>
            <p:cNvSpPr/>
            <p:nvPr/>
          </p:nvSpPr>
          <p:spPr>
            <a:xfrm>
              <a:off x="-20841850" y="3692175"/>
              <a:ext cx="92950" cy="89600"/>
            </a:xfrm>
            <a:custGeom>
              <a:avLst/>
              <a:gdLst/>
              <a:ahLst/>
              <a:cxnLst/>
              <a:rect l="l" t="t" r="r" b="b"/>
              <a:pathLst>
                <a:path w="3718" h="3584" extrusionOk="0">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6" name="Google Shape;8416;p58"/>
            <p:cNvSpPr/>
            <p:nvPr/>
          </p:nvSpPr>
          <p:spPr>
            <a:xfrm>
              <a:off x="-20945825" y="3746325"/>
              <a:ext cx="304050" cy="70900"/>
            </a:xfrm>
            <a:custGeom>
              <a:avLst/>
              <a:gdLst/>
              <a:ahLst/>
              <a:cxnLst/>
              <a:rect l="l" t="t" r="r" b="b"/>
              <a:pathLst>
                <a:path w="12162" h="2836" extrusionOk="0">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7" name="Google Shape;8417;p58"/>
            <p:cNvSpPr/>
            <p:nvPr/>
          </p:nvSpPr>
          <p:spPr>
            <a:xfrm>
              <a:off x="-20814300" y="3864450"/>
              <a:ext cx="39425" cy="131575"/>
            </a:xfrm>
            <a:custGeom>
              <a:avLst/>
              <a:gdLst/>
              <a:ahLst/>
              <a:cxnLst/>
              <a:rect l="l" t="t" r="r" b="b"/>
              <a:pathLst>
                <a:path w="1577" h="5263" extrusionOk="0">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8" name="Google Shape;8418;p58"/>
            <p:cNvSpPr/>
            <p:nvPr/>
          </p:nvSpPr>
          <p:spPr>
            <a:xfrm>
              <a:off x="-20929275" y="3834525"/>
              <a:ext cx="268600" cy="53600"/>
            </a:xfrm>
            <a:custGeom>
              <a:avLst/>
              <a:gdLst/>
              <a:ahLst/>
              <a:cxnLst/>
              <a:rect l="l" t="t" r="r" b="b"/>
              <a:pathLst>
                <a:path w="10744" h="2144" extrusionOk="0">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9" name="Google Shape;8419;p58"/>
          <p:cNvGrpSpPr/>
          <p:nvPr/>
        </p:nvGrpSpPr>
        <p:grpSpPr>
          <a:xfrm>
            <a:off x="1329667" y="2797442"/>
            <a:ext cx="398119" cy="448143"/>
            <a:chOff x="-20930075" y="4066100"/>
            <a:chExt cx="269400" cy="303250"/>
          </a:xfrm>
        </p:grpSpPr>
        <p:sp>
          <p:nvSpPr>
            <p:cNvPr id="8420" name="Google Shape;8420;p58"/>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1" name="Google Shape;8421;p58"/>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2" name="Google Shape;8422;p58"/>
          <p:cNvGrpSpPr/>
          <p:nvPr/>
        </p:nvGrpSpPr>
        <p:grpSpPr>
          <a:xfrm>
            <a:off x="4110888" y="1689848"/>
            <a:ext cx="372516" cy="448771"/>
            <a:chOff x="-18994100" y="3334775"/>
            <a:chExt cx="252075" cy="303675"/>
          </a:xfrm>
        </p:grpSpPr>
        <p:sp>
          <p:nvSpPr>
            <p:cNvPr id="8423" name="Google Shape;8423;p58"/>
            <p:cNvSpPr/>
            <p:nvPr/>
          </p:nvSpPr>
          <p:spPr>
            <a:xfrm>
              <a:off x="-18967300" y="3424975"/>
              <a:ext cx="198500" cy="207150"/>
            </a:xfrm>
            <a:custGeom>
              <a:avLst/>
              <a:gdLst/>
              <a:ahLst/>
              <a:cxnLst/>
              <a:rect l="l" t="t" r="r" b="b"/>
              <a:pathLst>
                <a:path w="7940" h="8286" extrusionOk="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58"/>
            <p:cNvSpPr/>
            <p:nvPr/>
          </p:nvSpPr>
          <p:spPr>
            <a:xfrm>
              <a:off x="-18885400" y="3610050"/>
              <a:ext cx="35475" cy="28400"/>
            </a:xfrm>
            <a:custGeom>
              <a:avLst/>
              <a:gdLst/>
              <a:ahLst/>
              <a:cxnLst/>
              <a:rect l="l" t="t" r="r" b="b"/>
              <a:pathLst>
                <a:path w="1419" h="1136" extrusionOk="0">
                  <a:moveTo>
                    <a:pt x="694" y="1"/>
                  </a:moveTo>
                  <a:lnTo>
                    <a:pt x="1" y="1072"/>
                  </a:lnTo>
                  <a:cubicBezTo>
                    <a:pt x="221" y="1104"/>
                    <a:pt x="473" y="1135"/>
                    <a:pt x="694" y="1135"/>
                  </a:cubicBezTo>
                  <a:cubicBezTo>
                    <a:pt x="946" y="1135"/>
                    <a:pt x="1166" y="1104"/>
                    <a:pt x="1418" y="1072"/>
                  </a:cubicBez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58"/>
            <p:cNvSpPr/>
            <p:nvPr/>
          </p:nvSpPr>
          <p:spPr>
            <a:xfrm>
              <a:off x="-18994100" y="3334775"/>
              <a:ext cx="96900" cy="140625"/>
            </a:xfrm>
            <a:custGeom>
              <a:avLst/>
              <a:gdLst/>
              <a:ahLst/>
              <a:cxnLst/>
              <a:rect l="l" t="t" r="r" b="b"/>
              <a:pathLst>
                <a:path w="3876" h="5625" extrusionOk="0">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6" name="Google Shape;8426;p58"/>
            <p:cNvSpPr/>
            <p:nvPr/>
          </p:nvSpPr>
          <p:spPr>
            <a:xfrm>
              <a:off x="-18838150" y="3334775"/>
              <a:ext cx="96125" cy="139850"/>
            </a:xfrm>
            <a:custGeom>
              <a:avLst/>
              <a:gdLst/>
              <a:ahLst/>
              <a:cxnLst/>
              <a:rect l="l" t="t" r="r" b="b"/>
              <a:pathLst>
                <a:path w="3845" h="5594" extrusionOk="0">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7" name="Google Shape;8427;p58"/>
          <p:cNvGrpSpPr/>
          <p:nvPr/>
        </p:nvGrpSpPr>
        <p:grpSpPr>
          <a:xfrm>
            <a:off x="4125445" y="2244743"/>
            <a:ext cx="343404" cy="446998"/>
            <a:chOff x="-18983850" y="3710075"/>
            <a:chExt cx="232375" cy="302475"/>
          </a:xfrm>
        </p:grpSpPr>
        <p:sp>
          <p:nvSpPr>
            <p:cNvPr id="8428" name="Google Shape;8428;p58"/>
            <p:cNvSpPr/>
            <p:nvPr/>
          </p:nvSpPr>
          <p:spPr>
            <a:xfrm>
              <a:off x="-18840500" y="3874700"/>
              <a:ext cx="89025" cy="119750"/>
            </a:xfrm>
            <a:custGeom>
              <a:avLst/>
              <a:gdLst/>
              <a:ahLst/>
              <a:cxnLst/>
              <a:rect l="l" t="t" r="r" b="b"/>
              <a:pathLst>
                <a:path w="3561" h="4790" extrusionOk="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9" name="Google Shape;8429;p58"/>
            <p:cNvSpPr/>
            <p:nvPr/>
          </p:nvSpPr>
          <p:spPr>
            <a:xfrm>
              <a:off x="-18983850" y="3901475"/>
              <a:ext cx="208750" cy="111075"/>
            </a:xfrm>
            <a:custGeom>
              <a:avLst/>
              <a:gdLst/>
              <a:ahLst/>
              <a:cxnLst/>
              <a:rect l="l" t="t" r="r" b="b"/>
              <a:pathLst>
                <a:path w="8350" h="4443" extrusionOk="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0" name="Google Shape;8430;p58"/>
            <p:cNvSpPr/>
            <p:nvPr/>
          </p:nvSpPr>
          <p:spPr>
            <a:xfrm>
              <a:off x="-18947625" y="3710075"/>
              <a:ext cx="159925" cy="67775"/>
            </a:xfrm>
            <a:custGeom>
              <a:avLst/>
              <a:gdLst/>
              <a:ahLst/>
              <a:cxnLst/>
              <a:rect l="l" t="t" r="r" b="b"/>
              <a:pathLst>
                <a:path w="6397" h="2711" extrusionOk="0">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58"/>
            <p:cNvSpPr/>
            <p:nvPr/>
          </p:nvSpPr>
          <p:spPr>
            <a:xfrm>
              <a:off x="-18949200" y="3773100"/>
              <a:ext cx="159125" cy="133925"/>
            </a:xfrm>
            <a:custGeom>
              <a:avLst/>
              <a:gdLst/>
              <a:ahLst/>
              <a:cxnLst/>
              <a:rect l="l" t="t" r="r" b="b"/>
              <a:pathLst>
                <a:path w="6365" h="5357" extrusionOk="0">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2" name="Google Shape;8432;p58"/>
          <p:cNvGrpSpPr/>
          <p:nvPr/>
        </p:nvGrpSpPr>
        <p:grpSpPr>
          <a:xfrm>
            <a:off x="4071911" y="2797422"/>
            <a:ext cx="450470" cy="448180"/>
            <a:chOff x="-19020075" y="4084200"/>
            <a:chExt cx="304825" cy="303275"/>
          </a:xfrm>
        </p:grpSpPr>
        <p:sp>
          <p:nvSpPr>
            <p:cNvPr id="8433" name="Google Shape;8433;p58"/>
            <p:cNvSpPr/>
            <p:nvPr/>
          </p:nvSpPr>
          <p:spPr>
            <a:xfrm>
              <a:off x="-18962575" y="4274800"/>
              <a:ext cx="103975" cy="94550"/>
            </a:xfrm>
            <a:custGeom>
              <a:avLst/>
              <a:gdLst/>
              <a:ahLst/>
              <a:cxnLst/>
              <a:rect l="l" t="t" r="r" b="b"/>
              <a:pathLst>
                <a:path w="4159" h="3782" extrusionOk="0">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4" name="Google Shape;8434;p58"/>
            <p:cNvSpPr/>
            <p:nvPr/>
          </p:nvSpPr>
          <p:spPr>
            <a:xfrm>
              <a:off x="-18883025" y="4281900"/>
              <a:ext cx="78000" cy="105575"/>
            </a:xfrm>
            <a:custGeom>
              <a:avLst/>
              <a:gdLst/>
              <a:ahLst/>
              <a:cxnLst/>
              <a:rect l="l" t="t" r="r" b="b"/>
              <a:pathLst>
                <a:path w="3120" h="4223" extrusionOk="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5" name="Google Shape;8435;p58"/>
            <p:cNvSpPr/>
            <p:nvPr/>
          </p:nvSpPr>
          <p:spPr>
            <a:xfrm>
              <a:off x="-18809000" y="4281100"/>
              <a:ext cx="57525" cy="88250"/>
            </a:xfrm>
            <a:custGeom>
              <a:avLst/>
              <a:gdLst/>
              <a:ahLst/>
              <a:cxnLst/>
              <a:rect l="l" t="t" r="r" b="b"/>
              <a:pathLst>
                <a:path w="2301" h="3530" extrusionOk="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6" name="Google Shape;8436;p58"/>
            <p:cNvSpPr/>
            <p:nvPr/>
          </p:nvSpPr>
          <p:spPr>
            <a:xfrm>
              <a:off x="-18770400" y="4263000"/>
              <a:ext cx="55150" cy="66975"/>
            </a:xfrm>
            <a:custGeom>
              <a:avLst/>
              <a:gdLst/>
              <a:ahLst/>
              <a:cxnLst/>
              <a:rect l="l" t="t" r="r" b="b"/>
              <a:pathLst>
                <a:path w="2206" h="2679" extrusionOk="0">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7" name="Google Shape;8437;p58"/>
            <p:cNvSpPr/>
            <p:nvPr/>
          </p:nvSpPr>
          <p:spPr>
            <a:xfrm>
              <a:off x="-18768050" y="4227550"/>
              <a:ext cx="52025" cy="31525"/>
            </a:xfrm>
            <a:custGeom>
              <a:avLst/>
              <a:gdLst/>
              <a:ahLst/>
              <a:cxnLst/>
              <a:rect l="l" t="t" r="r" b="b"/>
              <a:pathLst>
                <a:path w="2081" h="1261" extrusionOk="0">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8" name="Google Shape;8438;p58"/>
            <p:cNvSpPr/>
            <p:nvPr/>
          </p:nvSpPr>
          <p:spPr>
            <a:xfrm>
              <a:off x="-19000400" y="4262200"/>
              <a:ext cx="106350" cy="52800"/>
            </a:xfrm>
            <a:custGeom>
              <a:avLst/>
              <a:gdLst/>
              <a:ahLst/>
              <a:cxnLst/>
              <a:rect l="l" t="t" r="r" b="b"/>
              <a:pathLst>
                <a:path w="4254" h="2112" extrusionOk="0">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9" name="Google Shape;8439;p58"/>
            <p:cNvSpPr/>
            <p:nvPr/>
          </p:nvSpPr>
          <p:spPr>
            <a:xfrm>
              <a:off x="-18912175" y="4173200"/>
              <a:ext cx="18125" cy="35475"/>
            </a:xfrm>
            <a:custGeom>
              <a:avLst/>
              <a:gdLst/>
              <a:ahLst/>
              <a:cxnLst/>
              <a:rect l="l" t="t" r="r" b="b"/>
              <a:pathLst>
                <a:path w="725" h="1419" extrusionOk="0">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0" name="Google Shape;8440;p58"/>
            <p:cNvSpPr/>
            <p:nvPr/>
          </p:nvSpPr>
          <p:spPr>
            <a:xfrm>
              <a:off x="-19001975" y="4173200"/>
              <a:ext cx="18150" cy="35475"/>
            </a:xfrm>
            <a:custGeom>
              <a:avLst/>
              <a:gdLst/>
              <a:ahLst/>
              <a:cxnLst/>
              <a:rect l="l" t="t" r="r" b="b"/>
              <a:pathLst>
                <a:path w="726" h="1419" extrusionOk="0">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1" name="Google Shape;8441;p58"/>
            <p:cNvSpPr/>
            <p:nvPr/>
          </p:nvSpPr>
          <p:spPr>
            <a:xfrm>
              <a:off x="-19020075" y="4084200"/>
              <a:ext cx="143375" cy="178025"/>
            </a:xfrm>
            <a:custGeom>
              <a:avLst/>
              <a:gdLst/>
              <a:ahLst/>
              <a:cxnLst/>
              <a:rect l="l" t="t" r="r" b="b"/>
              <a:pathLst>
                <a:path w="5735" h="7121" extrusionOk="0">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42" name="Google Shape;8442;p58"/>
          <p:cNvGrpSpPr/>
          <p:nvPr/>
        </p:nvGrpSpPr>
        <p:grpSpPr>
          <a:xfrm>
            <a:off x="6889176" y="1689001"/>
            <a:ext cx="396937" cy="450470"/>
            <a:chOff x="-17149475" y="3309200"/>
            <a:chExt cx="268600" cy="304825"/>
          </a:xfrm>
        </p:grpSpPr>
        <p:sp>
          <p:nvSpPr>
            <p:cNvPr id="8443" name="Google Shape;8443;p58"/>
            <p:cNvSpPr/>
            <p:nvPr/>
          </p:nvSpPr>
          <p:spPr>
            <a:xfrm>
              <a:off x="-17021100" y="3309200"/>
              <a:ext cx="102425" cy="72475"/>
            </a:xfrm>
            <a:custGeom>
              <a:avLst/>
              <a:gdLst/>
              <a:ahLst/>
              <a:cxnLst/>
              <a:rect l="l" t="t" r="r" b="b"/>
              <a:pathLst>
                <a:path w="4097" h="2899" extrusionOk="0">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4" name="Google Shape;8444;p58"/>
            <p:cNvSpPr/>
            <p:nvPr/>
          </p:nvSpPr>
          <p:spPr>
            <a:xfrm>
              <a:off x="-17149475" y="3346200"/>
              <a:ext cx="268600" cy="267825"/>
            </a:xfrm>
            <a:custGeom>
              <a:avLst/>
              <a:gdLst/>
              <a:ahLst/>
              <a:cxnLst/>
              <a:rect l="l" t="t" r="r" b="b"/>
              <a:pathLst>
                <a:path w="10744" h="10713" extrusionOk="0">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45" name="Google Shape;8445;p58"/>
          <p:cNvGrpSpPr/>
          <p:nvPr/>
        </p:nvGrpSpPr>
        <p:grpSpPr>
          <a:xfrm>
            <a:off x="6862982" y="2258120"/>
            <a:ext cx="449325" cy="420249"/>
            <a:chOff x="-17168375" y="3692750"/>
            <a:chExt cx="304050" cy="284375"/>
          </a:xfrm>
        </p:grpSpPr>
        <p:sp>
          <p:nvSpPr>
            <p:cNvPr id="8446" name="Google Shape;8446;p58"/>
            <p:cNvSpPr/>
            <p:nvPr/>
          </p:nvSpPr>
          <p:spPr>
            <a:xfrm>
              <a:off x="-16963600" y="3694325"/>
              <a:ext cx="99275" cy="92175"/>
            </a:xfrm>
            <a:custGeom>
              <a:avLst/>
              <a:gdLst/>
              <a:ahLst/>
              <a:cxnLst/>
              <a:rect l="l" t="t" r="r" b="b"/>
              <a:pathLst>
                <a:path w="3971" h="3687" extrusionOk="0">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7" name="Google Shape;8447;p58"/>
            <p:cNvSpPr/>
            <p:nvPr/>
          </p:nvSpPr>
          <p:spPr>
            <a:xfrm>
              <a:off x="-17102225" y="3817525"/>
              <a:ext cx="61475" cy="69650"/>
            </a:xfrm>
            <a:custGeom>
              <a:avLst/>
              <a:gdLst/>
              <a:ahLst/>
              <a:cxnLst/>
              <a:rect l="l" t="t" r="r" b="b"/>
              <a:pathLst>
                <a:path w="2459" h="2786" extrusionOk="0">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8" name="Google Shape;8448;p58"/>
            <p:cNvSpPr/>
            <p:nvPr/>
          </p:nvSpPr>
          <p:spPr>
            <a:xfrm>
              <a:off x="-17064400" y="3870925"/>
              <a:ext cx="93750" cy="106200"/>
            </a:xfrm>
            <a:custGeom>
              <a:avLst/>
              <a:gdLst/>
              <a:ahLst/>
              <a:cxnLst/>
              <a:rect l="l" t="t" r="r" b="b"/>
              <a:pathLst>
                <a:path w="3750" h="4248" extrusionOk="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9" name="Google Shape;8449;p58"/>
            <p:cNvSpPr/>
            <p:nvPr/>
          </p:nvSpPr>
          <p:spPr>
            <a:xfrm>
              <a:off x="-17025025" y="3907200"/>
              <a:ext cx="15775" cy="13200"/>
            </a:xfrm>
            <a:custGeom>
              <a:avLst/>
              <a:gdLst/>
              <a:ahLst/>
              <a:cxnLst/>
              <a:rect l="l" t="t" r="r" b="b"/>
              <a:pathLst>
                <a:path w="631" h="528" extrusionOk="0">
                  <a:moveTo>
                    <a:pt x="327" y="0"/>
                  </a:moveTo>
                  <a:cubicBezTo>
                    <a:pt x="189" y="0"/>
                    <a:pt x="48" y="71"/>
                    <a:pt x="0" y="213"/>
                  </a:cubicBezTo>
                  <a:lnTo>
                    <a:pt x="315" y="528"/>
                  </a:lnTo>
                  <a:lnTo>
                    <a:pt x="630" y="213"/>
                  </a:lnTo>
                  <a:cubicBezTo>
                    <a:pt x="599" y="71"/>
                    <a:pt x="465" y="0"/>
                    <a:pt x="3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0" name="Google Shape;8450;p58"/>
            <p:cNvSpPr/>
            <p:nvPr/>
          </p:nvSpPr>
          <p:spPr>
            <a:xfrm>
              <a:off x="-16995100" y="3817825"/>
              <a:ext cx="63025" cy="69900"/>
            </a:xfrm>
            <a:custGeom>
              <a:avLst/>
              <a:gdLst/>
              <a:ahLst/>
              <a:cxnLst/>
              <a:rect l="l" t="t" r="r" b="b"/>
              <a:pathLst>
                <a:path w="2521" h="2796" extrusionOk="0">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1" name="Google Shape;8451;p58"/>
            <p:cNvSpPr/>
            <p:nvPr/>
          </p:nvSpPr>
          <p:spPr>
            <a:xfrm>
              <a:off x="-17150275" y="3728200"/>
              <a:ext cx="267825" cy="236300"/>
            </a:xfrm>
            <a:custGeom>
              <a:avLst/>
              <a:gdLst/>
              <a:ahLst/>
              <a:cxnLst/>
              <a:rect l="l" t="t" r="r" b="b"/>
              <a:pathLst>
                <a:path w="10713" h="9452" extrusionOk="0">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2" name="Google Shape;8452;p58"/>
            <p:cNvSpPr/>
            <p:nvPr/>
          </p:nvSpPr>
          <p:spPr>
            <a:xfrm>
              <a:off x="-17168375" y="3692750"/>
              <a:ext cx="99250" cy="92975"/>
            </a:xfrm>
            <a:custGeom>
              <a:avLst/>
              <a:gdLst/>
              <a:ahLst/>
              <a:cxnLst/>
              <a:rect l="l" t="t" r="r" b="b"/>
              <a:pathLst>
                <a:path w="3970" h="3719" extrusionOk="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3" name="Google Shape;8453;p58"/>
          <p:cNvGrpSpPr/>
          <p:nvPr/>
        </p:nvGrpSpPr>
        <p:grpSpPr>
          <a:xfrm>
            <a:off x="6859491" y="2796852"/>
            <a:ext cx="456308" cy="449325"/>
            <a:chOff x="-17170750" y="4058800"/>
            <a:chExt cx="308775" cy="304050"/>
          </a:xfrm>
        </p:grpSpPr>
        <p:sp>
          <p:nvSpPr>
            <p:cNvPr id="8454" name="Google Shape;8454;p58"/>
            <p:cNvSpPr/>
            <p:nvPr/>
          </p:nvSpPr>
          <p:spPr>
            <a:xfrm>
              <a:off x="-17041575" y="4058800"/>
              <a:ext cx="49650" cy="49850"/>
            </a:xfrm>
            <a:custGeom>
              <a:avLst/>
              <a:gdLst/>
              <a:ahLst/>
              <a:cxnLst/>
              <a:rect l="l" t="t" r="r" b="b"/>
              <a:pathLst>
                <a:path w="1986" h="1994" extrusionOk="0">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5" name="Google Shape;8455;p58"/>
            <p:cNvSpPr/>
            <p:nvPr/>
          </p:nvSpPr>
          <p:spPr>
            <a:xfrm>
              <a:off x="-17041575" y="4312625"/>
              <a:ext cx="49650" cy="50225"/>
            </a:xfrm>
            <a:custGeom>
              <a:avLst/>
              <a:gdLst/>
              <a:ahLst/>
              <a:cxnLst/>
              <a:rect l="l" t="t" r="r" b="b"/>
              <a:pathLst>
                <a:path w="1986" h="2009" extrusionOk="0">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6" name="Google Shape;8456;p58"/>
            <p:cNvSpPr/>
            <p:nvPr/>
          </p:nvSpPr>
          <p:spPr>
            <a:xfrm>
              <a:off x="-17170750" y="4186600"/>
              <a:ext cx="52800" cy="48075"/>
            </a:xfrm>
            <a:custGeom>
              <a:avLst/>
              <a:gdLst/>
              <a:ahLst/>
              <a:cxnLst/>
              <a:rect l="l" t="t" r="r" b="b"/>
              <a:pathLst>
                <a:path w="2112" h="1923" extrusionOk="0">
                  <a:moveTo>
                    <a:pt x="1639" y="0"/>
                  </a:moveTo>
                  <a:lnTo>
                    <a:pt x="284" y="630"/>
                  </a:lnTo>
                  <a:cubicBezTo>
                    <a:pt x="1" y="788"/>
                    <a:pt x="1" y="1135"/>
                    <a:pt x="284" y="1261"/>
                  </a:cubicBezTo>
                  <a:lnTo>
                    <a:pt x="1639" y="1922"/>
                  </a:lnTo>
                  <a:lnTo>
                    <a:pt x="1639" y="1891"/>
                  </a:lnTo>
                  <a:lnTo>
                    <a:pt x="2112" y="946"/>
                  </a:lnTo>
                  <a:lnTo>
                    <a:pt x="16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7" name="Google Shape;8457;p58"/>
            <p:cNvSpPr/>
            <p:nvPr/>
          </p:nvSpPr>
          <p:spPr>
            <a:xfrm>
              <a:off x="-16914775" y="4185025"/>
              <a:ext cx="52800" cy="49650"/>
            </a:xfrm>
            <a:custGeom>
              <a:avLst/>
              <a:gdLst/>
              <a:ahLst/>
              <a:cxnLst/>
              <a:rect l="l" t="t" r="r" b="b"/>
              <a:pathLst>
                <a:path w="2112" h="1986" extrusionOk="0">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58"/>
            <p:cNvSpPr/>
            <p:nvPr/>
          </p:nvSpPr>
          <p:spPr>
            <a:xfrm>
              <a:off x="-17127800" y="4273225"/>
              <a:ext cx="47650" cy="46500"/>
            </a:xfrm>
            <a:custGeom>
              <a:avLst/>
              <a:gdLst/>
              <a:ahLst/>
              <a:cxnLst/>
              <a:rect l="l" t="t" r="r" b="b"/>
              <a:pathLst>
                <a:path w="1906" h="1860" extrusionOk="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9" name="Google Shape;8459;p58"/>
            <p:cNvSpPr/>
            <p:nvPr/>
          </p:nvSpPr>
          <p:spPr>
            <a:xfrm>
              <a:off x="-16952575" y="4100775"/>
              <a:ext cx="47675" cy="47250"/>
            </a:xfrm>
            <a:custGeom>
              <a:avLst/>
              <a:gdLst/>
              <a:ahLst/>
              <a:cxnLst/>
              <a:rect l="l" t="t" r="r" b="b"/>
              <a:pathLst>
                <a:path w="1907" h="1890" extrusionOk="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0" name="Google Shape;8460;p58"/>
            <p:cNvSpPr/>
            <p:nvPr/>
          </p:nvSpPr>
          <p:spPr>
            <a:xfrm>
              <a:off x="-16954150" y="4273225"/>
              <a:ext cx="49200" cy="47800"/>
            </a:xfrm>
            <a:custGeom>
              <a:avLst/>
              <a:gdLst/>
              <a:ahLst/>
              <a:cxnLst/>
              <a:rect l="l" t="t" r="r" b="b"/>
              <a:pathLst>
                <a:path w="1968" h="1912" extrusionOk="0">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1" name="Google Shape;8461;p58"/>
            <p:cNvSpPr/>
            <p:nvPr/>
          </p:nvSpPr>
          <p:spPr>
            <a:xfrm>
              <a:off x="-17128625" y="4101275"/>
              <a:ext cx="48475" cy="46750"/>
            </a:xfrm>
            <a:custGeom>
              <a:avLst/>
              <a:gdLst/>
              <a:ahLst/>
              <a:cxnLst/>
              <a:rect l="l" t="t" r="r" b="b"/>
              <a:pathLst>
                <a:path w="1939" h="1870" extrusionOk="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58"/>
            <p:cNvSpPr/>
            <p:nvPr/>
          </p:nvSpPr>
          <p:spPr>
            <a:xfrm>
              <a:off x="-17043150" y="4183450"/>
              <a:ext cx="52800" cy="52800"/>
            </a:xfrm>
            <a:custGeom>
              <a:avLst/>
              <a:gdLst/>
              <a:ahLst/>
              <a:cxnLst/>
              <a:rect l="l" t="t" r="r" b="b"/>
              <a:pathLst>
                <a:path w="2112" h="2112" extrusionOk="0">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58"/>
            <p:cNvSpPr/>
            <p:nvPr/>
          </p:nvSpPr>
          <p:spPr>
            <a:xfrm>
              <a:off x="-17070725" y="4111975"/>
              <a:ext cx="44925" cy="60475"/>
            </a:xfrm>
            <a:custGeom>
              <a:avLst/>
              <a:gdLst/>
              <a:ahLst/>
              <a:cxnLst/>
              <a:rect l="l" t="t" r="r" b="b"/>
              <a:pathLst>
                <a:path w="1797" h="2419" extrusionOk="0">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58"/>
            <p:cNvSpPr/>
            <p:nvPr/>
          </p:nvSpPr>
          <p:spPr>
            <a:xfrm>
              <a:off x="-16979350" y="4156675"/>
              <a:ext cx="60675" cy="45700"/>
            </a:xfrm>
            <a:custGeom>
              <a:avLst/>
              <a:gdLst/>
              <a:ahLst/>
              <a:cxnLst/>
              <a:rect l="l" t="t" r="r" b="b"/>
              <a:pathLst>
                <a:path w="2427" h="1828" extrusionOk="0">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58"/>
            <p:cNvSpPr/>
            <p:nvPr/>
          </p:nvSpPr>
          <p:spPr>
            <a:xfrm>
              <a:off x="-17116400" y="4155875"/>
              <a:ext cx="63050" cy="44125"/>
            </a:xfrm>
            <a:custGeom>
              <a:avLst/>
              <a:gdLst/>
              <a:ahLst/>
              <a:cxnLst/>
              <a:rect l="l" t="t" r="r" b="b"/>
              <a:pathLst>
                <a:path w="2522" h="1765" extrusionOk="0">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58"/>
            <p:cNvSpPr/>
            <p:nvPr/>
          </p:nvSpPr>
          <p:spPr>
            <a:xfrm>
              <a:off x="-17007700" y="4112450"/>
              <a:ext cx="44925" cy="60775"/>
            </a:xfrm>
            <a:custGeom>
              <a:avLst/>
              <a:gdLst/>
              <a:ahLst/>
              <a:cxnLst/>
              <a:rect l="l" t="t" r="r" b="b"/>
              <a:pathLst>
                <a:path w="1797" h="2431" extrusionOk="0">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58"/>
            <p:cNvSpPr/>
            <p:nvPr/>
          </p:nvSpPr>
          <p:spPr>
            <a:xfrm>
              <a:off x="-17007700" y="4248025"/>
              <a:ext cx="44925" cy="61475"/>
            </a:xfrm>
            <a:custGeom>
              <a:avLst/>
              <a:gdLst/>
              <a:ahLst/>
              <a:cxnLst/>
              <a:rect l="l" t="t" r="r" b="b"/>
              <a:pathLst>
                <a:path w="1797" h="2459" extrusionOk="0">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8" name="Google Shape;8468;p58"/>
            <p:cNvSpPr/>
            <p:nvPr/>
          </p:nvSpPr>
          <p:spPr>
            <a:xfrm>
              <a:off x="-16980125" y="4219675"/>
              <a:ext cx="61450" cy="45700"/>
            </a:xfrm>
            <a:custGeom>
              <a:avLst/>
              <a:gdLst/>
              <a:ahLst/>
              <a:cxnLst/>
              <a:rect l="l" t="t" r="r" b="b"/>
              <a:pathLst>
                <a:path w="2458" h="1828" extrusionOk="0">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9" name="Google Shape;8469;p58"/>
            <p:cNvSpPr/>
            <p:nvPr/>
          </p:nvSpPr>
          <p:spPr>
            <a:xfrm>
              <a:off x="-17070725" y="4247250"/>
              <a:ext cx="44925" cy="61300"/>
            </a:xfrm>
            <a:custGeom>
              <a:avLst/>
              <a:gdLst/>
              <a:ahLst/>
              <a:cxnLst/>
              <a:rect l="l" t="t" r="r" b="b"/>
              <a:pathLst>
                <a:path w="1797" h="2452" extrusionOk="0">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0" name="Google Shape;8470;p58"/>
            <p:cNvSpPr/>
            <p:nvPr/>
          </p:nvSpPr>
          <p:spPr>
            <a:xfrm>
              <a:off x="-17115600" y="4218900"/>
              <a:ext cx="61450" cy="44900"/>
            </a:xfrm>
            <a:custGeom>
              <a:avLst/>
              <a:gdLst/>
              <a:ahLst/>
              <a:cxnLst/>
              <a:rect l="l" t="t" r="r" b="b"/>
              <a:pathLst>
                <a:path w="2458" h="1796" extrusionOk="0">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1" name="Google Shape;8471;p58"/>
          <p:cNvGrpSpPr/>
          <p:nvPr/>
        </p:nvGrpSpPr>
        <p:grpSpPr>
          <a:xfrm>
            <a:off x="5721388" y="3343358"/>
            <a:ext cx="450470" cy="446998"/>
            <a:chOff x="-15688425" y="3707725"/>
            <a:chExt cx="304825" cy="302475"/>
          </a:xfrm>
        </p:grpSpPr>
        <p:sp>
          <p:nvSpPr>
            <p:cNvPr id="8472" name="Google Shape;8472;p58"/>
            <p:cNvSpPr/>
            <p:nvPr/>
          </p:nvSpPr>
          <p:spPr>
            <a:xfrm>
              <a:off x="-15687650" y="3884950"/>
              <a:ext cx="304050" cy="125250"/>
            </a:xfrm>
            <a:custGeom>
              <a:avLst/>
              <a:gdLst/>
              <a:ahLst/>
              <a:cxnLst/>
              <a:rect l="l" t="t" r="r" b="b"/>
              <a:pathLst>
                <a:path w="12162" h="5010" extrusionOk="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58"/>
            <p:cNvSpPr/>
            <p:nvPr/>
          </p:nvSpPr>
          <p:spPr>
            <a:xfrm>
              <a:off x="-15634875" y="3956600"/>
              <a:ext cx="49650" cy="18150"/>
            </a:xfrm>
            <a:custGeom>
              <a:avLst/>
              <a:gdLst/>
              <a:ahLst/>
              <a:cxnLst/>
              <a:rect l="l" t="t" r="r" b="b"/>
              <a:pathLst>
                <a:path w="1986" h="726" extrusionOk="0">
                  <a:moveTo>
                    <a:pt x="379" y="1"/>
                  </a:moveTo>
                  <a:cubicBezTo>
                    <a:pt x="158" y="1"/>
                    <a:pt x="1" y="158"/>
                    <a:pt x="1" y="348"/>
                  </a:cubicBezTo>
                  <a:cubicBezTo>
                    <a:pt x="1" y="568"/>
                    <a:pt x="158" y="726"/>
                    <a:pt x="379" y="726"/>
                  </a:cubicBezTo>
                  <a:lnTo>
                    <a:pt x="1985" y="726"/>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58"/>
            <p:cNvSpPr/>
            <p:nvPr/>
          </p:nvSpPr>
          <p:spPr>
            <a:xfrm>
              <a:off x="-15434025" y="3920375"/>
              <a:ext cx="31525" cy="18150"/>
            </a:xfrm>
            <a:custGeom>
              <a:avLst/>
              <a:gdLst/>
              <a:ahLst/>
              <a:cxnLst/>
              <a:rect l="l" t="t" r="r" b="b"/>
              <a:pathLst>
                <a:path w="1261" h="726" extrusionOk="0">
                  <a:moveTo>
                    <a:pt x="567" y="1"/>
                  </a:moveTo>
                  <a:lnTo>
                    <a:pt x="0" y="725"/>
                  </a:lnTo>
                  <a:lnTo>
                    <a:pt x="914" y="725"/>
                  </a:lnTo>
                  <a:cubicBezTo>
                    <a:pt x="1103" y="725"/>
                    <a:pt x="1261" y="568"/>
                    <a:pt x="1261" y="347"/>
                  </a:cubicBezTo>
                  <a:cubicBezTo>
                    <a:pt x="1261" y="158"/>
                    <a:pt x="1103" y="1"/>
                    <a:pt x="9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5" name="Google Shape;8475;p58"/>
            <p:cNvSpPr/>
            <p:nvPr/>
          </p:nvSpPr>
          <p:spPr>
            <a:xfrm>
              <a:off x="-15436400" y="3974725"/>
              <a:ext cx="52800" cy="17350"/>
            </a:xfrm>
            <a:custGeom>
              <a:avLst/>
              <a:gdLst/>
              <a:ahLst/>
              <a:cxnLst/>
              <a:rect l="l" t="t" r="r" b="b"/>
              <a:pathLst>
                <a:path w="2112" h="694" extrusionOk="0">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6" name="Google Shape;8476;p58"/>
            <p:cNvSpPr/>
            <p:nvPr/>
          </p:nvSpPr>
          <p:spPr>
            <a:xfrm>
              <a:off x="-15688425" y="3992050"/>
              <a:ext cx="54350" cy="18150"/>
            </a:xfrm>
            <a:custGeom>
              <a:avLst/>
              <a:gdLst/>
              <a:ahLst/>
              <a:cxnLst/>
              <a:rect l="l" t="t" r="r" b="b"/>
              <a:pathLst>
                <a:path w="2174" h="726" extrusionOk="0">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7" name="Google Shape;8477;p58"/>
            <p:cNvSpPr/>
            <p:nvPr/>
          </p:nvSpPr>
          <p:spPr>
            <a:xfrm>
              <a:off x="-15664800" y="3707725"/>
              <a:ext cx="252850" cy="161475"/>
            </a:xfrm>
            <a:custGeom>
              <a:avLst/>
              <a:gdLst/>
              <a:ahLst/>
              <a:cxnLst/>
              <a:rect l="l" t="t" r="r" b="b"/>
              <a:pathLst>
                <a:path w="10114" h="6459" extrusionOk="0">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8" name="Google Shape;8478;p58"/>
          <p:cNvGrpSpPr/>
          <p:nvPr/>
        </p:nvGrpSpPr>
        <p:grpSpPr>
          <a:xfrm>
            <a:off x="1865544" y="1690441"/>
            <a:ext cx="451653" cy="447589"/>
            <a:chOff x="-20572500" y="3319025"/>
            <a:chExt cx="305625" cy="302875"/>
          </a:xfrm>
        </p:grpSpPr>
        <p:sp>
          <p:nvSpPr>
            <p:cNvPr id="8479" name="Google Shape;8479;p58"/>
            <p:cNvSpPr/>
            <p:nvPr/>
          </p:nvSpPr>
          <p:spPr>
            <a:xfrm>
              <a:off x="-20429150" y="3569900"/>
              <a:ext cx="18150" cy="52000"/>
            </a:xfrm>
            <a:custGeom>
              <a:avLst/>
              <a:gdLst/>
              <a:ahLst/>
              <a:cxnLst/>
              <a:rect l="l" t="t" r="r" b="b"/>
              <a:pathLst>
                <a:path w="726" h="2080" extrusionOk="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0" name="Google Shape;8480;p58"/>
            <p:cNvSpPr/>
            <p:nvPr/>
          </p:nvSpPr>
          <p:spPr>
            <a:xfrm>
              <a:off x="-20572500" y="3319025"/>
              <a:ext cx="305625" cy="267350"/>
            </a:xfrm>
            <a:custGeom>
              <a:avLst/>
              <a:gdLst/>
              <a:ahLst/>
              <a:cxnLst/>
              <a:rect l="l" t="t" r="r" b="b"/>
              <a:pathLst>
                <a:path w="12225" h="10694" extrusionOk="0">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1" name="Google Shape;8481;p58"/>
          <p:cNvGrpSpPr/>
          <p:nvPr/>
        </p:nvGrpSpPr>
        <p:grpSpPr>
          <a:xfrm>
            <a:off x="1866708" y="2305410"/>
            <a:ext cx="449325" cy="325670"/>
            <a:chOff x="-20571700" y="3722875"/>
            <a:chExt cx="304050" cy="220375"/>
          </a:xfrm>
        </p:grpSpPr>
        <p:sp>
          <p:nvSpPr>
            <p:cNvPr id="8482" name="Google Shape;8482;p58"/>
            <p:cNvSpPr/>
            <p:nvPr/>
          </p:nvSpPr>
          <p:spPr>
            <a:xfrm>
              <a:off x="-20333850" y="3728200"/>
              <a:ext cx="66200" cy="35475"/>
            </a:xfrm>
            <a:custGeom>
              <a:avLst/>
              <a:gdLst/>
              <a:ahLst/>
              <a:cxnLst/>
              <a:rect l="l" t="t" r="r" b="b"/>
              <a:pathLst>
                <a:path w="2648" h="1419" extrusionOk="0">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58"/>
            <p:cNvSpPr/>
            <p:nvPr/>
          </p:nvSpPr>
          <p:spPr>
            <a:xfrm>
              <a:off x="-20571700" y="3782550"/>
              <a:ext cx="49650" cy="51225"/>
            </a:xfrm>
            <a:custGeom>
              <a:avLst/>
              <a:gdLst/>
              <a:ahLst/>
              <a:cxnLst/>
              <a:rect l="l" t="t" r="r" b="b"/>
              <a:pathLst>
                <a:path w="1986" h="2049" extrusionOk="0">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4" name="Google Shape;8484;p58"/>
            <p:cNvSpPr/>
            <p:nvPr/>
          </p:nvSpPr>
          <p:spPr>
            <a:xfrm>
              <a:off x="-20320450" y="3782550"/>
              <a:ext cx="52800" cy="52800"/>
            </a:xfrm>
            <a:custGeom>
              <a:avLst/>
              <a:gdLst/>
              <a:ahLst/>
              <a:cxnLst/>
              <a:rect l="l" t="t" r="r" b="b"/>
              <a:pathLst>
                <a:path w="2112" h="2112" extrusionOk="0">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58"/>
            <p:cNvSpPr/>
            <p:nvPr/>
          </p:nvSpPr>
          <p:spPr>
            <a:xfrm>
              <a:off x="-20571700" y="3722875"/>
              <a:ext cx="178025" cy="220375"/>
            </a:xfrm>
            <a:custGeom>
              <a:avLst/>
              <a:gdLst/>
              <a:ahLst/>
              <a:cxnLst/>
              <a:rect l="l" t="t" r="r" b="b"/>
              <a:pathLst>
                <a:path w="7121" h="8815" extrusionOk="0">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58"/>
            <p:cNvSpPr/>
            <p:nvPr/>
          </p:nvSpPr>
          <p:spPr>
            <a:xfrm>
              <a:off x="-20404725" y="3782550"/>
              <a:ext cx="28375" cy="41775"/>
            </a:xfrm>
            <a:custGeom>
              <a:avLst/>
              <a:gdLst/>
              <a:ahLst/>
              <a:cxnLst/>
              <a:rect l="l" t="t" r="r" b="b"/>
              <a:pathLst>
                <a:path w="1135" h="1671" extrusionOk="0">
                  <a:moveTo>
                    <a:pt x="0" y="0"/>
                  </a:moveTo>
                  <a:lnTo>
                    <a:pt x="820" y="1387"/>
                  </a:lnTo>
                  <a:cubicBezTo>
                    <a:pt x="914" y="1450"/>
                    <a:pt x="914" y="1576"/>
                    <a:pt x="946" y="1670"/>
                  </a:cubicBezTo>
                  <a:cubicBezTo>
                    <a:pt x="1072" y="1513"/>
                    <a:pt x="1135" y="1292"/>
                    <a:pt x="1135" y="1072"/>
                  </a:cubicBezTo>
                  <a:lnTo>
                    <a:pt x="11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58"/>
            <p:cNvSpPr/>
            <p:nvPr/>
          </p:nvSpPr>
          <p:spPr>
            <a:xfrm>
              <a:off x="-20502400" y="3887300"/>
              <a:ext cx="1600" cy="25"/>
            </a:xfrm>
            <a:custGeom>
              <a:avLst/>
              <a:gdLst/>
              <a:ahLst/>
              <a:cxnLst/>
              <a:rect l="l" t="t" r="r" b="b"/>
              <a:pathLst>
                <a:path w="64" h="1" extrusionOk="0">
                  <a:moveTo>
                    <a:pt x="64" y="1"/>
                  </a:moveTo>
                  <a:cubicBezTo>
                    <a:pt x="1" y="1"/>
                    <a:pt x="1" y="1"/>
                    <a:pt x="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8" name="Google Shape;8488;p58"/>
            <p:cNvSpPr/>
            <p:nvPr/>
          </p:nvSpPr>
          <p:spPr>
            <a:xfrm>
              <a:off x="-20500825" y="3782550"/>
              <a:ext cx="220575" cy="159125"/>
            </a:xfrm>
            <a:custGeom>
              <a:avLst/>
              <a:gdLst/>
              <a:ahLst/>
              <a:cxnLst/>
              <a:rect l="l" t="t" r="r" b="b"/>
              <a:pathLst>
                <a:path w="8823" h="6365" extrusionOk="0">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9" name="Google Shape;8489;p58"/>
          <p:cNvGrpSpPr/>
          <p:nvPr/>
        </p:nvGrpSpPr>
        <p:grpSpPr>
          <a:xfrm>
            <a:off x="1866135" y="2796278"/>
            <a:ext cx="450470" cy="450470"/>
            <a:chOff x="-20571700" y="4066875"/>
            <a:chExt cx="304825" cy="304825"/>
          </a:xfrm>
        </p:grpSpPr>
        <p:sp>
          <p:nvSpPr>
            <p:cNvPr id="8490" name="Google Shape;8490;p58"/>
            <p:cNvSpPr/>
            <p:nvPr/>
          </p:nvSpPr>
          <p:spPr>
            <a:xfrm>
              <a:off x="-20385825" y="4211025"/>
              <a:ext cx="118950" cy="160675"/>
            </a:xfrm>
            <a:custGeom>
              <a:avLst/>
              <a:gdLst/>
              <a:ahLst/>
              <a:cxnLst/>
              <a:rect l="l" t="t" r="r" b="b"/>
              <a:pathLst>
                <a:path w="4758" h="6427" extrusionOk="0">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58"/>
            <p:cNvSpPr/>
            <p:nvPr/>
          </p:nvSpPr>
          <p:spPr>
            <a:xfrm>
              <a:off x="-20412600" y="4084875"/>
              <a:ext cx="109500" cy="89925"/>
            </a:xfrm>
            <a:custGeom>
              <a:avLst/>
              <a:gdLst/>
              <a:ahLst/>
              <a:cxnLst/>
              <a:rect l="l" t="t" r="r" b="b"/>
              <a:pathLst>
                <a:path w="4380" h="3597" extrusionOk="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58"/>
            <p:cNvSpPr/>
            <p:nvPr/>
          </p:nvSpPr>
          <p:spPr>
            <a:xfrm>
              <a:off x="-20332275" y="4066875"/>
              <a:ext cx="64625" cy="80375"/>
            </a:xfrm>
            <a:custGeom>
              <a:avLst/>
              <a:gdLst/>
              <a:ahLst/>
              <a:cxnLst/>
              <a:rect l="l" t="t" r="r" b="b"/>
              <a:pathLst>
                <a:path w="2585" h="3215" extrusionOk="0">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3" name="Google Shape;8493;p58"/>
            <p:cNvSpPr/>
            <p:nvPr/>
          </p:nvSpPr>
          <p:spPr>
            <a:xfrm>
              <a:off x="-20553575" y="4103900"/>
              <a:ext cx="107925" cy="89025"/>
            </a:xfrm>
            <a:custGeom>
              <a:avLst/>
              <a:gdLst/>
              <a:ahLst/>
              <a:cxnLst/>
              <a:rect l="l" t="t" r="r" b="b"/>
              <a:pathLst>
                <a:path w="4317" h="3561" extrusionOk="0">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58"/>
            <p:cNvSpPr/>
            <p:nvPr/>
          </p:nvSpPr>
          <p:spPr>
            <a:xfrm>
              <a:off x="-20515000" y="4168475"/>
              <a:ext cx="119750" cy="91400"/>
            </a:xfrm>
            <a:custGeom>
              <a:avLst/>
              <a:gdLst/>
              <a:ahLst/>
              <a:cxnLst/>
              <a:rect l="l" t="t" r="r" b="b"/>
              <a:pathLst>
                <a:path w="4790" h="3656" extrusionOk="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58"/>
            <p:cNvSpPr/>
            <p:nvPr/>
          </p:nvSpPr>
          <p:spPr>
            <a:xfrm>
              <a:off x="-20571700" y="4250400"/>
              <a:ext cx="233950" cy="120525"/>
            </a:xfrm>
            <a:custGeom>
              <a:avLst/>
              <a:gdLst/>
              <a:ahLst/>
              <a:cxnLst/>
              <a:rect l="l" t="t" r="r" b="b"/>
              <a:pathLst>
                <a:path w="9358" h="4821" extrusionOk="0">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6" name="Google Shape;8496;p58"/>
          <p:cNvGrpSpPr/>
          <p:nvPr/>
        </p:nvGrpSpPr>
        <p:grpSpPr>
          <a:xfrm>
            <a:off x="4632837" y="1688259"/>
            <a:ext cx="453980" cy="451948"/>
            <a:chOff x="-18645175" y="3334200"/>
            <a:chExt cx="307200" cy="305825"/>
          </a:xfrm>
        </p:grpSpPr>
        <p:sp>
          <p:nvSpPr>
            <p:cNvPr id="8497" name="Google Shape;8497;p58"/>
            <p:cNvSpPr/>
            <p:nvPr/>
          </p:nvSpPr>
          <p:spPr>
            <a:xfrm>
              <a:off x="-18627850" y="3424975"/>
              <a:ext cx="289875" cy="215050"/>
            </a:xfrm>
            <a:custGeom>
              <a:avLst/>
              <a:gdLst/>
              <a:ahLst/>
              <a:cxnLst/>
              <a:rect l="l" t="t" r="r" b="b"/>
              <a:pathLst>
                <a:path w="11595" h="8602" extrusionOk="0">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8" name="Google Shape;8498;p58"/>
            <p:cNvSpPr/>
            <p:nvPr/>
          </p:nvSpPr>
          <p:spPr>
            <a:xfrm>
              <a:off x="-18645175" y="3424975"/>
              <a:ext cx="141800" cy="159900"/>
            </a:xfrm>
            <a:custGeom>
              <a:avLst/>
              <a:gdLst/>
              <a:ahLst/>
              <a:cxnLst/>
              <a:rect l="l" t="t" r="r" b="b"/>
              <a:pathLst>
                <a:path w="5672" h="6396" extrusionOk="0">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9" name="Google Shape;8499;p58"/>
            <p:cNvSpPr/>
            <p:nvPr/>
          </p:nvSpPr>
          <p:spPr>
            <a:xfrm>
              <a:off x="-18466375" y="3334200"/>
              <a:ext cx="54350" cy="71100"/>
            </a:xfrm>
            <a:custGeom>
              <a:avLst/>
              <a:gdLst/>
              <a:ahLst/>
              <a:cxnLst/>
              <a:rect l="l" t="t" r="r" b="b"/>
              <a:pathLst>
                <a:path w="2174" h="2844" extrusionOk="0">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0" name="Google Shape;8500;p58"/>
            <p:cNvSpPr/>
            <p:nvPr/>
          </p:nvSpPr>
          <p:spPr>
            <a:xfrm>
              <a:off x="-18428575" y="3352500"/>
              <a:ext cx="87450" cy="82725"/>
            </a:xfrm>
            <a:custGeom>
              <a:avLst/>
              <a:gdLst/>
              <a:ahLst/>
              <a:cxnLst/>
              <a:rect l="l" t="t" r="r" b="b"/>
              <a:pathLst>
                <a:path w="3498" h="3309" extrusionOk="0">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1" name="Google Shape;8501;p58"/>
            <p:cNvSpPr/>
            <p:nvPr/>
          </p:nvSpPr>
          <p:spPr>
            <a:xfrm>
              <a:off x="-18645175" y="3334400"/>
              <a:ext cx="70900" cy="70900"/>
            </a:xfrm>
            <a:custGeom>
              <a:avLst/>
              <a:gdLst/>
              <a:ahLst/>
              <a:cxnLst/>
              <a:rect l="l" t="t" r="r" b="b"/>
              <a:pathLst>
                <a:path w="2836" h="2836" extrusionOk="0">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2" name="Google Shape;8502;p58"/>
          <p:cNvGrpSpPr/>
          <p:nvPr/>
        </p:nvGrpSpPr>
        <p:grpSpPr>
          <a:xfrm>
            <a:off x="4633429" y="2242989"/>
            <a:ext cx="452798" cy="450507"/>
            <a:chOff x="-18645175" y="3708500"/>
            <a:chExt cx="306400" cy="304850"/>
          </a:xfrm>
        </p:grpSpPr>
        <p:sp>
          <p:nvSpPr>
            <p:cNvPr id="8503" name="Google Shape;8503;p58"/>
            <p:cNvSpPr/>
            <p:nvPr/>
          </p:nvSpPr>
          <p:spPr>
            <a:xfrm>
              <a:off x="-18555375" y="3817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4" name="Google Shape;8504;p58"/>
            <p:cNvSpPr/>
            <p:nvPr/>
          </p:nvSpPr>
          <p:spPr>
            <a:xfrm>
              <a:off x="-18501825" y="3894000"/>
              <a:ext cx="18150" cy="16950"/>
            </a:xfrm>
            <a:custGeom>
              <a:avLst/>
              <a:gdLst/>
              <a:ahLst/>
              <a:cxnLst/>
              <a:rect l="l" t="t" r="r" b="b"/>
              <a:pathLst>
                <a:path w="726" h="678" extrusionOk="0">
                  <a:moveTo>
                    <a:pt x="351" y="0"/>
                  </a:moveTo>
                  <a:cubicBezTo>
                    <a:pt x="197" y="0"/>
                    <a:pt x="48" y="79"/>
                    <a:pt x="0" y="237"/>
                  </a:cubicBezTo>
                  <a:lnTo>
                    <a:pt x="379" y="678"/>
                  </a:lnTo>
                  <a:lnTo>
                    <a:pt x="725" y="237"/>
                  </a:lnTo>
                  <a:cubicBezTo>
                    <a:pt x="662" y="79"/>
                    <a:pt x="505" y="0"/>
                    <a:pt x="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5" name="Google Shape;8505;p58"/>
            <p:cNvSpPr/>
            <p:nvPr/>
          </p:nvSpPr>
          <p:spPr>
            <a:xfrm>
              <a:off x="-18546725" y="3835325"/>
              <a:ext cx="108725" cy="124450"/>
            </a:xfrm>
            <a:custGeom>
              <a:avLst/>
              <a:gdLst/>
              <a:ahLst/>
              <a:cxnLst/>
              <a:rect l="l" t="t" r="r" b="b"/>
              <a:pathLst>
                <a:path w="4349" h="4978" extrusionOk="0">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6" name="Google Shape;8506;p58"/>
            <p:cNvSpPr/>
            <p:nvPr/>
          </p:nvSpPr>
          <p:spPr>
            <a:xfrm>
              <a:off x="-18644375" y="3728200"/>
              <a:ext cx="305600" cy="285150"/>
            </a:xfrm>
            <a:custGeom>
              <a:avLst/>
              <a:gdLst/>
              <a:ahLst/>
              <a:cxnLst/>
              <a:rect l="l" t="t" r="r" b="b"/>
              <a:pathLst>
                <a:path w="12224" h="11406" extrusionOk="0">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7" name="Google Shape;8507;p58"/>
            <p:cNvSpPr/>
            <p:nvPr/>
          </p:nvSpPr>
          <p:spPr>
            <a:xfrm>
              <a:off x="-18448275" y="38172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8" name="Google Shape;8508;p58"/>
            <p:cNvSpPr/>
            <p:nvPr/>
          </p:nvSpPr>
          <p:spPr>
            <a:xfrm>
              <a:off x="-18645175" y="3708500"/>
              <a:ext cx="74050" cy="91400"/>
            </a:xfrm>
            <a:custGeom>
              <a:avLst/>
              <a:gdLst/>
              <a:ahLst/>
              <a:cxnLst/>
              <a:rect l="l" t="t" r="r" b="b"/>
              <a:pathLst>
                <a:path w="2962" h="3656" extrusionOk="0">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9" name="Google Shape;8509;p58"/>
            <p:cNvSpPr/>
            <p:nvPr/>
          </p:nvSpPr>
          <p:spPr>
            <a:xfrm>
              <a:off x="-18415975" y="3710075"/>
              <a:ext cx="74850" cy="92975"/>
            </a:xfrm>
            <a:custGeom>
              <a:avLst/>
              <a:gdLst/>
              <a:ahLst/>
              <a:cxnLst/>
              <a:rect l="l" t="t" r="r" b="b"/>
              <a:pathLst>
                <a:path w="2994" h="3719" extrusionOk="0">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0" name="Google Shape;8510;p58"/>
          <p:cNvGrpSpPr/>
          <p:nvPr/>
        </p:nvGrpSpPr>
        <p:grpSpPr>
          <a:xfrm>
            <a:off x="4631101" y="2795630"/>
            <a:ext cx="457453" cy="451763"/>
            <a:chOff x="-18647525" y="4082625"/>
            <a:chExt cx="309550" cy="305700"/>
          </a:xfrm>
        </p:grpSpPr>
        <p:sp>
          <p:nvSpPr>
            <p:cNvPr id="8511" name="Google Shape;8511;p58"/>
            <p:cNvSpPr/>
            <p:nvPr/>
          </p:nvSpPr>
          <p:spPr>
            <a:xfrm>
              <a:off x="-18609725" y="4082625"/>
              <a:ext cx="123675" cy="61475"/>
            </a:xfrm>
            <a:custGeom>
              <a:avLst/>
              <a:gdLst/>
              <a:ahLst/>
              <a:cxnLst/>
              <a:rect l="l" t="t" r="r" b="b"/>
              <a:pathLst>
                <a:path w="4947" h="2459" extrusionOk="0">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2" name="Google Shape;8512;p58"/>
            <p:cNvSpPr/>
            <p:nvPr/>
          </p:nvSpPr>
          <p:spPr>
            <a:xfrm>
              <a:off x="-18647525" y="4155875"/>
              <a:ext cx="148075" cy="195350"/>
            </a:xfrm>
            <a:custGeom>
              <a:avLst/>
              <a:gdLst/>
              <a:ahLst/>
              <a:cxnLst/>
              <a:rect l="l" t="t" r="r" b="b"/>
              <a:pathLst>
                <a:path w="5923" h="7814" extrusionOk="0">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3" name="Google Shape;8513;p58"/>
            <p:cNvSpPr/>
            <p:nvPr/>
          </p:nvSpPr>
          <p:spPr>
            <a:xfrm>
              <a:off x="-18442750" y="4150575"/>
              <a:ext cx="102400" cy="100625"/>
            </a:xfrm>
            <a:custGeom>
              <a:avLst/>
              <a:gdLst/>
              <a:ahLst/>
              <a:cxnLst/>
              <a:rect l="l" t="t" r="r" b="b"/>
              <a:pathLst>
                <a:path w="4096" h="4025" extrusionOk="0">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4" name="Google Shape;8514;p58"/>
            <p:cNvSpPr/>
            <p:nvPr/>
          </p:nvSpPr>
          <p:spPr>
            <a:xfrm>
              <a:off x="-18581375" y="4176775"/>
              <a:ext cx="243400" cy="211550"/>
            </a:xfrm>
            <a:custGeom>
              <a:avLst/>
              <a:gdLst/>
              <a:ahLst/>
              <a:cxnLst/>
              <a:rect l="l" t="t" r="r" b="b"/>
              <a:pathLst>
                <a:path w="9736" h="8462" extrusionOk="0">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5" name="Google Shape;8515;p58"/>
          <p:cNvGrpSpPr/>
          <p:nvPr/>
        </p:nvGrpSpPr>
        <p:grpSpPr>
          <a:xfrm>
            <a:off x="7441485" y="1689592"/>
            <a:ext cx="395755" cy="449288"/>
            <a:chOff x="-16775350" y="3309200"/>
            <a:chExt cx="267800" cy="304025"/>
          </a:xfrm>
        </p:grpSpPr>
        <p:sp>
          <p:nvSpPr>
            <p:cNvPr id="8516" name="Google Shape;8516;p58"/>
            <p:cNvSpPr/>
            <p:nvPr/>
          </p:nvSpPr>
          <p:spPr>
            <a:xfrm>
              <a:off x="-16775350" y="3309200"/>
              <a:ext cx="267800" cy="160675"/>
            </a:xfrm>
            <a:custGeom>
              <a:avLst/>
              <a:gdLst/>
              <a:ahLst/>
              <a:cxnLst/>
              <a:rect l="l" t="t" r="r" b="b"/>
              <a:pathLst>
                <a:path w="10712" h="6427" extrusionOk="0">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7" name="Google Shape;8517;p58"/>
            <p:cNvSpPr/>
            <p:nvPr/>
          </p:nvSpPr>
          <p:spPr>
            <a:xfrm>
              <a:off x="-16704475" y="3398975"/>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8" name="Google Shape;8518;p58"/>
            <p:cNvSpPr/>
            <p:nvPr/>
          </p:nvSpPr>
          <p:spPr>
            <a:xfrm>
              <a:off x="-16707625" y="3487200"/>
              <a:ext cx="129200" cy="126025"/>
            </a:xfrm>
            <a:custGeom>
              <a:avLst/>
              <a:gdLst/>
              <a:ahLst/>
              <a:cxnLst/>
              <a:rect l="l" t="t" r="r" b="b"/>
              <a:pathLst>
                <a:path w="5168" h="5041" extrusionOk="0">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9" name="Google Shape;8519;p58"/>
          <p:cNvGrpSpPr/>
          <p:nvPr/>
        </p:nvGrpSpPr>
        <p:grpSpPr>
          <a:xfrm>
            <a:off x="7441485" y="2241827"/>
            <a:ext cx="395755" cy="452835"/>
            <a:chOff x="-16775350" y="3683300"/>
            <a:chExt cx="267800" cy="306425"/>
          </a:xfrm>
        </p:grpSpPr>
        <p:sp>
          <p:nvSpPr>
            <p:cNvPr id="8520" name="Google Shape;8520;p58"/>
            <p:cNvSpPr/>
            <p:nvPr/>
          </p:nvSpPr>
          <p:spPr>
            <a:xfrm>
              <a:off x="-16775350" y="3683300"/>
              <a:ext cx="267800" cy="306425"/>
            </a:xfrm>
            <a:custGeom>
              <a:avLst/>
              <a:gdLst/>
              <a:ahLst/>
              <a:cxnLst/>
              <a:rect l="l" t="t" r="r" b="b"/>
              <a:pathLst>
                <a:path w="10712" h="12257" extrusionOk="0">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1" name="Google Shape;8521;p58"/>
            <p:cNvSpPr/>
            <p:nvPr/>
          </p:nvSpPr>
          <p:spPr>
            <a:xfrm>
              <a:off x="-16648550" y="3847925"/>
              <a:ext cx="13425" cy="21275"/>
            </a:xfrm>
            <a:custGeom>
              <a:avLst/>
              <a:gdLst/>
              <a:ahLst/>
              <a:cxnLst/>
              <a:rect l="l" t="t" r="r" b="b"/>
              <a:pathLst>
                <a:path w="537" h="851" extrusionOk="0">
                  <a:moveTo>
                    <a:pt x="284" y="0"/>
                  </a:moveTo>
                  <a:lnTo>
                    <a:pt x="1" y="252"/>
                  </a:lnTo>
                  <a:lnTo>
                    <a:pt x="284" y="851"/>
                  </a:lnTo>
                  <a:lnTo>
                    <a:pt x="536" y="252"/>
                  </a:lnTo>
                  <a:lnTo>
                    <a:pt x="2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2" name="Google Shape;8522;p58"/>
            <p:cNvSpPr/>
            <p:nvPr/>
          </p:nvSpPr>
          <p:spPr>
            <a:xfrm>
              <a:off x="-16722575" y="3771400"/>
              <a:ext cx="161475" cy="215950"/>
            </a:xfrm>
            <a:custGeom>
              <a:avLst/>
              <a:gdLst/>
              <a:ahLst/>
              <a:cxnLst/>
              <a:rect l="l" t="t" r="r" b="b"/>
              <a:pathLst>
                <a:path w="6459" h="8638" extrusionOk="0">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3" name="Google Shape;8523;p58"/>
          <p:cNvGrpSpPr/>
          <p:nvPr/>
        </p:nvGrpSpPr>
        <p:grpSpPr>
          <a:xfrm>
            <a:off x="7413536" y="2796870"/>
            <a:ext cx="451653" cy="449288"/>
            <a:chOff x="-16794250" y="4058225"/>
            <a:chExt cx="305625" cy="304025"/>
          </a:xfrm>
        </p:grpSpPr>
        <p:sp>
          <p:nvSpPr>
            <p:cNvPr id="8524" name="Google Shape;8524;p58"/>
            <p:cNvSpPr/>
            <p:nvPr/>
          </p:nvSpPr>
          <p:spPr>
            <a:xfrm>
              <a:off x="-16793475" y="4309475"/>
              <a:ext cx="70925" cy="17350"/>
            </a:xfrm>
            <a:custGeom>
              <a:avLst/>
              <a:gdLst/>
              <a:ahLst/>
              <a:cxnLst/>
              <a:rect l="l" t="t" r="r" b="b"/>
              <a:pathLst>
                <a:path w="2837" h="694" extrusionOk="0">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5" name="Google Shape;8525;p58"/>
            <p:cNvSpPr/>
            <p:nvPr/>
          </p:nvSpPr>
          <p:spPr>
            <a:xfrm>
              <a:off x="-16758025" y="4344900"/>
              <a:ext cx="89800" cy="17350"/>
            </a:xfrm>
            <a:custGeom>
              <a:avLst/>
              <a:gdLst/>
              <a:ahLst/>
              <a:cxnLst/>
              <a:rect l="l" t="t" r="r" b="b"/>
              <a:pathLst>
                <a:path w="3592" h="694" extrusionOk="0">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6" name="Google Shape;8526;p58"/>
            <p:cNvSpPr/>
            <p:nvPr/>
          </p:nvSpPr>
          <p:spPr>
            <a:xfrm>
              <a:off x="-16615475" y="4344900"/>
              <a:ext cx="89825" cy="17350"/>
            </a:xfrm>
            <a:custGeom>
              <a:avLst/>
              <a:gdLst/>
              <a:ahLst/>
              <a:cxnLst/>
              <a:rect l="l" t="t" r="r" b="b"/>
              <a:pathLst>
                <a:path w="3593" h="694" extrusionOk="0">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7" name="Google Shape;8527;p58"/>
            <p:cNvSpPr/>
            <p:nvPr/>
          </p:nvSpPr>
          <p:spPr>
            <a:xfrm>
              <a:off x="-16561900" y="4309475"/>
              <a:ext cx="71700" cy="17350"/>
            </a:xfrm>
            <a:custGeom>
              <a:avLst/>
              <a:gdLst/>
              <a:ahLst/>
              <a:cxnLst/>
              <a:rect l="l" t="t" r="r" b="b"/>
              <a:pathLst>
                <a:path w="2868" h="694" extrusionOk="0">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8" name="Google Shape;8528;p58"/>
            <p:cNvSpPr/>
            <p:nvPr/>
          </p:nvSpPr>
          <p:spPr>
            <a:xfrm>
              <a:off x="-16704475" y="4309475"/>
              <a:ext cx="125275" cy="17350"/>
            </a:xfrm>
            <a:custGeom>
              <a:avLst/>
              <a:gdLst/>
              <a:ahLst/>
              <a:cxnLst/>
              <a:rect l="l" t="t" r="r" b="b"/>
              <a:pathLst>
                <a:path w="5011" h="694" extrusionOk="0">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9" name="Google Shape;8529;p58"/>
            <p:cNvSpPr/>
            <p:nvPr/>
          </p:nvSpPr>
          <p:spPr>
            <a:xfrm>
              <a:off x="-16704475" y="4074750"/>
              <a:ext cx="126050" cy="165425"/>
            </a:xfrm>
            <a:custGeom>
              <a:avLst/>
              <a:gdLst/>
              <a:ahLst/>
              <a:cxnLst/>
              <a:rect l="l" t="t" r="r" b="b"/>
              <a:pathLst>
                <a:path w="5042" h="6617" extrusionOk="0">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0" name="Google Shape;8530;p58"/>
            <p:cNvSpPr/>
            <p:nvPr/>
          </p:nvSpPr>
          <p:spPr>
            <a:xfrm>
              <a:off x="-16725725" y="4237800"/>
              <a:ext cx="164625" cy="53575"/>
            </a:xfrm>
            <a:custGeom>
              <a:avLst/>
              <a:gdLst/>
              <a:ahLst/>
              <a:cxnLst/>
              <a:rect l="l" t="t" r="r" b="b"/>
              <a:pathLst>
                <a:path w="6585" h="2143" extrusionOk="0">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1" name="Google Shape;8531;p58"/>
            <p:cNvSpPr/>
            <p:nvPr/>
          </p:nvSpPr>
          <p:spPr>
            <a:xfrm>
              <a:off x="-16559550" y="4058225"/>
              <a:ext cx="70925" cy="233150"/>
            </a:xfrm>
            <a:custGeom>
              <a:avLst/>
              <a:gdLst/>
              <a:ahLst/>
              <a:cxnLst/>
              <a:rect l="l" t="t" r="r" b="b"/>
              <a:pathLst>
                <a:path w="2837" h="9326" extrusionOk="0">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2" name="Google Shape;8532;p58"/>
            <p:cNvSpPr/>
            <p:nvPr/>
          </p:nvSpPr>
          <p:spPr>
            <a:xfrm>
              <a:off x="-16794250" y="4059000"/>
              <a:ext cx="70900" cy="232375"/>
            </a:xfrm>
            <a:custGeom>
              <a:avLst/>
              <a:gdLst/>
              <a:ahLst/>
              <a:cxnLst/>
              <a:rect l="l" t="t" r="r" b="b"/>
              <a:pathLst>
                <a:path w="2836" h="9295" extrusionOk="0">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33" name="Google Shape;8533;p58"/>
          <p:cNvSpPr/>
          <p:nvPr/>
        </p:nvSpPr>
        <p:spPr>
          <a:xfrm>
            <a:off x="7992205" y="1689084"/>
            <a:ext cx="452798" cy="450470"/>
          </a:xfrm>
          <a:custGeom>
            <a:avLst/>
            <a:gdLst/>
            <a:ahLst/>
            <a:cxnLst/>
            <a:rect l="l" t="t" r="r" b="b"/>
            <a:pathLst>
              <a:path w="12256" h="12193" extrusionOk="0">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34" name="Google Shape;8534;p58"/>
          <p:cNvGrpSpPr/>
          <p:nvPr/>
        </p:nvGrpSpPr>
        <p:grpSpPr>
          <a:xfrm>
            <a:off x="2414953" y="1689573"/>
            <a:ext cx="457453" cy="449325"/>
            <a:chOff x="-20199150" y="3317850"/>
            <a:chExt cx="309550" cy="304050"/>
          </a:xfrm>
        </p:grpSpPr>
        <p:sp>
          <p:nvSpPr>
            <p:cNvPr id="8535" name="Google Shape;8535;p58"/>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6" name="Google Shape;8536;p58"/>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7" name="Google Shape;8537;p58"/>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8" name="Google Shape;8538;p58"/>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9" name="Google Shape;8539;p58"/>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0" name="Google Shape;8540;p58"/>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1" name="Google Shape;8541;p58"/>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2" name="Google Shape;8542;p58"/>
          <p:cNvGrpSpPr/>
          <p:nvPr/>
        </p:nvGrpSpPr>
        <p:grpSpPr>
          <a:xfrm>
            <a:off x="2417281" y="2242861"/>
            <a:ext cx="452798" cy="450766"/>
            <a:chOff x="-20199150" y="3693150"/>
            <a:chExt cx="306400" cy="305025"/>
          </a:xfrm>
        </p:grpSpPr>
        <p:sp>
          <p:nvSpPr>
            <p:cNvPr id="8543" name="Google Shape;8543;p58"/>
            <p:cNvSpPr/>
            <p:nvPr/>
          </p:nvSpPr>
          <p:spPr>
            <a:xfrm>
              <a:off x="-20182625" y="3762250"/>
              <a:ext cx="227650" cy="212650"/>
            </a:xfrm>
            <a:custGeom>
              <a:avLst/>
              <a:gdLst/>
              <a:ahLst/>
              <a:cxnLst/>
              <a:rect l="l" t="t" r="r" b="b"/>
              <a:pathLst>
                <a:path w="9106" h="8506" extrusionOk="0">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4" name="Google Shape;8544;p58"/>
            <p:cNvSpPr/>
            <p:nvPr/>
          </p:nvSpPr>
          <p:spPr>
            <a:xfrm>
              <a:off x="-20077075" y="3785225"/>
              <a:ext cx="97700" cy="91075"/>
            </a:xfrm>
            <a:custGeom>
              <a:avLst/>
              <a:gdLst/>
              <a:ahLst/>
              <a:cxnLst/>
              <a:rect l="l" t="t" r="r" b="b"/>
              <a:pathLst>
                <a:path w="3908" h="3643" extrusionOk="0">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5" name="Google Shape;8545;p58"/>
            <p:cNvSpPr/>
            <p:nvPr/>
          </p:nvSpPr>
          <p:spPr>
            <a:xfrm>
              <a:off x="-20051875" y="3693150"/>
              <a:ext cx="159125" cy="176850"/>
            </a:xfrm>
            <a:custGeom>
              <a:avLst/>
              <a:gdLst/>
              <a:ahLst/>
              <a:cxnLst/>
              <a:rect l="l" t="t" r="r" b="b"/>
              <a:pathLst>
                <a:path w="6365" h="7074" extrusionOk="0">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6" name="Google Shape;8546;p58"/>
            <p:cNvSpPr/>
            <p:nvPr/>
          </p:nvSpPr>
          <p:spPr>
            <a:xfrm>
              <a:off x="-20155825" y="3861300"/>
              <a:ext cx="92950" cy="92175"/>
            </a:xfrm>
            <a:custGeom>
              <a:avLst/>
              <a:gdLst/>
              <a:ahLst/>
              <a:cxnLst/>
              <a:rect l="l" t="t" r="r" b="b"/>
              <a:pathLst>
                <a:path w="3718" h="3687" extrusionOk="0">
                  <a:moveTo>
                    <a:pt x="221" y="1"/>
                  </a:moveTo>
                  <a:lnTo>
                    <a:pt x="63" y="158"/>
                  </a:lnTo>
                  <a:lnTo>
                    <a:pt x="0" y="190"/>
                  </a:lnTo>
                  <a:lnTo>
                    <a:pt x="3529" y="3687"/>
                  </a:lnTo>
                  <a:lnTo>
                    <a:pt x="3560" y="3655"/>
                  </a:lnTo>
                  <a:lnTo>
                    <a:pt x="3718" y="3498"/>
                  </a:lnTo>
                  <a:lnTo>
                    <a:pt x="2457" y="1230"/>
                  </a:lnTo>
                  <a:lnTo>
                    <a:pt x="2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7" name="Google Shape;8547;p58"/>
            <p:cNvSpPr/>
            <p:nvPr/>
          </p:nvSpPr>
          <p:spPr>
            <a:xfrm>
              <a:off x="-20199150" y="3918025"/>
              <a:ext cx="81150" cy="80150"/>
            </a:xfrm>
            <a:custGeom>
              <a:avLst/>
              <a:gdLst/>
              <a:ahLst/>
              <a:cxnLst/>
              <a:rect l="l" t="t" r="r" b="b"/>
              <a:pathLst>
                <a:path w="3246" h="3206" extrusionOk="0">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8" name="Google Shape;8548;p58"/>
            <p:cNvSpPr/>
            <p:nvPr/>
          </p:nvSpPr>
          <p:spPr>
            <a:xfrm>
              <a:off x="-20173950" y="3880200"/>
              <a:ext cx="92175" cy="92200"/>
            </a:xfrm>
            <a:custGeom>
              <a:avLst/>
              <a:gdLst/>
              <a:ahLst/>
              <a:cxnLst/>
              <a:rect l="l" t="t" r="r" b="b"/>
              <a:pathLst>
                <a:path w="3687" h="3688" extrusionOk="0">
                  <a:moveTo>
                    <a:pt x="316" y="1"/>
                  </a:moveTo>
                  <a:cubicBezTo>
                    <a:pt x="189" y="222"/>
                    <a:pt x="63" y="442"/>
                    <a:pt x="0" y="663"/>
                  </a:cubicBezTo>
                  <a:lnTo>
                    <a:pt x="3025" y="3687"/>
                  </a:lnTo>
                  <a:cubicBezTo>
                    <a:pt x="3245" y="3624"/>
                    <a:pt x="3498" y="3498"/>
                    <a:pt x="3687" y="3372"/>
                  </a:cubicBezTo>
                  <a:lnTo>
                    <a:pt x="3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9" name="Google Shape;8549;p58"/>
          <p:cNvGrpSpPr/>
          <p:nvPr/>
        </p:nvGrpSpPr>
        <p:grpSpPr>
          <a:xfrm>
            <a:off x="2417854" y="2795687"/>
            <a:ext cx="451653" cy="451653"/>
            <a:chOff x="-20197575" y="4066875"/>
            <a:chExt cx="305625" cy="305625"/>
          </a:xfrm>
        </p:grpSpPr>
        <p:sp>
          <p:nvSpPr>
            <p:cNvPr id="8550" name="Google Shape;8550;p58"/>
            <p:cNvSpPr/>
            <p:nvPr/>
          </p:nvSpPr>
          <p:spPr>
            <a:xfrm>
              <a:off x="-20089675" y="4066875"/>
              <a:ext cx="89025" cy="92175"/>
            </a:xfrm>
            <a:custGeom>
              <a:avLst/>
              <a:gdLst/>
              <a:ahLst/>
              <a:cxnLst/>
              <a:rect l="l" t="t" r="r" b="b"/>
              <a:pathLst>
                <a:path w="3561" h="3687" extrusionOk="0">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1" name="Google Shape;8551;p58"/>
            <p:cNvSpPr/>
            <p:nvPr/>
          </p:nvSpPr>
          <p:spPr>
            <a:xfrm>
              <a:off x="-20024300" y="4085775"/>
              <a:ext cx="132350" cy="125250"/>
            </a:xfrm>
            <a:custGeom>
              <a:avLst/>
              <a:gdLst/>
              <a:ahLst/>
              <a:cxnLst/>
              <a:rect l="l" t="t" r="r" b="b"/>
              <a:pathLst>
                <a:path w="5294" h="5010" extrusionOk="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2" name="Google Shape;8552;p58"/>
            <p:cNvSpPr/>
            <p:nvPr/>
          </p:nvSpPr>
          <p:spPr>
            <a:xfrm>
              <a:off x="-19983350" y="4263775"/>
              <a:ext cx="18925" cy="18150"/>
            </a:xfrm>
            <a:custGeom>
              <a:avLst/>
              <a:gdLst/>
              <a:ahLst/>
              <a:cxnLst/>
              <a:rect l="l" t="t" r="r" b="b"/>
              <a:pathLst>
                <a:path w="757" h="726" extrusionOk="0">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3" name="Google Shape;8553;p58"/>
            <p:cNvSpPr/>
            <p:nvPr/>
          </p:nvSpPr>
          <p:spPr>
            <a:xfrm>
              <a:off x="-20035325" y="4228350"/>
              <a:ext cx="125250" cy="143350"/>
            </a:xfrm>
            <a:custGeom>
              <a:avLst/>
              <a:gdLst/>
              <a:ahLst/>
              <a:cxnLst/>
              <a:rect l="l" t="t" r="r" b="b"/>
              <a:pathLst>
                <a:path w="5010" h="5734" extrusionOk="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4" name="Google Shape;8554;p58"/>
            <p:cNvSpPr/>
            <p:nvPr/>
          </p:nvSpPr>
          <p:spPr>
            <a:xfrm>
              <a:off x="-20054225" y="4175575"/>
              <a:ext cx="18125" cy="125250"/>
            </a:xfrm>
            <a:custGeom>
              <a:avLst/>
              <a:gdLst/>
              <a:ahLst/>
              <a:cxnLst/>
              <a:rect l="l" t="t" r="r" b="b"/>
              <a:pathLst>
                <a:path w="725" h="5010" extrusionOk="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5" name="Google Shape;8555;p58"/>
            <p:cNvSpPr/>
            <p:nvPr/>
          </p:nvSpPr>
          <p:spPr>
            <a:xfrm>
              <a:off x="-20197575" y="4085775"/>
              <a:ext cx="132350" cy="125250"/>
            </a:xfrm>
            <a:custGeom>
              <a:avLst/>
              <a:gdLst/>
              <a:ahLst/>
              <a:cxnLst/>
              <a:rect l="l" t="t" r="r" b="b"/>
              <a:pathLst>
                <a:path w="5294" h="5010" extrusionOk="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6" name="Google Shape;8556;p58"/>
            <p:cNvSpPr/>
            <p:nvPr/>
          </p:nvSpPr>
          <p:spPr>
            <a:xfrm>
              <a:off x="-20179475" y="4229925"/>
              <a:ext cx="125275" cy="142575"/>
            </a:xfrm>
            <a:custGeom>
              <a:avLst/>
              <a:gdLst/>
              <a:ahLst/>
              <a:cxnLst/>
              <a:rect l="l" t="t" r="r" b="b"/>
              <a:pathLst>
                <a:path w="5011" h="5703" extrusionOk="0">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7" name="Google Shape;8557;p58"/>
            <p:cNvSpPr/>
            <p:nvPr/>
          </p:nvSpPr>
          <p:spPr>
            <a:xfrm>
              <a:off x="-20125125" y="4263775"/>
              <a:ext cx="18150" cy="18150"/>
            </a:xfrm>
            <a:custGeom>
              <a:avLst/>
              <a:gdLst/>
              <a:ahLst/>
              <a:cxnLst/>
              <a:rect l="l" t="t" r="r" b="b"/>
              <a:pathLst>
                <a:path w="726" h="726" extrusionOk="0">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58" name="Google Shape;8558;p58"/>
          <p:cNvGrpSpPr/>
          <p:nvPr/>
        </p:nvGrpSpPr>
        <p:grpSpPr>
          <a:xfrm>
            <a:off x="5200071" y="1687520"/>
            <a:ext cx="449325" cy="453426"/>
            <a:chOff x="-18271050" y="3333200"/>
            <a:chExt cx="304050" cy="306825"/>
          </a:xfrm>
        </p:grpSpPr>
        <p:sp>
          <p:nvSpPr>
            <p:cNvPr id="8559" name="Google Shape;8559;p58"/>
            <p:cNvSpPr/>
            <p:nvPr/>
          </p:nvSpPr>
          <p:spPr>
            <a:xfrm>
              <a:off x="-18271050" y="3407650"/>
              <a:ext cx="63025" cy="79575"/>
            </a:xfrm>
            <a:custGeom>
              <a:avLst/>
              <a:gdLst/>
              <a:ahLst/>
              <a:cxnLst/>
              <a:rect l="l" t="t" r="r" b="b"/>
              <a:pathLst>
                <a:path w="2521" h="3183" extrusionOk="0">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0" name="Google Shape;8560;p58"/>
            <p:cNvSpPr/>
            <p:nvPr/>
          </p:nvSpPr>
          <p:spPr>
            <a:xfrm>
              <a:off x="-18030050" y="3406850"/>
              <a:ext cx="63050" cy="79575"/>
            </a:xfrm>
            <a:custGeom>
              <a:avLst/>
              <a:gdLst/>
              <a:ahLst/>
              <a:cxnLst/>
              <a:rect l="l" t="t" r="r" b="b"/>
              <a:pathLst>
                <a:path w="2522" h="3183" extrusionOk="0">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1" name="Google Shape;8561;p58"/>
            <p:cNvSpPr/>
            <p:nvPr/>
          </p:nvSpPr>
          <p:spPr>
            <a:xfrm>
              <a:off x="-18136375" y="3549400"/>
              <a:ext cx="35475" cy="32325"/>
            </a:xfrm>
            <a:custGeom>
              <a:avLst/>
              <a:gdLst/>
              <a:ahLst/>
              <a:cxnLst/>
              <a:rect l="l" t="t" r="r" b="b"/>
              <a:pathLst>
                <a:path w="1419" h="1293" extrusionOk="0">
                  <a:moveTo>
                    <a:pt x="725" y="1"/>
                  </a:moveTo>
                  <a:cubicBezTo>
                    <a:pt x="347" y="1"/>
                    <a:pt x="95" y="222"/>
                    <a:pt x="1" y="600"/>
                  </a:cubicBezTo>
                  <a:lnTo>
                    <a:pt x="725" y="1293"/>
                  </a:lnTo>
                  <a:lnTo>
                    <a:pt x="1419" y="600"/>
                  </a:lnTo>
                  <a:cubicBezTo>
                    <a:pt x="1355" y="285"/>
                    <a:pt x="1072"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2" name="Google Shape;8562;p58"/>
            <p:cNvSpPr/>
            <p:nvPr/>
          </p:nvSpPr>
          <p:spPr>
            <a:xfrm>
              <a:off x="-18233250" y="3423625"/>
              <a:ext cx="230800" cy="216400"/>
            </a:xfrm>
            <a:custGeom>
              <a:avLst/>
              <a:gdLst/>
              <a:ahLst/>
              <a:cxnLst/>
              <a:rect l="l" t="t" r="r" b="b"/>
              <a:pathLst>
                <a:path w="9232" h="8656" extrusionOk="0">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3" name="Google Shape;8563;p58"/>
            <p:cNvSpPr/>
            <p:nvPr/>
          </p:nvSpPr>
          <p:spPr>
            <a:xfrm>
              <a:off x="-18231675" y="3333200"/>
              <a:ext cx="220575" cy="125650"/>
            </a:xfrm>
            <a:custGeom>
              <a:avLst/>
              <a:gdLst/>
              <a:ahLst/>
              <a:cxnLst/>
              <a:rect l="l" t="t" r="r" b="b"/>
              <a:pathLst>
                <a:path w="8823" h="5026" extrusionOk="0">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4" name="Google Shape;8564;p58"/>
          <p:cNvGrpSpPr/>
          <p:nvPr/>
        </p:nvGrpSpPr>
        <p:grpSpPr>
          <a:xfrm>
            <a:off x="5200644" y="2244171"/>
            <a:ext cx="448180" cy="448143"/>
            <a:chOff x="-18270275" y="3710875"/>
            <a:chExt cx="303275" cy="303250"/>
          </a:xfrm>
        </p:grpSpPr>
        <p:sp>
          <p:nvSpPr>
            <p:cNvPr id="8565" name="Google Shape;8565;p58"/>
            <p:cNvSpPr/>
            <p:nvPr/>
          </p:nvSpPr>
          <p:spPr>
            <a:xfrm>
              <a:off x="-18240325" y="3896975"/>
              <a:ext cx="59875" cy="71475"/>
            </a:xfrm>
            <a:custGeom>
              <a:avLst/>
              <a:gdLst/>
              <a:ahLst/>
              <a:cxnLst/>
              <a:rect l="l" t="t" r="r" b="b"/>
              <a:pathLst>
                <a:path w="2395" h="2859" extrusionOk="0">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6" name="Google Shape;8566;p58"/>
            <p:cNvSpPr/>
            <p:nvPr/>
          </p:nvSpPr>
          <p:spPr>
            <a:xfrm>
              <a:off x="-18254500" y="3765100"/>
              <a:ext cx="267800" cy="249025"/>
            </a:xfrm>
            <a:custGeom>
              <a:avLst/>
              <a:gdLst/>
              <a:ahLst/>
              <a:cxnLst/>
              <a:rect l="l" t="t" r="r" b="b"/>
              <a:pathLst>
                <a:path w="10712" h="9961" extrusionOk="0">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7" name="Google Shape;8567;p58"/>
            <p:cNvSpPr/>
            <p:nvPr/>
          </p:nvSpPr>
          <p:spPr>
            <a:xfrm>
              <a:off x="-18057600" y="3896625"/>
              <a:ext cx="61450" cy="71825"/>
            </a:xfrm>
            <a:custGeom>
              <a:avLst/>
              <a:gdLst/>
              <a:ahLst/>
              <a:cxnLst/>
              <a:rect l="l" t="t" r="r" b="b"/>
              <a:pathLst>
                <a:path w="2458" h="2873" extrusionOk="0">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8" name="Google Shape;8568;p58"/>
            <p:cNvSpPr/>
            <p:nvPr/>
          </p:nvSpPr>
          <p:spPr>
            <a:xfrm>
              <a:off x="-18127700" y="3949125"/>
              <a:ext cx="18125" cy="16975"/>
            </a:xfrm>
            <a:custGeom>
              <a:avLst/>
              <a:gdLst/>
              <a:ahLst/>
              <a:cxnLst/>
              <a:rect l="l" t="t" r="r" b="b"/>
              <a:pathLst>
                <a:path w="725" h="679" extrusionOk="0">
                  <a:moveTo>
                    <a:pt x="351" y="1"/>
                  </a:moveTo>
                  <a:cubicBezTo>
                    <a:pt x="197" y="1"/>
                    <a:pt x="48" y="79"/>
                    <a:pt x="0" y="237"/>
                  </a:cubicBezTo>
                  <a:lnTo>
                    <a:pt x="378" y="678"/>
                  </a:lnTo>
                  <a:lnTo>
                    <a:pt x="725" y="237"/>
                  </a:lnTo>
                  <a:cubicBezTo>
                    <a:pt x="662" y="79"/>
                    <a:pt x="504" y="1"/>
                    <a:pt x="3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9" name="Google Shape;8569;p58"/>
            <p:cNvSpPr/>
            <p:nvPr/>
          </p:nvSpPr>
          <p:spPr>
            <a:xfrm>
              <a:off x="-18270275" y="3710875"/>
              <a:ext cx="107150" cy="98475"/>
            </a:xfrm>
            <a:custGeom>
              <a:avLst/>
              <a:gdLst/>
              <a:ahLst/>
              <a:cxnLst/>
              <a:rect l="l" t="t" r="r" b="b"/>
              <a:pathLst>
                <a:path w="4286" h="3939" extrusionOk="0">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0" name="Google Shape;8570;p58"/>
            <p:cNvSpPr/>
            <p:nvPr/>
          </p:nvSpPr>
          <p:spPr>
            <a:xfrm>
              <a:off x="-18074925" y="3710875"/>
              <a:ext cx="107925" cy="99275"/>
            </a:xfrm>
            <a:custGeom>
              <a:avLst/>
              <a:gdLst/>
              <a:ahLst/>
              <a:cxnLst/>
              <a:rect l="l" t="t" r="r" b="b"/>
              <a:pathLst>
                <a:path w="4317" h="3971" extrusionOk="0">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1" name="Google Shape;8571;p58"/>
          <p:cNvGrpSpPr/>
          <p:nvPr/>
        </p:nvGrpSpPr>
        <p:grpSpPr>
          <a:xfrm>
            <a:off x="5254196" y="2797422"/>
            <a:ext cx="341076" cy="448180"/>
            <a:chOff x="-18234025" y="4084200"/>
            <a:chExt cx="230800" cy="303275"/>
          </a:xfrm>
        </p:grpSpPr>
        <p:sp>
          <p:nvSpPr>
            <p:cNvPr id="8572" name="Google Shape;8572;p58"/>
            <p:cNvSpPr/>
            <p:nvPr/>
          </p:nvSpPr>
          <p:spPr>
            <a:xfrm>
              <a:off x="-18234025" y="4246450"/>
              <a:ext cx="230800" cy="141025"/>
            </a:xfrm>
            <a:custGeom>
              <a:avLst/>
              <a:gdLst/>
              <a:ahLst/>
              <a:cxnLst/>
              <a:rect l="l" t="t" r="r" b="b"/>
              <a:pathLst>
                <a:path w="9232" h="5641" extrusionOk="0">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3" name="Google Shape;8573;p58"/>
            <p:cNvSpPr/>
            <p:nvPr/>
          </p:nvSpPr>
          <p:spPr>
            <a:xfrm>
              <a:off x="-18200175" y="4156675"/>
              <a:ext cx="161500" cy="87450"/>
            </a:xfrm>
            <a:custGeom>
              <a:avLst/>
              <a:gdLst/>
              <a:ahLst/>
              <a:cxnLst/>
              <a:rect l="l" t="t" r="r" b="b"/>
              <a:pathLst>
                <a:path w="6460" h="3498" extrusionOk="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4" name="Google Shape;8574;p58"/>
            <p:cNvSpPr/>
            <p:nvPr/>
          </p:nvSpPr>
          <p:spPr>
            <a:xfrm>
              <a:off x="-18211200" y="4084200"/>
              <a:ext cx="185125" cy="71700"/>
            </a:xfrm>
            <a:custGeom>
              <a:avLst/>
              <a:gdLst/>
              <a:ahLst/>
              <a:cxnLst/>
              <a:rect l="l" t="t" r="r" b="b"/>
              <a:pathLst>
                <a:path w="7405" h="2868" extrusionOk="0">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5" name="Google Shape;8575;p58"/>
          <p:cNvGrpSpPr/>
          <p:nvPr/>
        </p:nvGrpSpPr>
        <p:grpSpPr>
          <a:xfrm>
            <a:off x="2366751" y="3341641"/>
            <a:ext cx="449325" cy="450470"/>
            <a:chOff x="-16419350" y="3308400"/>
            <a:chExt cx="304050" cy="304825"/>
          </a:xfrm>
        </p:grpSpPr>
        <p:sp>
          <p:nvSpPr>
            <p:cNvPr id="8576" name="Google Shape;8576;p58"/>
            <p:cNvSpPr/>
            <p:nvPr/>
          </p:nvSpPr>
          <p:spPr>
            <a:xfrm>
              <a:off x="-16222450" y="3344625"/>
              <a:ext cx="53600" cy="67775"/>
            </a:xfrm>
            <a:custGeom>
              <a:avLst/>
              <a:gdLst/>
              <a:ahLst/>
              <a:cxnLst/>
              <a:rect l="l" t="t" r="r" b="b"/>
              <a:pathLst>
                <a:path w="2144" h="2711" extrusionOk="0">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7" name="Google Shape;8577;p58"/>
            <p:cNvSpPr/>
            <p:nvPr/>
          </p:nvSpPr>
          <p:spPr>
            <a:xfrm>
              <a:off x="-16365000" y="3346200"/>
              <a:ext cx="52800" cy="66975"/>
            </a:xfrm>
            <a:custGeom>
              <a:avLst/>
              <a:gdLst/>
              <a:ahLst/>
              <a:cxnLst/>
              <a:rect l="l" t="t" r="r" b="b"/>
              <a:pathLst>
                <a:path w="2112" h="2679" extrusionOk="0">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8" name="Google Shape;8578;p58"/>
            <p:cNvSpPr/>
            <p:nvPr/>
          </p:nvSpPr>
          <p:spPr>
            <a:xfrm>
              <a:off x="-16419350" y="3417100"/>
              <a:ext cx="142575" cy="160700"/>
            </a:xfrm>
            <a:custGeom>
              <a:avLst/>
              <a:gdLst/>
              <a:ahLst/>
              <a:cxnLst/>
              <a:rect l="l" t="t" r="r" b="b"/>
              <a:pathLst>
                <a:path w="5703" h="6428" extrusionOk="0">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9" name="Google Shape;8579;p58"/>
            <p:cNvSpPr/>
            <p:nvPr/>
          </p:nvSpPr>
          <p:spPr>
            <a:xfrm>
              <a:off x="-16258675" y="3417100"/>
              <a:ext cx="143375" cy="161475"/>
            </a:xfrm>
            <a:custGeom>
              <a:avLst/>
              <a:gdLst/>
              <a:ahLst/>
              <a:cxnLst/>
              <a:rect l="l" t="t" r="r" b="b"/>
              <a:pathLst>
                <a:path w="5735" h="6459" extrusionOk="0">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0" name="Google Shape;8580;p58"/>
            <p:cNvSpPr/>
            <p:nvPr/>
          </p:nvSpPr>
          <p:spPr>
            <a:xfrm>
              <a:off x="-16310650" y="3308400"/>
              <a:ext cx="86650" cy="155975"/>
            </a:xfrm>
            <a:custGeom>
              <a:avLst/>
              <a:gdLst/>
              <a:ahLst/>
              <a:cxnLst/>
              <a:rect l="l" t="t" r="r" b="b"/>
              <a:pathLst>
                <a:path w="3466" h="6239" extrusionOk="0">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1" name="Google Shape;8581;p58"/>
            <p:cNvSpPr/>
            <p:nvPr/>
          </p:nvSpPr>
          <p:spPr>
            <a:xfrm>
              <a:off x="-16327975" y="3589575"/>
              <a:ext cx="51200" cy="23650"/>
            </a:xfrm>
            <a:custGeom>
              <a:avLst/>
              <a:gdLst/>
              <a:ahLst/>
              <a:cxnLst/>
              <a:rect l="l" t="t" r="r" b="b"/>
              <a:pathLst>
                <a:path w="2048" h="946" extrusionOk="0">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2" name="Google Shape;8582;p58"/>
            <p:cNvSpPr/>
            <p:nvPr/>
          </p:nvSpPr>
          <p:spPr>
            <a:xfrm>
              <a:off x="-16258675" y="3589575"/>
              <a:ext cx="51225" cy="23650"/>
            </a:xfrm>
            <a:custGeom>
              <a:avLst/>
              <a:gdLst/>
              <a:ahLst/>
              <a:cxnLst/>
              <a:rect l="l" t="t" r="r" b="b"/>
              <a:pathLst>
                <a:path w="2049" h="946" extrusionOk="0">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3" name="Google Shape;8583;p58"/>
          <p:cNvGrpSpPr/>
          <p:nvPr/>
        </p:nvGrpSpPr>
        <p:grpSpPr>
          <a:xfrm>
            <a:off x="4638306" y="3340423"/>
            <a:ext cx="395755" cy="452872"/>
            <a:chOff x="-16401225" y="3683275"/>
            <a:chExt cx="267800" cy="306450"/>
          </a:xfrm>
        </p:grpSpPr>
        <p:sp>
          <p:nvSpPr>
            <p:cNvPr id="8584" name="Google Shape;8584;p58"/>
            <p:cNvSpPr/>
            <p:nvPr/>
          </p:nvSpPr>
          <p:spPr>
            <a:xfrm>
              <a:off x="-16257875" y="3826650"/>
              <a:ext cx="70900" cy="72500"/>
            </a:xfrm>
            <a:custGeom>
              <a:avLst/>
              <a:gdLst/>
              <a:ahLst/>
              <a:cxnLst/>
              <a:rect l="l" t="t" r="r" b="b"/>
              <a:pathLst>
                <a:path w="2836" h="2900" extrusionOk="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5" name="Google Shape;8585;p58"/>
            <p:cNvSpPr/>
            <p:nvPr/>
          </p:nvSpPr>
          <p:spPr>
            <a:xfrm>
              <a:off x="-16275200" y="3832375"/>
              <a:ext cx="16550" cy="16350"/>
            </a:xfrm>
            <a:custGeom>
              <a:avLst/>
              <a:gdLst/>
              <a:ahLst/>
              <a:cxnLst/>
              <a:rect l="l" t="t" r="r" b="b"/>
              <a:pathLst>
                <a:path w="662" h="654" extrusionOk="0">
                  <a:moveTo>
                    <a:pt x="319" y="0"/>
                  </a:moveTo>
                  <a:cubicBezTo>
                    <a:pt x="173" y="0"/>
                    <a:pt x="32" y="71"/>
                    <a:pt x="0" y="213"/>
                  </a:cubicBezTo>
                  <a:lnTo>
                    <a:pt x="347" y="654"/>
                  </a:lnTo>
                  <a:lnTo>
                    <a:pt x="662" y="213"/>
                  </a:lnTo>
                  <a:cubicBezTo>
                    <a:pt x="614" y="71"/>
                    <a:pt x="465" y="0"/>
                    <a:pt x="3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6" name="Google Shape;8586;p58"/>
            <p:cNvSpPr/>
            <p:nvPr/>
          </p:nvSpPr>
          <p:spPr>
            <a:xfrm>
              <a:off x="-16347675" y="3825875"/>
              <a:ext cx="70900" cy="70900"/>
            </a:xfrm>
            <a:custGeom>
              <a:avLst/>
              <a:gdLst/>
              <a:ahLst/>
              <a:cxnLst/>
              <a:rect l="l" t="t" r="r" b="b"/>
              <a:pathLst>
                <a:path w="2836" h="2836" extrusionOk="0">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7" name="Google Shape;8587;p58"/>
            <p:cNvSpPr/>
            <p:nvPr/>
          </p:nvSpPr>
          <p:spPr>
            <a:xfrm>
              <a:off x="-16338225" y="3907775"/>
              <a:ext cx="35475" cy="81950"/>
            </a:xfrm>
            <a:custGeom>
              <a:avLst/>
              <a:gdLst/>
              <a:ahLst/>
              <a:cxnLst/>
              <a:rect l="l" t="t" r="r" b="b"/>
              <a:pathLst>
                <a:path w="1419" h="3278" extrusionOk="0">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8" name="Google Shape;8588;p58"/>
            <p:cNvSpPr/>
            <p:nvPr/>
          </p:nvSpPr>
          <p:spPr>
            <a:xfrm>
              <a:off x="-16231900" y="3906200"/>
              <a:ext cx="35475" cy="81150"/>
            </a:xfrm>
            <a:custGeom>
              <a:avLst/>
              <a:gdLst/>
              <a:ahLst/>
              <a:cxnLst/>
              <a:rect l="l" t="t" r="r" b="b"/>
              <a:pathLst>
                <a:path w="1419" h="3246" extrusionOk="0">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9" name="Google Shape;8589;p58"/>
            <p:cNvSpPr/>
            <p:nvPr/>
          </p:nvSpPr>
          <p:spPr>
            <a:xfrm>
              <a:off x="-16285450" y="3891250"/>
              <a:ext cx="35475" cy="59875"/>
            </a:xfrm>
            <a:custGeom>
              <a:avLst/>
              <a:gdLst/>
              <a:ahLst/>
              <a:cxnLst/>
              <a:rect l="l" t="t" r="r" b="b"/>
              <a:pathLst>
                <a:path w="1419" h="2395" extrusionOk="0">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0" name="Google Shape;8590;p58"/>
            <p:cNvSpPr/>
            <p:nvPr/>
          </p:nvSpPr>
          <p:spPr>
            <a:xfrm>
              <a:off x="-16401225" y="3683275"/>
              <a:ext cx="267800" cy="249725"/>
            </a:xfrm>
            <a:custGeom>
              <a:avLst/>
              <a:gdLst/>
              <a:ahLst/>
              <a:cxnLst/>
              <a:rect l="l" t="t" r="r" b="b"/>
              <a:pathLst>
                <a:path w="10712" h="9989" extrusionOk="0">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1" name="Google Shape;8591;p58"/>
          <p:cNvGrpSpPr/>
          <p:nvPr/>
        </p:nvGrpSpPr>
        <p:grpSpPr>
          <a:xfrm>
            <a:off x="8003755" y="2797062"/>
            <a:ext cx="450470" cy="448180"/>
            <a:chOff x="-16419350" y="4058200"/>
            <a:chExt cx="304825" cy="303275"/>
          </a:xfrm>
        </p:grpSpPr>
        <p:sp>
          <p:nvSpPr>
            <p:cNvPr id="8592" name="Google Shape;8592;p58"/>
            <p:cNvSpPr/>
            <p:nvPr/>
          </p:nvSpPr>
          <p:spPr>
            <a:xfrm>
              <a:off x="-16347675" y="4202350"/>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3" name="Google Shape;8593;p58"/>
            <p:cNvSpPr/>
            <p:nvPr/>
          </p:nvSpPr>
          <p:spPr>
            <a:xfrm>
              <a:off x="-16400450" y="4166900"/>
              <a:ext cx="35475" cy="35475"/>
            </a:xfrm>
            <a:custGeom>
              <a:avLst/>
              <a:gdLst/>
              <a:ahLst/>
              <a:cxnLst/>
              <a:rect l="l" t="t" r="r" b="b"/>
              <a:pathLst>
                <a:path w="1419" h="1419" extrusionOk="0">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4" name="Google Shape;8594;p58"/>
            <p:cNvSpPr/>
            <p:nvPr/>
          </p:nvSpPr>
          <p:spPr>
            <a:xfrm>
              <a:off x="-16389425" y="4058200"/>
              <a:ext cx="220575" cy="106950"/>
            </a:xfrm>
            <a:custGeom>
              <a:avLst/>
              <a:gdLst/>
              <a:ahLst/>
              <a:cxnLst/>
              <a:rect l="l" t="t" r="r" b="b"/>
              <a:pathLst>
                <a:path w="8823" h="4278" extrusionOk="0">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5" name="Google Shape;8595;p58"/>
            <p:cNvSpPr/>
            <p:nvPr/>
          </p:nvSpPr>
          <p:spPr>
            <a:xfrm>
              <a:off x="-16298850" y="4178725"/>
              <a:ext cx="41000" cy="47275"/>
            </a:xfrm>
            <a:custGeom>
              <a:avLst/>
              <a:gdLst/>
              <a:ahLst/>
              <a:cxnLst/>
              <a:rect l="l" t="t" r="r" b="b"/>
              <a:pathLst>
                <a:path w="1640" h="1891" extrusionOk="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6" name="Google Shape;8596;p58"/>
            <p:cNvSpPr/>
            <p:nvPr/>
          </p:nvSpPr>
          <p:spPr>
            <a:xfrm>
              <a:off x="-16246075" y="4178725"/>
              <a:ext cx="41775" cy="55150"/>
            </a:xfrm>
            <a:custGeom>
              <a:avLst/>
              <a:gdLst/>
              <a:ahLst/>
              <a:cxnLst/>
              <a:rect l="l" t="t" r="r" b="b"/>
              <a:pathLst>
                <a:path w="1671" h="2206" extrusionOk="0">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7" name="Google Shape;8597;p58"/>
            <p:cNvSpPr/>
            <p:nvPr/>
          </p:nvSpPr>
          <p:spPr>
            <a:xfrm>
              <a:off x="-16419350" y="4122000"/>
              <a:ext cx="304050" cy="188725"/>
            </a:xfrm>
            <a:custGeom>
              <a:avLst/>
              <a:gdLst/>
              <a:ahLst/>
              <a:cxnLst/>
              <a:rect l="l" t="t" r="r" b="b"/>
              <a:pathLst>
                <a:path w="12162" h="7549" extrusionOk="0">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8" name="Google Shape;8598;p58"/>
            <p:cNvSpPr/>
            <p:nvPr/>
          </p:nvSpPr>
          <p:spPr>
            <a:xfrm>
              <a:off x="-16419350" y="4263775"/>
              <a:ext cx="304825" cy="97700"/>
            </a:xfrm>
            <a:custGeom>
              <a:avLst/>
              <a:gdLst/>
              <a:ahLst/>
              <a:cxnLst/>
              <a:rect l="l" t="t" r="r" b="b"/>
              <a:pathLst>
                <a:path w="12193" h="3908" extrusionOk="0">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9" name="Google Shape;8599;p58"/>
          <p:cNvGrpSpPr/>
          <p:nvPr/>
        </p:nvGrpSpPr>
        <p:grpSpPr>
          <a:xfrm>
            <a:off x="4030643" y="3343080"/>
            <a:ext cx="450507" cy="447589"/>
            <a:chOff x="-15296200" y="3326900"/>
            <a:chExt cx="304850" cy="302875"/>
          </a:xfrm>
        </p:grpSpPr>
        <p:sp>
          <p:nvSpPr>
            <p:cNvPr id="8600" name="Google Shape;8600;p58"/>
            <p:cNvSpPr/>
            <p:nvPr/>
          </p:nvSpPr>
          <p:spPr>
            <a:xfrm>
              <a:off x="-15182775" y="3326900"/>
              <a:ext cx="77200" cy="157175"/>
            </a:xfrm>
            <a:custGeom>
              <a:avLst/>
              <a:gdLst/>
              <a:ahLst/>
              <a:cxnLst/>
              <a:rect l="l" t="t" r="r" b="b"/>
              <a:pathLst>
                <a:path w="3088" h="6287" extrusionOk="0">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1" name="Google Shape;8601;p58"/>
            <p:cNvSpPr/>
            <p:nvPr/>
          </p:nvSpPr>
          <p:spPr>
            <a:xfrm>
              <a:off x="-15260825" y="3363175"/>
              <a:ext cx="108800" cy="199650"/>
            </a:xfrm>
            <a:custGeom>
              <a:avLst/>
              <a:gdLst/>
              <a:ahLst/>
              <a:cxnLst/>
              <a:rect l="l" t="t" r="r" b="b"/>
              <a:pathLst>
                <a:path w="4352" h="7986" extrusionOk="0">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2" name="Google Shape;8602;p58"/>
            <p:cNvSpPr/>
            <p:nvPr/>
          </p:nvSpPr>
          <p:spPr>
            <a:xfrm>
              <a:off x="-15135525" y="3362475"/>
              <a:ext cx="109325" cy="200350"/>
            </a:xfrm>
            <a:custGeom>
              <a:avLst/>
              <a:gdLst/>
              <a:ahLst/>
              <a:cxnLst/>
              <a:rect l="l" t="t" r="r" b="b"/>
              <a:pathLst>
                <a:path w="4373" h="8014" extrusionOk="0">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3" name="Google Shape;8603;p58"/>
            <p:cNvSpPr/>
            <p:nvPr/>
          </p:nvSpPr>
          <p:spPr>
            <a:xfrm>
              <a:off x="-15296200" y="3416600"/>
              <a:ext cx="143375" cy="213175"/>
            </a:xfrm>
            <a:custGeom>
              <a:avLst/>
              <a:gdLst/>
              <a:ahLst/>
              <a:cxnLst/>
              <a:rect l="l" t="t" r="r" b="b"/>
              <a:pathLst>
                <a:path w="5735" h="8527" extrusionOk="0">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4" name="Google Shape;8604;p58"/>
            <p:cNvSpPr/>
            <p:nvPr/>
          </p:nvSpPr>
          <p:spPr>
            <a:xfrm>
              <a:off x="-15134725" y="3416100"/>
              <a:ext cx="143375" cy="213675"/>
            </a:xfrm>
            <a:custGeom>
              <a:avLst/>
              <a:gdLst/>
              <a:ahLst/>
              <a:cxnLst/>
              <a:rect l="l" t="t" r="r" b="b"/>
              <a:pathLst>
                <a:path w="5735" h="8547" extrusionOk="0">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5" name="Google Shape;8605;p58"/>
          <p:cNvGrpSpPr/>
          <p:nvPr/>
        </p:nvGrpSpPr>
        <p:grpSpPr>
          <a:xfrm>
            <a:off x="2946296" y="1706881"/>
            <a:ext cx="486566" cy="414708"/>
            <a:chOff x="-19835275" y="3330250"/>
            <a:chExt cx="329250" cy="280625"/>
          </a:xfrm>
        </p:grpSpPr>
        <p:sp>
          <p:nvSpPr>
            <p:cNvPr id="8606" name="Google Shape;8606;p58"/>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7" name="Google Shape;8607;p58"/>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8" name="Google Shape;8608;p58"/>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9" name="Google Shape;8609;p58"/>
          <p:cNvGrpSpPr/>
          <p:nvPr/>
        </p:nvGrpSpPr>
        <p:grpSpPr>
          <a:xfrm>
            <a:off x="2964325" y="2243470"/>
            <a:ext cx="450507" cy="449547"/>
            <a:chOff x="-19822675" y="3692750"/>
            <a:chExt cx="304850" cy="304200"/>
          </a:xfrm>
        </p:grpSpPr>
        <p:sp>
          <p:nvSpPr>
            <p:cNvPr id="8610" name="Google Shape;8610;p58"/>
            <p:cNvSpPr/>
            <p:nvPr/>
          </p:nvSpPr>
          <p:spPr>
            <a:xfrm>
              <a:off x="-19715550" y="3692750"/>
              <a:ext cx="90600" cy="60675"/>
            </a:xfrm>
            <a:custGeom>
              <a:avLst/>
              <a:gdLst/>
              <a:ahLst/>
              <a:cxnLst/>
              <a:rect l="l" t="t" r="r" b="b"/>
              <a:pathLst>
                <a:path w="3624" h="2427" extrusionOk="0">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1" name="Google Shape;8611;p58"/>
            <p:cNvSpPr/>
            <p:nvPr/>
          </p:nvSpPr>
          <p:spPr>
            <a:xfrm>
              <a:off x="-19660425" y="3766200"/>
              <a:ext cx="142600" cy="230750"/>
            </a:xfrm>
            <a:custGeom>
              <a:avLst/>
              <a:gdLst/>
              <a:ahLst/>
              <a:cxnLst/>
              <a:rect l="l" t="t" r="r" b="b"/>
              <a:pathLst>
                <a:path w="5704" h="9230" extrusionOk="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2" name="Google Shape;8612;p58"/>
            <p:cNvSpPr/>
            <p:nvPr/>
          </p:nvSpPr>
          <p:spPr>
            <a:xfrm>
              <a:off x="-19728150" y="3763650"/>
              <a:ext cx="114225" cy="54375"/>
            </a:xfrm>
            <a:custGeom>
              <a:avLst/>
              <a:gdLst/>
              <a:ahLst/>
              <a:cxnLst/>
              <a:rect l="l" t="t" r="r" b="b"/>
              <a:pathLst>
                <a:path w="4569" h="2175" extrusionOk="0">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3" name="Google Shape;8613;p58"/>
            <p:cNvSpPr/>
            <p:nvPr/>
          </p:nvSpPr>
          <p:spPr>
            <a:xfrm>
              <a:off x="-19695075" y="3868400"/>
              <a:ext cx="48075" cy="110300"/>
            </a:xfrm>
            <a:custGeom>
              <a:avLst/>
              <a:gdLst/>
              <a:ahLst/>
              <a:cxnLst/>
              <a:rect l="l" t="t" r="r" b="b"/>
              <a:pathLst>
                <a:path w="1923" h="4412" extrusionOk="0">
                  <a:moveTo>
                    <a:pt x="977" y="0"/>
                  </a:moveTo>
                  <a:lnTo>
                    <a:pt x="0" y="4285"/>
                  </a:lnTo>
                  <a:cubicBezTo>
                    <a:pt x="316" y="4380"/>
                    <a:pt x="631" y="4411"/>
                    <a:pt x="977" y="4411"/>
                  </a:cubicBezTo>
                  <a:cubicBezTo>
                    <a:pt x="1261" y="4411"/>
                    <a:pt x="1576" y="4380"/>
                    <a:pt x="1922" y="4285"/>
                  </a:cubicBez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58"/>
            <p:cNvSpPr/>
            <p:nvPr/>
          </p:nvSpPr>
          <p:spPr>
            <a:xfrm>
              <a:off x="-19822675" y="3764250"/>
              <a:ext cx="142575" cy="229550"/>
            </a:xfrm>
            <a:custGeom>
              <a:avLst/>
              <a:gdLst/>
              <a:ahLst/>
              <a:cxnLst/>
              <a:rect l="l" t="t" r="r" b="b"/>
              <a:pathLst>
                <a:path w="5703" h="9182" extrusionOk="0">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5" name="Google Shape;8615;p58"/>
          <p:cNvGrpSpPr/>
          <p:nvPr/>
        </p:nvGrpSpPr>
        <p:grpSpPr>
          <a:xfrm>
            <a:off x="2964916" y="2796278"/>
            <a:ext cx="449325" cy="450470"/>
            <a:chOff x="-19822675" y="4066875"/>
            <a:chExt cx="304050" cy="304825"/>
          </a:xfrm>
        </p:grpSpPr>
        <p:sp>
          <p:nvSpPr>
            <p:cNvPr id="8616" name="Google Shape;8616;p58"/>
            <p:cNvSpPr/>
            <p:nvPr/>
          </p:nvSpPr>
          <p:spPr>
            <a:xfrm>
              <a:off x="-19803775" y="4086925"/>
              <a:ext cx="71700" cy="68975"/>
            </a:xfrm>
            <a:custGeom>
              <a:avLst/>
              <a:gdLst/>
              <a:ahLst/>
              <a:cxnLst/>
              <a:rect l="l" t="t" r="r" b="b"/>
              <a:pathLst>
                <a:path w="2868" h="2759" extrusionOk="0">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58"/>
            <p:cNvSpPr/>
            <p:nvPr/>
          </p:nvSpPr>
          <p:spPr>
            <a:xfrm>
              <a:off x="-19822675" y="4174775"/>
              <a:ext cx="304050" cy="124475"/>
            </a:xfrm>
            <a:custGeom>
              <a:avLst/>
              <a:gdLst/>
              <a:ahLst/>
              <a:cxnLst/>
              <a:rect l="l" t="t" r="r" b="b"/>
              <a:pathLst>
                <a:path w="12162" h="4979" extrusionOk="0">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58"/>
            <p:cNvSpPr/>
            <p:nvPr/>
          </p:nvSpPr>
          <p:spPr>
            <a:xfrm>
              <a:off x="-19732100" y="4066875"/>
              <a:ext cx="122100" cy="89825"/>
            </a:xfrm>
            <a:custGeom>
              <a:avLst/>
              <a:gdLst/>
              <a:ahLst/>
              <a:cxnLst/>
              <a:rect l="l" t="t" r="r" b="b"/>
              <a:pathLst>
                <a:path w="4884" h="3593" extrusionOk="0">
                  <a:moveTo>
                    <a:pt x="2427" y="1"/>
                  </a:moveTo>
                  <a:cubicBezTo>
                    <a:pt x="1229" y="1"/>
                    <a:pt x="190" y="1796"/>
                    <a:pt x="1" y="3592"/>
                  </a:cubicBezTo>
                  <a:lnTo>
                    <a:pt x="4884" y="3592"/>
                  </a:lnTo>
                  <a:cubicBezTo>
                    <a:pt x="4695" y="1796"/>
                    <a:pt x="3687" y="1"/>
                    <a:pt x="2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58"/>
            <p:cNvSpPr/>
            <p:nvPr/>
          </p:nvSpPr>
          <p:spPr>
            <a:xfrm>
              <a:off x="-19609225" y="4087725"/>
              <a:ext cx="71700" cy="69750"/>
            </a:xfrm>
            <a:custGeom>
              <a:avLst/>
              <a:gdLst/>
              <a:ahLst/>
              <a:cxnLst/>
              <a:rect l="l" t="t" r="r" b="b"/>
              <a:pathLst>
                <a:path w="2868" h="2790" extrusionOk="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58"/>
            <p:cNvSpPr/>
            <p:nvPr/>
          </p:nvSpPr>
          <p:spPr>
            <a:xfrm>
              <a:off x="-19643875" y="4308675"/>
              <a:ext cx="70900" cy="44125"/>
            </a:xfrm>
            <a:custGeom>
              <a:avLst/>
              <a:gdLst/>
              <a:ahLst/>
              <a:cxnLst/>
              <a:rect l="l" t="t" r="r" b="b"/>
              <a:pathLst>
                <a:path w="2836" h="1765" extrusionOk="0">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58"/>
            <p:cNvSpPr/>
            <p:nvPr/>
          </p:nvSpPr>
          <p:spPr>
            <a:xfrm>
              <a:off x="-19581650" y="4292925"/>
              <a:ext cx="63025" cy="78775"/>
            </a:xfrm>
            <a:custGeom>
              <a:avLst/>
              <a:gdLst/>
              <a:ahLst/>
              <a:cxnLst/>
              <a:rect l="l" t="t" r="r" b="b"/>
              <a:pathLst>
                <a:path w="2521" h="3151" extrusionOk="0">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2" name="Google Shape;8622;p58"/>
          <p:cNvGrpSpPr/>
          <p:nvPr/>
        </p:nvGrpSpPr>
        <p:grpSpPr>
          <a:xfrm>
            <a:off x="5773985" y="1689571"/>
            <a:ext cx="399302" cy="449325"/>
            <a:chOff x="-17878825" y="3334400"/>
            <a:chExt cx="270200" cy="304050"/>
          </a:xfrm>
        </p:grpSpPr>
        <p:sp>
          <p:nvSpPr>
            <p:cNvPr id="8623" name="Google Shape;8623;p58"/>
            <p:cNvSpPr/>
            <p:nvPr/>
          </p:nvSpPr>
          <p:spPr>
            <a:xfrm>
              <a:off x="-17683475" y="3334400"/>
              <a:ext cx="74850" cy="74050"/>
            </a:xfrm>
            <a:custGeom>
              <a:avLst/>
              <a:gdLst/>
              <a:ahLst/>
              <a:cxnLst/>
              <a:rect l="l" t="t" r="r" b="b"/>
              <a:pathLst>
                <a:path w="2994" h="2962" extrusionOk="0">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58"/>
            <p:cNvSpPr/>
            <p:nvPr/>
          </p:nvSpPr>
          <p:spPr>
            <a:xfrm>
              <a:off x="-17752000" y="3513975"/>
              <a:ext cx="16550" cy="16550"/>
            </a:xfrm>
            <a:custGeom>
              <a:avLst/>
              <a:gdLst/>
              <a:ahLst/>
              <a:cxnLst/>
              <a:rect l="l" t="t" r="r" b="b"/>
              <a:pathLst>
                <a:path w="662" h="662" extrusionOk="0">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58"/>
            <p:cNvSpPr/>
            <p:nvPr/>
          </p:nvSpPr>
          <p:spPr>
            <a:xfrm>
              <a:off x="-17860700" y="3405275"/>
              <a:ext cx="107150" cy="206225"/>
            </a:xfrm>
            <a:custGeom>
              <a:avLst/>
              <a:gdLst/>
              <a:ahLst/>
              <a:cxnLst/>
              <a:rect l="l" t="t" r="r" b="b"/>
              <a:pathLst>
                <a:path w="4286" h="8249" extrusionOk="0">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58"/>
            <p:cNvSpPr/>
            <p:nvPr/>
          </p:nvSpPr>
          <p:spPr>
            <a:xfrm>
              <a:off x="-17735475" y="3405275"/>
              <a:ext cx="107150" cy="206475"/>
            </a:xfrm>
            <a:custGeom>
              <a:avLst/>
              <a:gdLst/>
              <a:ahLst/>
              <a:cxnLst/>
              <a:rect l="l" t="t" r="r" b="b"/>
              <a:pathLst>
                <a:path w="4286" h="8259" extrusionOk="0">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58"/>
            <p:cNvSpPr/>
            <p:nvPr/>
          </p:nvSpPr>
          <p:spPr>
            <a:xfrm>
              <a:off x="-17812650" y="3353300"/>
              <a:ext cx="136275" cy="144150"/>
            </a:xfrm>
            <a:custGeom>
              <a:avLst/>
              <a:gdLst/>
              <a:ahLst/>
              <a:cxnLst/>
              <a:rect l="l" t="t" r="r" b="b"/>
              <a:pathLst>
                <a:path w="5451" h="5766" extrusionOk="0">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58"/>
            <p:cNvSpPr/>
            <p:nvPr/>
          </p:nvSpPr>
          <p:spPr>
            <a:xfrm>
              <a:off x="-17770900" y="3614000"/>
              <a:ext cx="52775" cy="24450"/>
            </a:xfrm>
            <a:custGeom>
              <a:avLst/>
              <a:gdLst/>
              <a:ahLst/>
              <a:cxnLst/>
              <a:rect l="l" t="t" r="r" b="b"/>
              <a:pathLst>
                <a:path w="2111" h="978" extrusionOk="0">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58"/>
            <p:cNvSpPr/>
            <p:nvPr/>
          </p:nvSpPr>
          <p:spPr>
            <a:xfrm>
              <a:off x="-17878825" y="3334400"/>
              <a:ext cx="74075" cy="74050"/>
            </a:xfrm>
            <a:custGeom>
              <a:avLst/>
              <a:gdLst/>
              <a:ahLst/>
              <a:cxnLst/>
              <a:rect l="l" t="t" r="r" b="b"/>
              <a:pathLst>
                <a:path w="2963" h="2962" extrusionOk="0">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0" name="Google Shape;8630;p58"/>
          <p:cNvGrpSpPr/>
          <p:nvPr/>
        </p:nvGrpSpPr>
        <p:grpSpPr>
          <a:xfrm>
            <a:off x="5747809" y="2242416"/>
            <a:ext cx="451653" cy="451653"/>
            <a:chOff x="-17896150" y="3709300"/>
            <a:chExt cx="305625" cy="305625"/>
          </a:xfrm>
        </p:grpSpPr>
        <p:sp>
          <p:nvSpPr>
            <p:cNvPr id="8631" name="Google Shape;8631;p58"/>
            <p:cNvSpPr/>
            <p:nvPr/>
          </p:nvSpPr>
          <p:spPr>
            <a:xfrm>
              <a:off x="-17896150" y="3709300"/>
              <a:ext cx="54375" cy="77200"/>
            </a:xfrm>
            <a:custGeom>
              <a:avLst/>
              <a:gdLst/>
              <a:ahLst/>
              <a:cxnLst/>
              <a:rect l="l" t="t" r="r" b="b"/>
              <a:pathLst>
                <a:path w="2175" h="3088" extrusionOk="0">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58"/>
            <p:cNvSpPr/>
            <p:nvPr/>
          </p:nvSpPr>
          <p:spPr>
            <a:xfrm>
              <a:off x="-17877250" y="3801075"/>
              <a:ext cx="286725" cy="213850"/>
            </a:xfrm>
            <a:custGeom>
              <a:avLst/>
              <a:gdLst/>
              <a:ahLst/>
              <a:cxnLst/>
              <a:rect l="l" t="t" r="r" b="b"/>
              <a:pathLst>
                <a:path w="11469" h="8554" extrusionOk="0">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58"/>
            <p:cNvSpPr/>
            <p:nvPr/>
          </p:nvSpPr>
          <p:spPr>
            <a:xfrm>
              <a:off x="-17783500" y="3763075"/>
              <a:ext cx="191400" cy="194350"/>
            </a:xfrm>
            <a:custGeom>
              <a:avLst/>
              <a:gdLst/>
              <a:ahLst/>
              <a:cxnLst/>
              <a:rect l="l" t="t" r="r" b="b"/>
              <a:pathLst>
                <a:path w="7656" h="7774" extrusionOk="0">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58"/>
            <p:cNvSpPr/>
            <p:nvPr/>
          </p:nvSpPr>
          <p:spPr>
            <a:xfrm>
              <a:off x="-17825250" y="3710075"/>
              <a:ext cx="54375" cy="76425"/>
            </a:xfrm>
            <a:custGeom>
              <a:avLst/>
              <a:gdLst/>
              <a:ahLst/>
              <a:cxnLst/>
              <a:rect l="l" t="t" r="r" b="b"/>
              <a:pathLst>
                <a:path w="2175" h="3057" extrusionOk="0">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5" name="Google Shape;8635;p58"/>
          <p:cNvGrpSpPr/>
          <p:nvPr/>
        </p:nvGrpSpPr>
        <p:grpSpPr>
          <a:xfrm>
            <a:off x="5775740" y="2795686"/>
            <a:ext cx="395792" cy="451653"/>
            <a:chOff x="-17878025" y="4082625"/>
            <a:chExt cx="267825" cy="305625"/>
          </a:xfrm>
        </p:grpSpPr>
        <p:sp>
          <p:nvSpPr>
            <p:cNvPr id="8636" name="Google Shape;8636;p58"/>
            <p:cNvSpPr/>
            <p:nvPr/>
          </p:nvSpPr>
          <p:spPr>
            <a:xfrm>
              <a:off x="-17660650" y="4191325"/>
              <a:ext cx="50450" cy="52000"/>
            </a:xfrm>
            <a:custGeom>
              <a:avLst/>
              <a:gdLst/>
              <a:ahLst/>
              <a:cxnLst/>
              <a:rect l="l" t="t" r="r" b="b"/>
              <a:pathLst>
                <a:path w="2018" h="2080" extrusionOk="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58"/>
            <p:cNvSpPr/>
            <p:nvPr/>
          </p:nvSpPr>
          <p:spPr>
            <a:xfrm>
              <a:off x="-17716575" y="4084200"/>
              <a:ext cx="88250" cy="103200"/>
            </a:xfrm>
            <a:custGeom>
              <a:avLst/>
              <a:gdLst/>
              <a:ahLst/>
              <a:cxnLst/>
              <a:rect l="l" t="t" r="r" b="b"/>
              <a:pathLst>
                <a:path w="3530" h="4128" extrusionOk="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58"/>
            <p:cNvSpPr/>
            <p:nvPr/>
          </p:nvSpPr>
          <p:spPr>
            <a:xfrm>
              <a:off x="-17860700" y="4082625"/>
              <a:ext cx="90600" cy="104000"/>
            </a:xfrm>
            <a:custGeom>
              <a:avLst/>
              <a:gdLst/>
              <a:ahLst/>
              <a:cxnLst/>
              <a:rect l="l" t="t" r="r" b="b"/>
              <a:pathLst>
                <a:path w="3624" h="4160" extrusionOk="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58"/>
            <p:cNvSpPr/>
            <p:nvPr/>
          </p:nvSpPr>
          <p:spPr>
            <a:xfrm>
              <a:off x="-17752000" y="4281300"/>
              <a:ext cx="16550" cy="16375"/>
            </a:xfrm>
            <a:custGeom>
              <a:avLst/>
              <a:gdLst/>
              <a:ahLst/>
              <a:cxnLst/>
              <a:rect l="l" t="t" r="r" b="b"/>
              <a:pathLst>
                <a:path w="662" h="655" extrusionOk="0">
                  <a:moveTo>
                    <a:pt x="319" y="1"/>
                  </a:moveTo>
                  <a:cubicBezTo>
                    <a:pt x="173" y="1"/>
                    <a:pt x="32" y="72"/>
                    <a:pt x="0" y="213"/>
                  </a:cubicBezTo>
                  <a:lnTo>
                    <a:pt x="347" y="655"/>
                  </a:lnTo>
                  <a:lnTo>
                    <a:pt x="662" y="213"/>
                  </a:lnTo>
                  <a:cubicBezTo>
                    <a:pt x="615" y="72"/>
                    <a:pt x="465" y="1"/>
                    <a:pt x="3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58"/>
            <p:cNvSpPr/>
            <p:nvPr/>
          </p:nvSpPr>
          <p:spPr>
            <a:xfrm>
              <a:off x="-17825250" y="4173200"/>
              <a:ext cx="161475" cy="161500"/>
            </a:xfrm>
            <a:custGeom>
              <a:avLst/>
              <a:gdLst/>
              <a:ahLst/>
              <a:cxnLst/>
              <a:rect l="l" t="t" r="r" b="b"/>
              <a:pathLst>
                <a:path w="6459" h="6460" extrusionOk="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58"/>
            <p:cNvSpPr/>
            <p:nvPr/>
          </p:nvSpPr>
          <p:spPr>
            <a:xfrm>
              <a:off x="-17787450" y="4293725"/>
              <a:ext cx="84300" cy="94525"/>
            </a:xfrm>
            <a:custGeom>
              <a:avLst/>
              <a:gdLst/>
              <a:ahLst/>
              <a:cxnLst/>
              <a:rect l="l" t="t" r="r" b="b"/>
              <a:pathLst>
                <a:path w="3372" h="3781" extrusionOk="0">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58"/>
            <p:cNvSpPr/>
            <p:nvPr/>
          </p:nvSpPr>
          <p:spPr>
            <a:xfrm>
              <a:off x="-17878025" y="4191325"/>
              <a:ext cx="49650" cy="52000"/>
            </a:xfrm>
            <a:custGeom>
              <a:avLst/>
              <a:gdLst/>
              <a:ahLst/>
              <a:cxnLst/>
              <a:rect l="l" t="t" r="r" b="b"/>
              <a:pathLst>
                <a:path w="1986" h="2080" extrusionOk="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3" name="Google Shape;8643;p58"/>
          <p:cNvGrpSpPr/>
          <p:nvPr/>
        </p:nvGrpSpPr>
        <p:grpSpPr>
          <a:xfrm>
            <a:off x="2919632" y="3355015"/>
            <a:ext cx="450507" cy="423722"/>
            <a:chOff x="-16044450" y="3317850"/>
            <a:chExt cx="304850" cy="286725"/>
          </a:xfrm>
        </p:grpSpPr>
        <p:sp>
          <p:nvSpPr>
            <p:cNvPr id="8644" name="Google Shape;8644;p58"/>
            <p:cNvSpPr/>
            <p:nvPr/>
          </p:nvSpPr>
          <p:spPr>
            <a:xfrm>
              <a:off x="-15873525" y="3317850"/>
              <a:ext cx="133925" cy="115025"/>
            </a:xfrm>
            <a:custGeom>
              <a:avLst/>
              <a:gdLst/>
              <a:ahLst/>
              <a:cxnLst/>
              <a:rect l="l" t="t" r="r" b="b"/>
              <a:pathLst>
                <a:path w="5357" h="4601" extrusionOk="0">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58"/>
            <p:cNvSpPr/>
            <p:nvPr/>
          </p:nvSpPr>
          <p:spPr>
            <a:xfrm>
              <a:off x="-15915275" y="3459625"/>
              <a:ext cx="44125" cy="54375"/>
            </a:xfrm>
            <a:custGeom>
              <a:avLst/>
              <a:gdLst/>
              <a:ahLst/>
              <a:cxnLst/>
              <a:rect l="l" t="t" r="r" b="b"/>
              <a:pathLst>
                <a:path w="1765" h="2175" extrusionOk="0">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58"/>
            <p:cNvSpPr/>
            <p:nvPr/>
          </p:nvSpPr>
          <p:spPr>
            <a:xfrm>
              <a:off x="-16009000" y="3372200"/>
              <a:ext cx="232375" cy="232375"/>
            </a:xfrm>
            <a:custGeom>
              <a:avLst/>
              <a:gdLst/>
              <a:ahLst/>
              <a:cxnLst/>
              <a:rect l="l" t="t" r="r" b="b"/>
              <a:pathLst>
                <a:path w="9295" h="9295" extrusionOk="0">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58"/>
            <p:cNvSpPr/>
            <p:nvPr/>
          </p:nvSpPr>
          <p:spPr>
            <a:xfrm>
              <a:off x="-16044450" y="3317850"/>
              <a:ext cx="133150" cy="115025"/>
            </a:xfrm>
            <a:custGeom>
              <a:avLst/>
              <a:gdLst/>
              <a:ahLst/>
              <a:cxnLst/>
              <a:rect l="l" t="t" r="r" b="b"/>
              <a:pathLst>
                <a:path w="5326" h="4601" extrusionOk="0">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48" name="Google Shape;8648;p58"/>
          <p:cNvSpPr/>
          <p:nvPr/>
        </p:nvSpPr>
        <p:spPr>
          <a:xfrm>
            <a:off x="5164353" y="3341975"/>
            <a:ext cx="448180" cy="450507"/>
          </a:xfrm>
          <a:custGeom>
            <a:avLst/>
            <a:gdLst/>
            <a:ahLst/>
            <a:cxnLst/>
            <a:rect l="l" t="t" r="r" b="b"/>
            <a:pathLst>
              <a:path w="12131" h="12194" extrusionOk="0">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9" name="Google Shape;8649;p58"/>
          <p:cNvGrpSpPr/>
          <p:nvPr/>
        </p:nvGrpSpPr>
        <p:grpSpPr>
          <a:xfrm>
            <a:off x="8042149" y="2243724"/>
            <a:ext cx="373662" cy="449030"/>
            <a:chOff x="-16018450" y="4058400"/>
            <a:chExt cx="252850" cy="303850"/>
          </a:xfrm>
        </p:grpSpPr>
        <p:sp>
          <p:nvSpPr>
            <p:cNvPr id="8650" name="Google Shape;8650;p58"/>
            <p:cNvSpPr/>
            <p:nvPr/>
          </p:nvSpPr>
          <p:spPr>
            <a:xfrm>
              <a:off x="-15927875" y="4129900"/>
              <a:ext cx="88250" cy="89025"/>
            </a:xfrm>
            <a:custGeom>
              <a:avLst/>
              <a:gdLst/>
              <a:ahLst/>
              <a:cxnLst/>
              <a:rect l="l" t="t" r="r" b="b"/>
              <a:pathLst>
                <a:path w="3530" h="3561" extrusionOk="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58"/>
            <p:cNvSpPr/>
            <p:nvPr/>
          </p:nvSpPr>
          <p:spPr>
            <a:xfrm>
              <a:off x="-16002700" y="4058400"/>
              <a:ext cx="237100" cy="233575"/>
            </a:xfrm>
            <a:custGeom>
              <a:avLst/>
              <a:gdLst/>
              <a:ahLst/>
              <a:cxnLst/>
              <a:rect l="l" t="t" r="r" b="b"/>
              <a:pathLst>
                <a:path w="9484" h="9343" extrusionOk="0">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58"/>
            <p:cNvSpPr/>
            <p:nvPr/>
          </p:nvSpPr>
          <p:spPr>
            <a:xfrm>
              <a:off x="-16018450" y="4253550"/>
              <a:ext cx="129200" cy="108700"/>
            </a:xfrm>
            <a:custGeom>
              <a:avLst/>
              <a:gdLst/>
              <a:ahLst/>
              <a:cxnLst/>
              <a:rect l="l" t="t" r="r" b="b"/>
              <a:pathLst>
                <a:path w="5168" h="4348" extrusionOk="0">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58"/>
            <p:cNvSpPr/>
            <p:nvPr/>
          </p:nvSpPr>
          <p:spPr>
            <a:xfrm>
              <a:off x="-15876675" y="4254325"/>
              <a:ext cx="107925" cy="90600"/>
            </a:xfrm>
            <a:custGeom>
              <a:avLst/>
              <a:gdLst/>
              <a:ahLst/>
              <a:cxnLst/>
              <a:rect l="l" t="t" r="r" b="b"/>
              <a:pathLst>
                <a:path w="4317" h="3624" extrusionOk="0">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4" name="Google Shape;8654;p58"/>
          <p:cNvSpPr/>
          <p:nvPr/>
        </p:nvSpPr>
        <p:spPr>
          <a:xfrm>
            <a:off x="6274865" y="3343157"/>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8658"/>
        <p:cNvGrpSpPr/>
        <p:nvPr/>
      </p:nvGrpSpPr>
      <p:grpSpPr>
        <a:xfrm>
          <a:off x="0" y="0"/>
          <a:ext cx="0" cy="0"/>
          <a:chOff x="0" y="0"/>
          <a:chExt cx="0" cy="0"/>
        </a:xfrm>
      </p:grpSpPr>
      <p:sp>
        <p:nvSpPr>
          <p:cNvPr id="8659" name="Google Shape;8659;p59"/>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s">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grpSp>
        <p:nvGrpSpPr>
          <p:cNvPr id="8660" name="Google Shape;8660;p59"/>
          <p:cNvGrpSpPr/>
          <p:nvPr/>
        </p:nvGrpSpPr>
        <p:grpSpPr>
          <a:xfrm>
            <a:off x="845901" y="1689241"/>
            <a:ext cx="442337" cy="419623"/>
            <a:chOff x="-6696925" y="3272575"/>
            <a:chExt cx="307200" cy="291425"/>
          </a:xfrm>
        </p:grpSpPr>
        <p:sp>
          <p:nvSpPr>
            <p:cNvPr id="8661" name="Google Shape;8661;p59"/>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59"/>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3" name="Google Shape;8663;p59"/>
          <p:cNvGrpSpPr/>
          <p:nvPr/>
        </p:nvGrpSpPr>
        <p:grpSpPr>
          <a:xfrm>
            <a:off x="845884" y="2204636"/>
            <a:ext cx="442373" cy="420775"/>
            <a:chOff x="-6690625" y="3631325"/>
            <a:chExt cx="307225" cy="292225"/>
          </a:xfrm>
        </p:grpSpPr>
        <p:sp>
          <p:nvSpPr>
            <p:cNvPr id="8664" name="Google Shape;8664;p59"/>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59"/>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59"/>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59"/>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59"/>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9" name="Google Shape;8669;p59"/>
          <p:cNvGrpSpPr/>
          <p:nvPr/>
        </p:nvGrpSpPr>
        <p:grpSpPr>
          <a:xfrm>
            <a:off x="868005" y="2756972"/>
            <a:ext cx="421927" cy="419371"/>
            <a:chOff x="-6689825" y="3992050"/>
            <a:chExt cx="293025" cy="291250"/>
          </a:xfrm>
        </p:grpSpPr>
        <p:sp>
          <p:nvSpPr>
            <p:cNvPr id="8670" name="Google Shape;8670;p59"/>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59"/>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59"/>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59"/>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59"/>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59"/>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59"/>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59"/>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59"/>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59"/>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59"/>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59"/>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82" name="Google Shape;8682;p59"/>
          <p:cNvSpPr/>
          <p:nvPr/>
        </p:nvSpPr>
        <p:spPr>
          <a:xfrm>
            <a:off x="3545854" y="1689199"/>
            <a:ext cx="434634" cy="419227"/>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83" name="Google Shape;8683;p59"/>
          <p:cNvGrpSpPr/>
          <p:nvPr/>
        </p:nvGrpSpPr>
        <p:grpSpPr>
          <a:xfrm>
            <a:off x="3551317" y="2205192"/>
            <a:ext cx="423043" cy="419659"/>
            <a:chOff x="-4837325" y="3612425"/>
            <a:chExt cx="293800" cy="291450"/>
          </a:xfrm>
        </p:grpSpPr>
        <p:sp>
          <p:nvSpPr>
            <p:cNvPr id="8684" name="Google Shape;8684;p59"/>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59"/>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59"/>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7" name="Google Shape;8687;p59"/>
          <p:cNvGrpSpPr/>
          <p:nvPr/>
        </p:nvGrpSpPr>
        <p:grpSpPr>
          <a:xfrm>
            <a:off x="3564349" y="2756826"/>
            <a:ext cx="420775" cy="419659"/>
            <a:chOff x="-4837325" y="3971575"/>
            <a:chExt cx="292225" cy="291450"/>
          </a:xfrm>
        </p:grpSpPr>
        <p:sp>
          <p:nvSpPr>
            <p:cNvPr id="8688" name="Google Shape;8688;p59"/>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59"/>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59"/>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59"/>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59"/>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59"/>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4" name="Google Shape;8694;p59"/>
          <p:cNvGrpSpPr/>
          <p:nvPr/>
        </p:nvGrpSpPr>
        <p:grpSpPr>
          <a:xfrm>
            <a:off x="6256364" y="1714185"/>
            <a:ext cx="430998" cy="369730"/>
            <a:chOff x="-3037625" y="3254850"/>
            <a:chExt cx="299325" cy="256775"/>
          </a:xfrm>
        </p:grpSpPr>
        <p:sp>
          <p:nvSpPr>
            <p:cNvPr id="8695" name="Google Shape;8695;p59"/>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59"/>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59"/>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59"/>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9" name="Google Shape;8699;p59"/>
          <p:cNvGrpSpPr/>
          <p:nvPr/>
        </p:nvGrpSpPr>
        <p:grpSpPr>
          <a:xfrm>
            <a:off x="6260324" y="2204615"/>
            <a:ext cx="423079" cy="420811"/>
            <a:chOff x="-3031325" y="3597450"/>
            <a:chExt cx="293825" cy="292250"/>
          </a:xfrm>
        </p:grpSpPr>
        <p:sp>
          <p:nvSpPr>
            <p:cNvPr id="8700" name="Google Shape;8700;p59"/>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59"/>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59"/>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59"/>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4" name="Google Shape;8704;p59"/>
          <p:cNvGrpSpPr/>
          <p:nvPr/>
        </p:nvGrpSpPr>
        <p:grpSpPr>
          <a:xfrm>
            <a:off x="6272798" y="2781214"/>
            <a:ext cx="421927" cy="370882"/>
            <a:chOff x="-3030525" y="3973150"/>
            <a:chExt cx="293025" cy="257575"/>
          </a:xfrm>
        </p:grpSpPr>
        <p:sp>
          <p:nvSpPr>
            <p:cNvPr id="8705" name="Google Shape;8705;p59"/>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59"/>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7" name="Google Shape;8707;p59"/>
          <p:cNvGrpSpPr/>
          <p:nvPr/>
        </p:nvGrpSpPr>
        <p:grpSpPr>
          <a:xfrm>
            <a:off x="1374391" y="3369426"/>
            <a:ext cx="421927" cy="297195"/>
            <a:chOff x="-1199300" y="3279250"/>
            <a:chExt cx="293025" cy="206400"/>
          </a:xfrm>
        </p:grpSpPr>
        <p:sp>
          <p:nvSpPr>
            <p:cNvPr id="8708" name="Google Shape;8708;p59"/>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59"/>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59"/>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59"/>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2" name="Google Shape;8712;p59"/>
          <p:cNvGrpSpPr/>
          <p:nvPr/>
        </p:nvGrpSpPr>
        <p:grpSpPr>
          <a:xfrm>
            <a:off x="1381477" y="1688773"/>
            <a:ext cx="444605" cy="420559"/>
            <a:chOff x="-6338550" y="3272950"/>
            <a:chExt cx="308775" cy="292075"/>
          </a:xfrm>
        </p:grpSpPr>
        <p:sp>
          <p:nvSpPr>
            <p:cNvPr id="8713" name="Google Shape;8713;p59"/>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59"/>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59"/>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6" name="Google Shape;8716;p59"/>
          <p:cNvGrpSpPr/>
          <p:nvPr/>
        </p:nvGrpSpPr>
        <p:grpSpPr>
          <a:xfrm>
            <a:off x="1392817" y="2205194"/>
            <a:ext cx="421927" cy="419659"/>
            <a:chOff x="-6329100" y="3632100"/>
            <a:chExt cx="293025" cy="291450"/>
          </a:xfrm>
        </p:grpSpPr>
        <p:sp>
          <p:nvSpPr>
            <p:cNvPr id="8717" name="Google Shape;8717;p59"/>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59"/>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59"/>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0" name="Google Shape;8720;p59"/>
          <p:cNvGrpSpPr/>
          <p:nvPr/>
        </p:nvGrpSpPr>
        <p:grpSpPr>
          <a:xfrm>
            <a:off x="1405867" y="2756828"/>
            <a:ext cx="419623" cy="419659"/>
            <a:chOff x="-6329875" y="3992050"/>
            <a:chExt cx="291425" cy="291450"/>
          </a:xfrm>
        </p:grpSpPr>
        <p:sp>
          <p:nvSpPr>
            <p:cNvPr id="8721" name="Google Shape;8721;p59"/>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59"/>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59"/>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4" name="Google Shape;8724;p59"/>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5" name="Google Shape;8725;p59"/>
          <p:cNvGrpSpPr/>
          <p:nvPr/>
        </p:nvGrpSpPr>
        <p:grpSpPr>
          <a:xfrm>
            <a:off x="4092004" y="1687530"/>
            <a:ext cx="423079" cy="423043"/>
            <a:chOff x="-4478975" y="3251700"/>
            <a:chExt cx="293825" cy="293800"/>
          </a:xfrm>
        </p:grpSpPr>
        <p:sp>
          <p:nvSpPr>
            <p:cNvPr id="8726" name="Google Shape;8726;p59"/>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7" name="Google Shape;8727;p59"/>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8" name="Google Shape;8728;p59"/>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9" name="Google Shape;8729;p59"/>
          <p:cNvGrpSpPr/>
          <p:nvPr/>
        </p:nvGrpSpPr>
        <p:grpSpPr>
          <a:xfrm>
            <a:off x="4092004" y="2205192"/>
            <a:ext cx="423079" cy="419659"/>
            <a:chOff x="-4475825" y="3612425"/>
            <a:chExt cx="293825" cy="291450"/>
          </a:xfrm>
        </p:grpSpPr>
        <p:sp>
          <p:nvSpPr>
            <p:cNvPr id="8730" name="Google Shape;8730;p59"/>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1" name="Google Shape;8731;p59"/>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59"/>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3" name="Google Shape;8733;p59"/>
          <p:cNvGrpSpPr/>
          <p:nvPr/>
        </p:nvGrpSpPr>
        <p:grpSpPr>
          <a:xfrm>
            <a:off x="4101077" y="2756844"/>
            <a:ext cx="428730" cy="419623"/>
            <a:chOff x="-4480550" y="3970800"/>
            <a:chExt cx="297750" cy="291425"/>
          </a:xfrm>
        </p:grpSpPr>
        <p:sp>
          <p:nvSpPr>
            <p:cNvPr id="8734" name="Google Shape;8734;p59"/>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5" name="Google Shape;8735;p59"/>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6" name="Google Shape;8736;p59"/>
          <p:cNvGrpSpPr/>
          <p:nvPr/>
        </p:nvGrpSpPr>
        <p:grpSpPr>
          <a:xfrm>
            <a:off x="6804910" y="1689221"/>
            <a:ext cx="415123" cy="419659"/>
            <a:chOff x="-2668225" y="3239075"/>
            <a:chExt cx="288300" cy="291450"/>
          </a:xfrm>
        </p:grpSpPr>
        <p:sp>
          <p:nvSpPr>
            <p:cNvPr id="8737" name="Google Shape;8737;p59"/>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8" name="Google Shape;8738;p59"/>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9" name="Google Shape;8739;p59"/>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59"/>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59"/>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2" name="Google Shape;8742;p59"/>
          <p:cNvGrpSpPr/>
          <p:nvPr/>
        </p:nvGrpSpPr>
        <p:grpSpPr>
          <a:xfrm>
            <a:off x="6802066" y="2205191"/>
            <a:ext cx="420811" cy="419659"/>
            <a:chOff x="-2671375" y="3597450"/>
            <a:chExt cx="292250" cy="291450"/>
          </a:xfrm>
        </p:grpSpPr>
        <p:sp>
          <p:nvSpPr>
            <p:cNvPr id="8743" name="Google Shape;8743;p59"/>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59"/>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5" name="Google Shape;8745;p59"/>
          <p:cNvGrpSpPr/>
          <p:nvPr/>
        </p:nvGrpSpPr>
        <p:grpSpPr>
          <a:xfrm>
            <a:off x="6812849" y="2755691"/>
            <a:ext cx="423043" cy="421927"/>
            <a:chOff x="-2670575" y="3956600"/>
            <a:chExt cx="293800" cy="293025"/>
          </a:xfrm>
        </p:grpSpPr>
        <p:sp>
          <p:nvSpPr>
            <p:cNvPr id="8746" name="Google Shape;8746;p59"/>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59"/>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59"/>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9" name="Google Shape;8749;p59"/>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0" name="Google Shape;8750;p59"/>
          <p:cNvGrpSpPr/>
          <p:nvPr/>
        </p:nvGrpSpPr>
        <p:grpSpPr>
          <a:xfrm>
            <a:off x="3070370" y="3311947"/>
            <a:ext cx="426462" cy="418363"/>
            <a:chOff x="-1183550" y="3586525"/>
            <a:chExt cx="296175" cy="290550"/>
          </a:xfrm>
        </p:grpSpPr>
        <p:sp>
          <p:nvSpPr>
            <p:cNvPr id="8751" name="Google Shape;8751;p59"/>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2" name="Google Shape;8752;p59"/>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3" name="Google Shape;8753;p59"/>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4" name="Google Shape;8754;p59"/>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59"/>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6" name="Google Shape;8756;p59"/>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7" name="Google Shape;8757;p59"/>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59"/>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59"/>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0" name="Google Shape;8760;p59"/>
          <p:cNvGrpSpPr/>
          <p:nvPr/>
        </p:nvGrpSpPr>
        <p:grpSpPr>
          <a:xfrm>
            <a:off x="1933980" y="1689799"/>
            <a:ext cx="420811" cy="418507"/>
            <a:chOff x="-5971525" y="3273750"/>
            <a:chExt cx="292250" cy="290650"/>
          </a:xfrm>
        </p:grpSpPr>
        <p:sp>
          <p:nvSpPr>
            <p:cNvPr id="8761" name="Google Shape;8761;p59"/>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59"/>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3" name="Google Shape;8763;p59"/>
          <p:cNvGrpSpPr/>
          <p:nvPr/>
        </p:nvGrpSpPr>
        <p:grpSpPr>
          <a:xfrm>
            <a:off x="1928310" y="2203826"/>
            <a:ext cx="432150" cy="422395"/>
            <a:chOff x="-5974675" y="3632100"/>
            <a:chExt cx="300125" cy="293350"/>
          </a:xfrm>
        </p:grpSpPr>
        <p:sp>
          <p:nvSpPr>
            <p:cNvPr id="8764" name="Google Shape;8764;p59"/>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5" name="Google Shape;8765;p59"/>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59"/>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7" name="Google Shape;8767;p59"/>
          <p:cNvGrpSpPr/>
          <p:nvPr/>
        </p:nvGrpSpPr>
        <p:grpSpPr>
          <a:xfrm>
            <a:off x="1958351" y="2755694"/>
            <a:ext cx="395865" cy="421927"/>
            <a:chOff x="-5971525" y="3990475"/>
            <a:chExt cx="274925" cy="293025"/>
          </a:xfrm>
        </p:grpSpPr>
        <p:sp>
          <p:nvSpPr>
            <p:cNvPr id="8768" name="Google Shape;8768;p59"/>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59"/>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59"/>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59"/>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2" name="Google Shape;8772;p59"/>
          <p:cNvGrpSpPr/>
          <p:nvPr/>
        </p:nvGrpSpPr>
        <p:grpSpPr>
          <a:xfrm>
            <a:off x="4631558" y="1689798"/>
            <a:ext cx="420775" cy="418507"/>
            <a:chOff x="-4118225" y="3253275"/>
            <a:chExt cx="292225" cy="290650"/>
          </a:xfrm>
        </p:grpSpPr>
        <p:sp>
          <p:nvSpPr>
            <p:cNvPr id="8773" name="Google Shape;8773;p59"/>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59"/>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5" name="Google Shape;8775;p59"/>
          <p:cNvGrpSpPr/>
          <p:nvPr/>
        </p:nvGrpSpPr>
        <p:grpSpPr>
          <a:xfrm>
            <a:off x="4682008" y="2204922"/>
            <a:ext cx="319874" cy="420199"/>
            <a:chOff x="-4082800" y="3612425"/>
            <a:chExt cx="222150" cy="291825"/>
          </a:xfrm>
        </p:grpSpPr>
        <p:sp>
          <p:nvSpPr>
            <p:cNvPr id="8776" name="Google Shape;8776;p59"/>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7" name="Google Shape;8777;p59"/>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59"/>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9" name="Google Shape;8779;p59"/>
          <p:cNvGrpSpPr/>
          <p:nvPr/>
        </p:nvGrpSpPr>
        <p:grpSpPr>
          <a:xfrm>
            <a:off x="4643456" y="2769876"/>
            <a:ext cx="420775" cy="393561"/>
            <a:chOff x="-4118225" y="3990475"/>
            <a:chExt cx="292225" cy="273325"/>
          </a:xfrm>
        </p:grpSpPr>
        <p:sp>
          <p:nvSpPr>
            <p:cNvPr id="8780" name="Google Shape;8780;p59"/>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59"/>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59"/>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59"/>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4" name="Google Shape;8784;p59"/>
          <p:cNvGrpSpPr/>
          <p:nvPr/>
        </p:nvGrpSpPr>
        <p:grpSpPr>
          <a:xfrm>
            <a:off x="7354110" y="1688087"/>
            <a:ext cx="394713" cy="421927"/>
            <a:chOff x="-2312225" y="3238300"/>
            <a:chExt cx="274125" cy="293025"/>
          </a:xfrm>
        </p:grpSpPr>
        <p:sp>
          <p:nvSpPr>
            <p:cNvPr id="8785" name="Google Shape;8785;p59"/>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6" name="Google Shape;8786;p59"/>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7" name="Google Shape;8787;p59"/>
          <p:cNvGrpSpPr/>
          <p:nvPr/>
        </p:nvGrpSpPr>
        <p:grpSpPr>
          <a:xfrm>
            <a:off x="7341062" y="2153586"/>
            <a:ext cx="420811" cy="522864"/>
            <a:chOff x="-2310650" y="3525775"/>
            <a:chExt cx="292250" cy="363125"/>
          </a:xfrm>
        </p:grpSpPr>
        <p:sp>
          <p:nvSpPr>
            <p:cNvPr id="8788" name="Google Shape;8788;p59"/>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59"/>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59"/>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59"/>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2" name="Google Shape;8792;p59"/>
          <p:cNvGrpSpPr/>
          <p:nvPr/>
        </p:nvGrpSpPr>
        <p:grpSpPr>
          <a:xfrm>
            <a:off x="7351827" y="2756825"/>
            <a:ext cx="423079" cy="419659"/>
            <a:chOff x="-2310650" y="3958175"/>
            <a:chExt cx="293825" cy="291450"/>
          </a:xfrm>
        </p:grpSpPr>
        <p:sp>
          <p:nvSpPr>
            <p:cNvPr id="8793" name="Google Shape;8793;p59"/>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59"/>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5" name="Google Shape;8795;p59"/>
          <p:cNvGrpSpPr/>
          <p:nvPr/>
        </p:nvGrpSpPr>
        <p:grpSpPr>
          <a:xfrm>
            <a:off x="4718688" y="3308459"/>
            <a:ext cx="424159" cy="419659"/>
            <a:chOff x="-1182750" y="3962900"/>
            <a:chExt cx="294575" cy="291450"/>
          </a:xfrm>
        </p:grpSpPr>
        <p:sp>
          <p:nvSpPr>
            <p:cNvPr id="8796" name="Google Shape;8796;p59"/>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59"/>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8" name="Google Shape;8798;p59"/>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9" name="Google Shape;8799;p59"/>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59"/>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59"/>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59"/>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3" name="Google Shape;8803;p59"/>
          <p:cNvGrpSpPr/>
          <p:nvPr/>
        </p:nvGrpSpPr>
        <p:grpSpPr>
          <a:xfrm>
            <a:off x="2471824" y="1689223"/>
            <a:ext cx="424195" cy="419659"/>
            <a:chOff x="-5611575" y="3272950"/>
            <a:chExt cx="294600" cy="291450"/>
          </a:xfrm>
        </p:grpSpPr>
        <p:sp>
          <p:nvSpPr>
            <p:cNvPr id="8804" name="Google Shape;8804;p59"/>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5" name="Google Shape;8805;p59"/>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59"/>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59"/>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59"/>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9" name="Google Shape;8809;p59"/>
          <p:cNvGrpSpPr/>
          <p:nvPr/>
        </p:nvGrpSpPr>
        <p:grpSpPr>
          <a:xfrm>
            <a:off x="2471824" y="2205770"/>
            <a:ext cx="424195" cy="418507"/>
            <a:chOff x="-5613150" y="3632900"/>
            <a:chExt cx="294600" cy="290650"/>
          </a:xfrm>
        </p:grpSpPr>
        <p:sp>
          <p:nvSpPr>
            <p:cNvPr id="8810" name="Google Shape;8810;p59"/>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1" name="Google Shape;8811;p59"/>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2" name="Google Shape;8812;p59"/>
          <p:cNvGrpSpPr/>
          <p:nvPr/>
        </p:nvGrpSpPr>
        <p:grpSpPr>
          <a:xfrm>
            <a:off x="2483722" y="2756270"/>
            <a:ext cx="424195" cy="420775"/>
            <a:chOff x="-5613150" y="3991275"/>
            <a:chExt cx="294600" cy="292225"/>
          </a:xfrm>
        </p:grpSpPr>
        <p:sp>
          <p:nvSpPr>
            <p:cNvPr id="8813" name="Google Shape;8813;p59"/>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4" name="Google Shape;8814;p59"/>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5" name="Google Shape;8815;p59"/>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59"/>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7" name="Google Shape;8817;p59"/>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8" name="Google Shape;8818;p59"/>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9" name="Google Shape;8819;p59"/>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0" name="Google Shape;8820;p59"/>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59"/>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2" name="Google Shape;8822;p59"/>
          <p:cNvGrpSpPr/>
          <p:nvPr/>
        </p:nvGrpSpPr>
        <p:grpSpPr>
          <a:xfrm>
            <a:off x="5155210" y="1689438"/>
            <a:ext cx="434634" cy="419227"/>
            <a:chOff x="-3768700" y="3253275"/>
            <a:chExt cx="301850" cy="291150"/>
          </a:xfrm>
        </p:grpSpPr>
        <p:sp>
          <p:nvSpPr>
            <p:cNvPr id="8823" name="Google Shape;8823;p59"/>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4" name="Google Shape;8824;p59"/>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5" name="Google Shape;8825;p59"/>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6" name="Google Shape;8826;p59"/>
          <p:cNvGrpSpPr/>
          <p:nvPr/>
        </p:nvGrpSpPr>
        <p:grpSpPr>
          <a:xfrm>
            <a:off x="5159293" y="2217090"/>
            <a:ext cx="426462" cy="395865"/>
            <a:chOff x="-3808700" y="3628950"/>
            <a:chExt cx="296175" cy="274925"/>
          </a:xfrm>
        </p:grpSpPr>
        <p:sp>
          <p:nvSpPr>
            <p:cNvPr id="8827" name="Google Shape;8827;p59"/>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8" name="Google Shape;8828;p59"/>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9" name="Google Shape;8829;p59"/>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0" name="Google Shape;8830;p59"/>
          <p:cNvGrpSpPr/>
          <p:nvPr/>
        </p:nvGrpSpPr>
        <p:grpSpPr>
          <a:xfrm>
            <a:off x="5224504" y="2756412"/>
            <a:ext cx="419443" cy="420487"/>
            <a:chOff x="-3771675" y="3971775"/>
            <a:chExt cx="291300" cy="292025"/>
          </a:xfrm>
        </p:grpSpPr>
        <p:sp>
          <p:nvSpPr>
            <p:cNvPr id="8831" name="Google Shape;8831;p59"/>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59"/>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3" name="Google Shape;8833;p59"/>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4" name="Google Shape;8834;p59"/>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59"/>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6" name="Google Shape;8836;p59"/>
          <p:cNvGrpSpPr/>
          <p:nvPr/>
        </p:nvGrpSpPr>
        <p:grpSpPr>
          <a:xfrm>
            <a:off x="7885948" y="1716461"/>
            <a:ext cx="420271" cy="320774"/>
            <a:chOff x="-1951475" y="3273100"/>
            <a:chExt cx="291875" cy="222775"/>
          </a:xfrm>
        </p:grpSpPr>
        <p:sp>
          <p:nvSpPr>
            <p:cNvPr id="8837" name="Google Shape;8837;p59"/>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59"/>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59"/>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0" name="Google Shape;8840;p59"/>
          <p:cNvGrpSpPr/>
          <p:nvPr/>
        </p:nvGrpSpPr>
        <p:grpSpPr>
          <a:xfrm>
            <a:off x="7883429" y="2205191"/>
            <a:ext cx="425310" cy="419659"/>
            <a:chOff x="-1951475" y="3597450"/>
            <a:chExt cx="295375" cy="291450"/>
          </a:xfrm>
        </p:grpSpPr>
        <p:sp>
          <p:nvSpPr>
            <p:cNvPr id="8841" name="Google Shape;8841;p59"/>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59"/>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3" name="Google Shape;8843;p59"/>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4" name="Google Shape;8844;p59"/>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5" name="Google Shape;8845;p59"/>
          <p:cNvGrpSpPr/>
          <p:nvPr/>
        </p:nvGrpSpPr>
        <p:grpSpPr>
          <a:xfrm>
            <a:off x="7885680" y="2756825"/>
            <a:ext cx="444605" cy="419659"/>
            <a:chOff x="-1960150" y="3956600"/>
            <a:chExt cx="308775" cy="291450"/>
          </a:xfrm>
        </p:grpSpPr>
        <p:sp>
          <p:nvSpPr>
            <p:cNvPr id="8846" name="Google Shape;8846;p59"/>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7" name="Google Shape;8847;p59"/>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8" name="Google Shape;8848;p59"/>
          <p:cNvGrpSpPr/>
          <p:nvPr/>
        </p:nvGrpSpPr>
        <p:grpSpPr>
          <a:xfrm>
            <a:off x="1939718" y="3307636"/>
            <a:ext cx="420775" cy="420775"/>
            <a:chOff x="-804700" y="3226500"/>
            <a:chExt cx="292225" cy="292225"/>
          </a:xfrm>
        </p:grpSpPr>
        <p:sp>
          <p:nvSpPr>
            <p:cNvPr id="8849" name="Google Shape;8849;p59"/>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59"/>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1" name="Google Shape;8851;p59"/>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2" name="Google Shape;8852;p59"/>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3" name="Google Shape;8853;p59"/>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4" name="Google Shape;8854;p59"/>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5" name="Google Shape;8855;p59"/>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6" name="Google Shape;8856;p59"/>
          <p:cNvGrpSpPr/>
          <p:nvPr/>
        </p:nvGrpSpPr>
        <p:grpSpPr>
          <a:xfrm>
            <a:off x="3019809" y="1688647"/>
            <a:ext cx="420775" cy="420811"/>
            <a:chOff x="-5251625" y="3272950"/>
            <a:chExt cx="292225" cy="292250"/>
          </a:xfrm>
        </p:grpSpPr>
        <p:sp>
          <p:nvSpPr>
            <p:cNvPr id="8857" name="Google Shape;8857;p5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8" name="Google Shape;8858;p5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9" name="Google Shape;8859;p5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0" name="Google Shape;8860;p59"/>
          <p:cNvGrpSpPr/>
          <p:nvPr/>
        </p:nvGrpSpPr>
        <p:grpSpPr>
          <a:xfrm>
            <a:off x="3016407" y="2204348"/>
            <a:ext cx="427578" cy="421351"/>
            <a:chOff x="-5254775" y="3631325"/>
            <a:chExt cx="296950" cy="292625"/>
          </a:xfrm>
        </p:grpSpPr>
        <p:sp>
          <p:nvSpPr>
            <p:cNvPr id="8861" name="Google Shape;8861;p59"/>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2" name="Google Shape;8862;p59"/>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3" name="Google Shape;8863;p59"/>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4" name="Google Shape;8864;p59"/>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5" name="Google Shape;8865;p59"/>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6" name="Google Shape;8866;p59"/>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7" name="Google Shape;8867;p59"/>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8" name="Google Shape;8868;p59"/>
          <p:cNvGrpSpPr/>
          <p:nvPr/>
        </p:nvGrpSpPr>
        <p:grpSpPr>
          <a:xfrm>
            <a:off x="3032265" y="2756270"/>
            <a:ext cx="419659" cy="420775"/>
            <a:chOff x="-5251625" y="3991275"/>
            <a:chExt cx="291450" cy="292225"/>
          </a:xfrm>
        </p:grpSpPr>
        <p:sp>
          <p:nvSpPr>
            <p:cNvPr id="8869" name="Google Shape;8869;p59"/>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0" name="Google Shape;8870;p59"/>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1" name="Google Shape;8871;p59"/>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2" name="Google Shape;8872;p59"/>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3" name="Google Shape;8873;p59"/>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4" name="Google Shape;8874;p59"/>
          <p:cNvGrpSpPr/>
          <p:nvPr/>
        </p:nvGrpSpPr>
        <p:grpSpPr>
          <a:xfrm>
            <a:off x="5772848" y="1689240"/>
            <a:ext cx="319874" cy="419623"/>
            <a:chOff x="-3365275" y="3253275"/>
            <a:chExt cx="222150" cy="291425"/>
          </a:xfrm>
        </p:grpSpPr>
        <p:sp>
          <p:nvSpPr>
            <p:cNvPr id="8875" name="Google Shape;8875;p59"/>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6" name="Google Shape;8876;p59"/>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7" name="Google Shape;8877;p59"/>
          <p:cNvGrpSpPr/>
          <p:nvPr/>
        </p:nvGrpSpPr>
        <p:grpSpPr>
          <a:xfrm>
            <a:off x="5746786" y="2204058"/>
            <a:ext cx="371998" cy="421927"/>
            <a:chOff x="-3383375" y="3611625"/>
            <a:chExt cx="258350" cy="293025"/>
          </a:xfrm>
        </p:grpSpPr>
        <p:sp>
          <p:nvSpPr>
            <p:cNvPr id="8878" name="Google Shape;8878;p59"/>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9" name="Google Shape;8879;p59"/>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0" name="Google Shape;8880;p59"/>
          <p:cNvGrpSpPr/>
          <p:nvPr/>
        </p:nvGrpSpPr>
        <p:grpSpPr>
          <a:xfrm>
            <a:off x="5809135" y="2756826"/>
            <a:ext cx="271097" cy="419659"/>
            <a:chOff x="-3347950" y="3971575"/>
            <a:chExt cx="188275" cy="291450"/>
          </a:xfrm>
        </p:grpSpPr>
        <p:sp>
          <p:nvSpPr>
            <p:cNvPr id="8881" name="Google Shape;8881;p59"/>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2" name="Google Shape;8882;p59"/>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3" name="Google Shape;8883;p59"/>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4" name="Google Shape;8884;p59"/>
          <p:cNvGrpSpPr/>
          <p:nvPr/>
        </p:nvGrpSpPr>
        <p:grpSpPr>
          <a:xfrm>
            <a:off x="858994" y="3307061"/>
            <a:ext cx="371998" cy="421927"/>
            <a:chOff x="-1575775" y="3238300"/>
            <a:chExt cx="258350" cy="293025"/>
          </a:xfrm>
        </p:grpSpPr>
        <p:sp>
          <p:nvSpPr>
            <p:cNvPr id="8885" name="Google Shape;8885;p59"/>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6" name="Google Shape;8886;p59"/>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7" name="Google Shape;8887;p59"/>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8" name="Google Shape;8888;p59"/>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9" name="Google Shape;8889;p59"/>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0" name="Google Shape;8890;p59"/>
          <p:cNvGrpSpPr/>
          <p:nvPr/>
        </p:nvGrpSpPr>
        <p:grpSpPr>
          <a:xfrm>
            <a:off x="2503892" y="3309051"/>
            <a:ext cx="423079" cy="424159"/>
            <a:chOff x="-1591550" y="3597475"/>
            <a:chExt cx="293825" cy="294575"/>
          </a:xfrm>
        </p:grpSpPr>
        <p:sp>
          <p:nvSpPr>
            <p:cNvPr id="8891" name="Google Shape;8891;p59"/>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59"/>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59"/>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4" name="Google Shape;8894;p59"/>
          <p:cNvGrpSpPr/>
          <p:nvPr/>
        </p:nvGrpSpPr>
        <p:grpSpPr>
          <a:xfrm>
            <a:off x="4153362" y="3318663"/>
            <a:ext cx="421927" cy="399248"/>
            <a:chOff x="-1592325" y="3957400"/>
            <a:chExt cx="293025" cy="277275"/>
          </a:xfrm>
        </p:grpSpPr>
        <p:sp>
          <p:nvSpPr>
            <p:cNvPr id="8895" name="Google Shape;8895;p59"/>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6" name="Google Shape;8896;p59"/>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7" name="Google Shape;8897;p59"/>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8" name="Google Shape;8898;p59"/>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9" name="Google Shape;8899;p59"/>
          <p:cNvGrpSpPr/>
          <p:nvPr/>
        </p:nvGrpSpPr>
        <p:grpSpPr>
          <a:xfrm>
            <a:off x="3640232" y="3310744"/>
            <a:ext cx="369730" cy="420775"/>
            <a:chOff x="-778700" y="3612425"/>
            <a:chExt cx="256775" cy="292225"/>
          </a:xfrm>
        </p:grpSpPr>
        <p:sp>
          <p:nvSpPr>
            <p:cNvPr id="8900" name="Google Shape;8900;p59"/>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1" name="Google Shape;8901;p59"/>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2" name="Google Shape;8902;p59"/>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3" name="Google Shape;8903;p59"/>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4" name="Google Shape;8904;p59"/>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59"/>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6" name="Google Shape;8906;p59"/>
          <p:cNvGrpSpPr/>
          <p:nvPr/>
        </p:nvGrpSpPr>
        <p:grpSpPr>
          <a:xfrm>
            <a:off x="6111733" y="3828305"/>
            <a:ext cx="340731" cy="387641"/>
            <a:chOff x="7728464" y="1561258"/>
            <a:chExt cx="349719" cy="397866"/>
          </a:xfrm>
        </p:grpSpPr>
        <p:sp>
          <p:nvSpPr>
            <p:cNvPr id="8907" name="Google Shape;8907;p59"/>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8" name="Google Shape;8908;p59"/>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9" name="Google Shape;8909;p59"/>
          <p:cNvGrpSpPr/>
          <p:nvPr/>
        </p:nvGrpSpPr>
        <p:grpSpPr>
          <a:xfrm>
            <a:off x="4034702" y="3828305"/>
            <a:ext cx="387681" cy="387641"/>
            <a:chOff x="5611350" y="1561258"/>
            <a:chExt cx="397907" cy="397866"/>
          </a:xfrm>
        </p:grpSpPr>
        <p:sp>
          <p:nvSpPr>
            <p:cNvPr id="8910" name="Google Shape;8910;p59"/>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1" name="Google Shape;8911;p59"/>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2" name="Google Shape;8912;p59"/>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3" name="Google Shape;8913;p59"/>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4" name="Google Shape;8914;p59"/>
          <p:cNvGrpSpPr/>
          <p:nvPr/>
        </p:nvGrpSpPr>
        <p:grpSpPr>
          <a:xfrm>
            <a:off x="4553987" y="3925571"/>
            <a:ext cx="387610" cy="193109"/>
            <a:chOff x="6140660" y="1661097"/>
            <a:chExt cx="397835" cy="198202"/>
          </a:xfrm>
        </p:grpSpPr>
        <p:sp>
          <p:nvSpPr>
            <p:cNvPr id="8915" name="Google Shape;8915;p59"/>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6" name="Google Shape;8916;p59"/>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7" name="Google Shape;8917;p59"/>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8" name="Google Shape;8918;p59"/>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9" name="Google Shape;8919;p59"/>
          <p:cNvGrpSpPr/>
          <p:nvPr/>
        </p:nvGrpSpPr>
        <p:grpSpPr>
          <a:xfrm>
            <a:off x="5073202" y="3828305"/>
            <a:ext cx="387681" cy="387641"/>
            <a:chOff x="6669907" y="1561258"/>
            <a:chExt cx="397907" cy="397866"/>
          </a:xfrm>
        </p:grpSpPr>
        <p:sp>
          <p:nvSpPr>
            <p:cNvPr id="8920" name="Google Shape;8920;p59"/>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1" name="Google Shape;8921;p59"/>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2" name="Google Shape;8922;p59"/>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3" name="Google Shape;8923;p59"/>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4" name="Google Shape;8924;p59"/>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5" name="Google Shape;8925;p59"/>
          <p:cNvGrpSpPr/>
          <p:nvPr/>
        </p:nvGrpSpPr>
        <p:grpSpPr>
          <a:xfrm>
            <a:off x="1958433" y="3885842"/>
            <a:ext cx="387681" cy="272572"/>
            <a:chOff x="3386036" y="1746339"/>
            <a:chExt cx="397907" cy="279762"/>
          </a:xfrm>
        </p:grpSpPr>
        <p:sp>
          <p:nvSpPr>
            <p:cNvPr id="8926" name="Google Shape;8926;p59"/>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7" name="Google Shape;8927;p59"/>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8" name="Google Shape;8928;p59"/>
          <p:cNvGrpSpPr/>
          <p:nvPr/>
        </p:nvGrpSpPr>
        <p:grpSpPr>
          <a:xfrm>
            <a:off x="2996130" y="3828288"/>
            <a:ext cx="387681" cy="387681"/>
            <a:chOff x="4417380" y="1687279"/>
            <a:chExt cx="397907" cy="397907"/>
          </a:xfrm>
        </p:grpSpPr>
        <p:sp>
          <p:nvSpPr>
            <p:cNvPr id="8929" name="Google Shape;8929;p59"/>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0" name="Google Shape;8930;p59"/>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1" name="Google Shape;8931;p59"/>
          <p:cNvGrpSpPr/>
          <p:nvPr/>
        </p:nvGrpSpPr>
        <p:grpSpPr>
          <a:xfrm>
            <a:off x="7942611" y="3308537"/>
            <a:ext cx="387661" cy="387661"/>
            <a:chOff x="2869999" y="1687279"/>
            <a:chExt cx="397887" cy="397887"/>
          </a:xfrm>
        </p:grpSpPr>
        <p:sp>
          <p:nvSpPr>
            <p:cNvPr id="8932" name="Google Shape;8932;p59"/>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3" name="Google Shape;8933;p59"/>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4" name="Google Shape;8934;p59"/>
          <p:cNvGrpSpPr/>
          <p:nvPr/>
        </p:nvGrpSpPr>
        <p:grpSpPr>
          <a:xfrm>
            <a:off x="2477718" y="3828664"/>
            <a:ext cx="386807" cy="386929"/>
            <a:chOff x="3902887" y="1687655"/>
            <a:chExt cx="397010" cy="397135"/>
          </a:xfrm>
        </p:grpSpPr>
        <p:sp>
          <p:nvSpPr>
            <p:cNvPr id="8935" name="Google Shape;8935;p59"/>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6" name="Google Shape;8936;p59"/>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7" name="Google Shape;8937;p59"/>
          <p:cNvGrpSpPr/>
          <p:nvPr/>
        </p:nvGrpSpPr>
        <p:grpSpPr>
          <a:xfrm>
            <a:off x="3515416" y="3828288"/>
            <a:ext cx="387681" cy="387681"/>
            <a:chOff x="4933458" y="1687279"/>
            <a:chExt cx="397907" cy="397907"/>
          </a:xfrm>
        </p:grpSpPr>
        <p:sp>
          <p:nvSpPr>
            <p:cNvPr id="8938" name="Google Shape;8938;p59"/>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9" name="Google Shape;8939;p59"/>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0" name="Google Shape;8940;p59"/>
          <p:cNvGrpSpPr/>
          <p:nvPr/>
        </p:nvGrpSpPr>
        <p:grpSpPr>
          <a:xfrm>
            <a:off x="6348367" y="3308537"/>
            <a:ext cx="387661" cy="387661"/>
            <a:chOff x="1379798" y="1723250"/>
            <a:chExt cx="397887" cy="397887"/>
          </a:xfrm>
        </p:grpSpPr>
        <p:sp>
          <p:nvSpPr>
            <p:cNvPr id="8941" name="Google Shape;8941;p59"/>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2" name="Google Shape;8942;p59"/>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3" name="Google Shape;8943;p59"/>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4" name="Google Shape;8944;p59"/>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5" name="Google Shape;8945;p59"/>
          <p:cNvGrpSpPr/>
          <p:nvPr/>
        </p:nvGrpSpPr>
        <p:grpSpPr>
          <a:xfrm>
            <a:off x="5286246" y="3308537"/>
            <a:ext cx="387681" cy="387661"/>
            <a:chOff x="266768" y="1721375"/>
            <a:chExt cx="397907" cy="397887"/>
          </a:xfrm>
        </p:grpSpPr>
        <p:sp>
          <p:nvSpPr>
            <p:cNvPr id="8946" name="Google Shape;8946;p59"/>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7" name="Google Shape;8947;p59"/>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8" name="Google Shape;8948;p59"/>
          <p:cNvGrpSpPr/>
          <p:nvPr/>
        </p:nvGrpSpPr>
        <p:grpSpPr>
          <a:xfrm>
            <a:off x="5817327" y="3308537"/>
            <a:ext cx="387641" cy="387661"/>
            <a:chOff x="864491" y="1723250"/>
            <a:chExt cx="397866" cy="397887"/>
          </a:xfrm>
        </p:grpSpPr>
        <p:sp>
          <p:nvSpPr>
            <p:cNvPr id="8949" name="Google Shape;8949;p59"/>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0" name="Google Shape;8950;p59"/>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1" name="Google Shape;8951;p59"/>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52" name="Google Shape;8952;p59"/>
          <p:cNvSpPr/>
          <p:nvPr/>
        </p:nvSpPr>
        <p:spPr>
          <a:xfrm>
            <a:off x="6879427" y="3343765"/>
            <a:ext cx="388846" cy="31714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53" name="Google Shape;8953;p59"/>
          <p:cNvGrpSpPr/>
          <p:nvPr/>
        </p:nvGrpSpPr>
        <p:grpSpPr>
          <a:xfrm>
            <a:off x="7411672" y="3308924"/>
            <a:ext cx="387539" cy="386888"/>
            <a:chOff x="2408992" y="1722875"/>
            <a:chExt cx="397761" cy="397093"/>
          </a:xfrm>
        </p:grpSpPr>
        <p:sp>
          <p:nvSpPr>
            <p:cNvPr id="8954" name="Google Shape;8954;p59"/>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5" name="Google Shape;8955;p59"/>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6" name="Google Shape;8956;p59"/>
          <p:cNvGrpSpPr/>
          <p:nvPr/>
        </p:nvGrpSpPr>
        <p:grpSpPr>
          <a:xfrm>
            <a:off x="6584077" y="3827044"/>
            <a:ext cx="395772" cy="395772"/>
            <a:chOff x="1190625" y="238125"/>
            <a:chExt cx="5235075" cy="5235075"/>
          </a:xfrm>
        </p:grpSpPr>
        <p:sp>
          <p:nvSpPr>
            <p:cNvPr id="8957" name="Google Shape;8957;p59"/>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8" name="Google Shape;8958;p59"/>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9" name="Google Shape;8959;p59"/>
          <p:cNvGrpSpPr/>
          <p:nvPr/>
        </p:nvGrpSpPr>
        <p:grpSpPr>
          <a:xfrm>
            <a:off x="5592488" y="3828305"/>
            <a:ext cx="387641" cy="387641"/>
            <a:chOff x="7199196" y="1561258"/>
            <a:chExt cx="397866" cy="397866"/>
          </a:xfrm>
        </p:grpSpPr>
        <p:sp>
          <p:nvSpPr>
            <p:cNvPr id="8960" name="Google Shape;8960;p59"/>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1" name="Google Shape;8961;p59"/>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2" name="Google Shape;8962;p59"/>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WEB PROPOSAL">
  <a:themeElements>
    <a:clrScheme name="Simple Light">
      <a:dk1>
        <a:srgbClr val="000000"/>
      </a:dk1>
      <a:lt1>
        <a:srgbClr val="FFFFFF"/>
      </a:lt1>
      <a:dk2>
        <a:srgbClr val="595959"/>
      </a:dk2>
      <a:lt2>
        <a:srgbClr val="EEEEEE"/>
      </a:lt2>
      <a:accent1>
        <a:srgbClr val="ECFF48"/>
      </a:accent1>
      <a:accent2>
        <a:srgbClr val="ECFF48"/>
      </a:accent2>
      <a:accent3>
        <a:srgbClr val="ECFF48"/>
      </a:accent3>
      <a:accent4>
        <a:srgbClr val="ECFF48"/>
      </a:accent4>
      <a:accent5>
        <a:srgbClr val="ECFF48"/>
      </a:accent5>
      <a:accent6>
        <a:srgbClr val="ECFF48"/>
      </a:accent6>
      <a:hlink>
        <a:srgbClr val="ECFF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481</Words>
  <Application>Microsoft Office PowerPoint</Application>
  <PresentationFormat>On-screen Show (16:9)</PresentationFormat>
  <Paragraphs>108</Paragraphs>
  <Slides>25</Slides>
  <Notes>25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25</vt:i4>
      </vt:variant>
    </vt:vector>
  </HeadingPairs>
  <TitlesOfParts>
    <vt:vector size="38" baseType="lpstr">
      <vt:lpstr>Arial</vt:lpstr>
      <vt:lpstr>Roboto Light</vt:lpstr>
      <vt:lpstr>Proxima Nova Semibold</vt:lpstr>
      <vt:lpstr>Impact</vt:lpstr>
      <vt:lpstr>Roboto Medium</vt:lpstr>
      <vt:lpstr>Roboto Black</vt:lpstr>
      <vt:lpstr>Calibri</vt:lpstr>
      <vt:lpstr>Amatic SC</vt:lpstr>
      <vt:lpstr>Proxima Nova</vt:lpstr>
      <vt:lpstr>Roboto Mono Thin</vt:lpstr>
      <vt:lpstr>Roboto Thin</vt:lpstr>
      <vt:lpstr>WEB PROPOSAL</vt:lpstr>
      <vt:lpstr>SlidesGo Final Pages</vt:lpstr>
      <vt:lpstr>TRABAJO FINAL DE CURSO</vt:lpstr>
      <vt:lpstr>EL EQUIPO</vt:lpstr>
      <vt:lpstr>InnovVentas</vt:lpstr>
      <vt:lpstr>WHAT WE ARE WORKING ON</vt:lpstr>
      <vt:lpstr>ABOUT THE PROJECT</vt:lpstr>
      <vt:lpstr>NOW</vt:lpstr>
      <vt:lpstr>FUTURE</vt:lpstr>
      <vt:lpstr>BUDGET</vt:lpstr>
      <vt:lpstr>PREDICTED RESULTS</vt:lpstr>
      <vt:lpstr>SNEAK PEEK</vt:lpstr>
      <vt:lpstr>OUR TIMELINE</vt:lpstr>
      <vt:lpstr>THANKS!</vt:lpstr>
      <vt:lpstr>Use our editable graphic resources... </vt:lpstr>
      <vt:lpstr>PowerPoint Presentation</vt:lpstr>
      <vt:lpstr>PowerPoint Presentation</vt:lpstr>
      <vt:lpstr>PowerPoint Presentation</vt:lpstr>
      <vt:lpstr>PowerPoint Presentation</vt:lpstr>
      <vt:lpstr>PowerPoint Presentation</vt:lpstr>
      <vt:lpstr>...and our sets of editable icons</vt:lpstr>
      <vt:lpstr>Educational Icons</vt:lpstr>
      <vt:lpstr>Business Icons</vt:lpstr>
      <vt:lpstr>Help &amp; Support Icons</vt:lpstr>
      <vt:lpstr>Creative Process Icons</vt:lpstr>
      <vt:lpstr>Nature Icons</vt:lpstr>
      <vt:lpstr>SEO &amp; Marketing Icons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Jean Beckan</cp:lastModifiedBy>
  <cp:revision>2</cp:revision>
  <dcterms:modified xsi:type="dcterms:W3CDTF">2026-06-02T03:03:51Z</dcterms:modified>
</cp:coreProperties>
</file>